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media/image14.svg" ContentType="image/svg+xml"/>
  <Override PartName="/ppt/media/image18.svg" ContentType="image/svg+xml"/>
  <Override PartName="/ppt/media/image3.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 id="2147483695" r:id="rId5"/>
  </p:sldMasterIdLst>
  <p:notesMasterIdLst>
    <p:notesMasterId r:id="rId10"/>
  </p:notesMasterIdLst>
  <p:sldIdLst>
    <p:sldId id="256" r:id="rId9"/>
    <p:sldId id="257" r:id="rId8"/>
    <p:sldId id="258" r:id="rId7"/>
    <p:sldId id="259" r:id="rId6"/>
    <p:sldId id="260" r:id="rId17"/>
    <p:sldId id="261" r:id="rId18"/>
    <p:sldId id="262" r:id="rId19"/>
    <p:sldId id="263"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EF93B1-801C-F3DE-B018-C1C68DF99292}" v="1" dt="2024-12-17T00:25:01.22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oue, Hirokazu" userId="bcb1defd-79e2-4d6b-a44b-4283784fbb58" providerId="ADAL" clId="{C54A77B5-2192-4A57-B348-4CFC59018533}"/>
    <pc:docChg chg="undo custSel addSld modSld sldOrd">
      <pc:chgData name="Inoue, Hirokazu" userId="bcb1defd-79e2-4d6b-a44b-4283784fbb58" providerId="ADAL" clId="{C54A77B5-2192-4A57-B348-4CFC59018533}" dt="2024-06-19T01:00:47.530" v="1819" actId="20577"/>
      <pc:docMkLst>
        <pc:docMk/>
      </pc:docMkLst>
      <pc:sldChg chg="ord">
        <pc:chgData name="Inoue, Hirokazu" userId="bcb1defd-79e2-4d6b-a44b-4283784fbb58" providerId="ADAL" clId="{C54A77B5-2192-4A57-B348-4CFC59018533}" dt="2024-06-19T00:44:34.804" v="1"/>
        <pc:sldMkLst>
          <pc:docMk/>
          <pc:sldMk cId="3380780641" sldId="2147480792"/>
        </pc:sldMkLst>
      </pc:sldChg>
      <pc:sldChg chg="ord">
        <pc:chgData name="Inoue, Hirokazu" userId="bcb1defd-79e2-4d6b-a44b-4283784fbb58" providerId="ADAL" clId="{C54A77B5-2192-4A57-B348-4CFC59018533}" dt="2024-06-19T00:44:34.804" v="1"/>
        <pc:sldMkLst>
          <pc:docMk/>
          <pc:sldMk cId="3530669204" sldId="2147480794"/>
        </pc:sldMkLst>
      </pc:sldChg>
      <pc:sldChg chg="ord">
        <pc:chgData name="Inoue, Hirokazu" userId="bcb1defd-79e2-4d6b-a44b-4283784fbb58" providerId="ADAL" clId="{C54A77B5-2192-4A57-B348-4CFC59018533}" dt="2024-06-19T00:44:34.804" v="1"/>
        <pc:sldMkLst>
          <pc:docMk/>
          <pc:sldMk cId="3876441418" sldId="2147480795"/>
        </pc:sldMkLst>
      </pc:sldChg>
      <pc:sldChg chg="ord">
        <pc:chgData name="Inoue, Hirokazu" userId="bcb1defd-79e2-4d6b-a44b-4283784fbb58" providerId="ADAL" clId="{C54A77B5-2192-4A57-B348-4CFC59018533}" dt="2024-06-19T00:44:34.804" v="1"/>
        <pc:sldMkLst>
          <pc:docMk/>
          <pc:sldMk cId="2516064869" sldId="2147480796"/>
        </pc:sldMkLst>
      </pc:sldChg>
      <pc:sldChg chg="ord">
        <pc:chgData name="Inoue, Hirokazu" userId="bcb1defd-79e2-4d6b-a44b-4283784fbb58" providerId="ADAL" clId="{C54A77B5-2192-4A57-B348-4CFC59018533}" dt="2024-06-19T00:44:34.804" v="1"/>
        <pc:sldMkLst>
          <pc:docMk/>
          <pc:sldMk cId="1309547912" sldId="2147480797"/>
        </pc:sldMkLst>
      </pc:sldChg>
      <pc:sldChg chg="ord">
        <pc:chgData name="Inoue, Hirokazu" userId="bcb1defd-79e2-4d6b-a44b-4283784fbb58" providerId="ADAL" clId="{C54A77B5-2192-4A57-B348-4CFC59018533}" dt="2024-06-19T00:44:34.804" v="1"/>
        <pc:sldMkLst>
          <pc:docMk/>
          <pc:sldMk cId="1040805338" sldId="2147480798"/>
        </pc:sldMkLst>
      </pc:sldChg>
      <pc:sldChg chg="ord">
        <pc:chgData name="Inoue, Hirokazu" userId="bcb1defd-79e2-4d6b-a44b-4283784fbb58" providerId="ADAL" clId="{C54A77B5-2192-4A57-B348-4CFC59018533}" dt="2024-06-19T00:44:34.804" v="1"/>
        <pc:sldMkLst>
          <pc:docMk/>
          <pc:sldMk cId="831026738" sldId="2147480799"/>
        </pc:sldMkLst>
      </pc:sldChg>
      <pc:sldChg chg="ord">
        <pc:chgData name="Inoue, Hirokazu" userId="bcb1defd-79e2-4d6b-a44b-4283784fbb58" providerId="ADAL" clId="{C54A77B5-2192-4A57-B348-4CFC59018533}" dt="2024-06-19T00:44:34.804" v="1"/>
        <pc:sldMkLst>
          <pc:docMk/>
          <pc:sldMk cId="2451936986" sldId="2147480803"/>
        </pc:sldMkLst>
      </pc:sldChg>
      <pc:sldChg chg="ord">
        <pc:chgData name="Inoue, Hirokazu" userId="bcb1defd-79e2-4d6b-a44b-4283784fbb58" providerId="ADAL" clId="{C54A77B5-2192-4A57-B348-4CFC59018533}" dt="2024-06-19T00:44:34.804" v="1"/>
        <pc:sldMkLst>
          <pc:docMk/>
          <pc:sldMk cId="2113185304" sldId="2147480804"/>
        </pc:sldMkLst>
      </pc:sldChg>
      <pc:sldChg chg="modSp mod ord">
        <pc:chgData name="Inoue, Hirokazu" userId="bcb1defd-79e2-4d6b-a44b-4283784fbb58" providerId="ADAL" clId="{C54A77B5-2192-4A57-B348-4CFC59018533}" dt="2024-06-19T00:46:59.302" v="381" actId="14100"/>
        <pc:sldMkLst>
          <pc:docMk/>
          <pc:sldMk cId="1771412347" sldId="2147480805"/>
        </pc:sldMkLst>
        <pc:spChg chg="mod">
          <ac:chgData name="Inoue, Hirokazu" userId="bcb1defd-79e2-4d6b-a44b-4283784fbb58" providerId="ADAL" clId="{C54A77B5-2192-4A57-B348-4CFC59018533}" dt="2024-06-19T00:46:59.302" v="381" actId="14100"/>
          <ac:spMkLst>
            <pc:docMk/>
            <pc:sldMk cId="1771412347" sldId="2147480805"/>
            <ac:spMk id="158" creationId="{C14223D6-06D2-9FAE-2B61-E3B943BB4DBF}"/>
          </ac:spMkLst>
        </pc:spChg>
      </pc:sldChg>
      <pc:sldChg chg="ord">
        <pc:chgData name="Inoue, Hirokazu" userId="bcb1defd-79e2-4d6b-a44b-4283784fbb58" providerId="ADAL" clId="{C54A77B5-2192-4A57-B348-4CFC59018533}" dt="2024-06-19T00:44:34.804" v="1"/>
        <pc:sldMkLst>
          <pc:docMk/>
          <pc:sldMk cId="3640196775" sldId="2147480807"/>
        </pc:sldMkLst>
      </pc:sldChg>
      <pc:sldChg chg="addSp delSp modSp add mod">
        <pc:chgData name="Inoue, Hirokazu" userId="bcb1defd-79e2-4d6b-a44b-4283784fbb58" providerId="ADAL" clId="{C54A77B5-2192-4A57-B348-4CFC59018533}" dt="2024-06-19T01:00:47.530" v="1819" actId="20577"/>
        <pc:sldMkLst>
          <pc:docMk/>
          <pc:sldMk cId="62534915" sldId="2147480808"/>
        </pc:sldMkLst>
        <pc:spChg chg="add mod">
          <ac:chgData name="Inoue, Hirokazu" userId="bcb1defd-79e2-4d6b-a44b-4283784fbb58" providerId="ADAL" clId="{C54A77B5-2192-4A57-B348-4CFC59018533}" dt="2024-06-19T00:52:15.204" v="803" actId="2711"/>
          <ac:spMkLst>
            <pc:docMk/>
            <pc:sldMk cId="62534915" sldId="2147480808"/>
            <ac:spMk id="3" creationId="{EBC57256-71A4-4294-9ADE-9CA1CF2F7051}"/>
          </ac:spMkLst>
        </pc:spChg>
        <pc:spChg chg="mod">
          <ac:chgData name="Inoue, Hirokazu" userId="bcb1defd-79e2-4d6b-a44b-4283784fbb58" providerId="ADAL" clId="{C54A77B5-2192-4A57-B348-4CFC59018533}" dt="2024-06-19T00:45:05.492" v="56" actId="207"/>
          <ac:spMkLst>
            <pc:docMk/>
            <pc:sldMk cId="62534915" sldId="2147480808"/>
            <ac:spMk id="4" creationId="{00A5FE04-EC3A-89E5-9EA0-6E07FBF47F13}"/>
          </ac:spMkLst>
        </pc:spChg>
        <pc:spChg chg="add mod">
          <ac:chgData name="Inoue, Hirokazu" userId="bcb1defd-79e2-4d6b-a44b-4283784fbb58" providerId="ADAL" clId="{C54A77B5-2192-4A57-B348-4CFC59018533}" dt="2024-06-19T00:52:30.337" v="847" actId="14100"/>
          <ac:spMkLst>
            <pc:docMk/>
            <pc:sldMk cId="62534915" sldId="2147480808"/>
            <ac:spMk id="7" creationId="{43C5A0CD-7E0E-F84E-308B-4A65912CBA06}"/>
          </ac:spMkLst>
        </pc:spChg>
        <pc:spChg chg="add mod">
          <ac:chgData name="Inoue, Hirokazu" userId="bcb1defd-79e2-4d6b-a44b-4283784fbb58" providerId="ADAL" clId="{C54A77B5-2192-4A57-B348-4CFC59018533}" dt="2024-06-19T00:54:18.541" v="1059" actId="1036"/>
          <ac:spMkLst>
            <pc:docMk/>
            <pc:sldMk cId="62534915" sldId="2147480808"/>
            <ac:spMk id="8" creationId="{C19B1E01-5CBA-198B-08F1-AE6FFC6A94BC}"/>
          </ac:spMkLst>
        </pc:spChg>
        <pc:spChg chg="add mod">
          <ac:chgData name="Inoue, Hirokazu" userId="bcb1defd-79e2-4d6b-a44b-4283784fbb58" providerId="ADAL" clId="{C54A77B5-2192-4A57-B348-4CFC59018533}" dt="2024-06-19T00:55:03.213" v="1126" actId="1036"/>
          <ac:spMkLst>
            <pc:docMk/>
            <pc:sldMk cId="62534915" sldId="2147480808"/>
            <ac:spMk id="19" creationId="{484A5D22-8309-4C70-DC88-F07F14D2BF5E}"/>
          </ac:spMkLst>
        </pc:spChg>
        <pc:spChg chg="add mod">
          <ac:chgData name="Inoue, Hirokazu" userId="bcb1defd-79e2-4d6b-a44b-4283784fbb58" providerId="ADAL" clId="{C54A77B5-2192-4A57-B348-4CFC59018533}" dt="2024-06-19T00:59:32.085" v="1615" actId="1036"/>
          <ac:spMkLst>
            <pc:docMk/>
            <pc:sldMk cId="62534915" sldId="2147480808"/>
            <ac:spMk id="20" creationId="{558EDC05-B348-7199-9BD9-A48AA007337A}"/>
          </ac:spMkLst>
        </pc:spChg>
        <pc:spChg chg="add mod">
          <ac:chgData name="Inoue, Hirokazu" userId="bcb1defd-79e2-4d6b-a44b-4283784fbb58" providerId="ADAL" clId="{C54A77B5-2192-4A57-B348-4CFC59018533}" dt="2024-06-19T01:00:47.530" v="1819" actId="20577"/>
          <ac:spMkLst>
            <pc:docMk/>
            <pc:sldMk cId="62534915" sldId="2147480808"/>
            <ac:spMk id="21" creationId="{5FEA7EEF-2C91-6084-3DBD-34D998BABAF2}"/>
          </ac:spMkLst>
        </pc:spChg>
        <pc:spChg chg="add mod">
          <ac:chgData name="Inoue, Hirokazu" userId="bcb1defd-79e2-4d6b-a44b-4283784fbb58" providerId="ADAL" clId="{C54A77B5-2192-4A57-B348-4CFC59018533}" dt="2024-06-19T01:00:15.657" v="1733" actId="1036"/>
          <ac:spMkLst>
            <pc:docMk/>
            <pc:sldMk cId="62534915" sldId="2147480808"/>
            <ac:spMk id="24" creationId="{0DD72C48-13F8-4007-A038-2942C8D93021}"/>
          </ac:spMkLst>
        </pc:spChg>
        <pc:spChg chg="add mod">
          <ac:chgData name="Inoue, Hirokazu" userId="bcb1defd-79e2-4d6b-a44b-4283784fbb58" providerId="ADAL" clId="{C54A77B5-2192-4A57-B348-4CFC59018533}" dt="2024-06-19T01:00:15.657" v="1733" actId="1036"/>
          <ac:spMkLst>
            <pc:docMk/>
            <pc:sldMk cId="62534915" sldId="2147480808"/>
            <ac:spMk id="25" creationId="{F048DFA5-56C7-5C67-13DB-D1C8683B28F9}"/>
          </ac:spMkLst>
        </pc:spChg>
        <pc:spChg chg="del mod">
          <ac:chgData name="Inoue, Hirokazu" userId="bcb1defd-79e2-4d6b-a44b-4283784fbb58" providerId="ADAL" clId="{C54A77B5-2192-4A57-B348-4CFC59018533}" dt="2024-06-19T00:46:08.255" v="377" actId="478"/>
          <ac:spMkLst>
            <pc:docMk/>
            <pc:sldMk cId="62534915" sldId="2147480808"/>
            <ac:spMk id="158" creationId="{C14223D6-06D2-9FAE-2B61-E3B943BB4DBF}"/>
          </ac:spMkLst>
        </pc:spChg>
      </pc:sldChg>
    </pc:docChg>
  </pc:docChgLst>
  <pc:docChgLst>
    <pc:chgData name="Takeuchi, Koichiro" userId="b3848a05-443b-4434-8fa5-7398ca0c03c9" providerId="ADAL" clId="{F5CD9E7B-56DC-4DDF-BDE8-9BA2668EE47B}"/>
    <pc:docChg chg="undo custSel modSld">
      <pc:chgData name="Takeuchi, Koichiro" userId="b3848a05-443b-4434-8fa5-7398ca0c03c9" providerId="ADAL" clId="{F5CD9E7B-56DC-4DDF-BDE8-9BA2668EE47B}" dt="2024-03-15T02:26:07.154" v="4" actId="165"/>
      <pc:docMkLst>
        <pc:docMk/>
      </pc:docMkLst>
      <pc:sldChg chg="modSp mod">
        <pc:chgData name="Takeuchi, Koichiro" userId="b3848a05-443b-4434-8fa5-7398ca0c03c9" providerId="ADAL" clId="{F5CD9E7B-56DC-4DDF-BDE8-9BA2668EE47B}" dt="2024-02-13T00:34:58.660" v="1" actId="20577"/>
        <pc:sldMkLst>
          <pc:docMk/>
          <pc:sldMk cId="1817067240" sldId="2147468619"/>
        </pc:sldMkLst>
        <pc:spChg chg="mod">
          <ac:chgData name="Takeuchi, Koichiro" userId="b3848a05-443b-4434-8fa5-7398ca0c03c9" providerId="ADAL" clId="{F5CD9E7B-56DC-4DDF-BDE8-9BA2668EE47B}" dt="2024-02-13T00:34:58.660" v="1" actId="20577"/>
          <ac:spMkLst>
            <pc:docMk/>
            <pc:sldMk cId="1817067240" sldId="2147468619"/>
            <ac:spMk id="52" creationId="{8DE0A645-F157-4DBA-6547-C74166ADF4D2}"/>
          </ac:spMkLst>
        </pc:spChg>
      </pc:sldChg>
      <pc:sldChg chg="delSp modSp mod">
        <pc:chgData name="Takeuchi, Koichiro" userId="b3848a05-443b-4434-8fa5-7398ca0c03c9" providerId="ADAL" clId="{F5CD9E7B-56DC-4DDF-BDE8-9BA2668EE47B}" dt="2024-03-15T02:26:07.154" v="4" actId="165"/>
        <pc:sldMkLst>
          <pc:docMk/>
          <pc:sldMk cId="3848778652" sldId="2147468630"/>
        </pc:sldMkLst>
        <pc:spChg chg="mod">
          <ac:chgData name="Takeuchi, Koichiro" userId="b3848a05-443b-4434-8fa5-7398ca0c03c9" providerId="ADAL" clId="{F5CD9E7B-56DC-4DDF-BDE8-9BA2668EE47B}" dt="2024-03-15T02:26:04.230" v="3" actId="1076"/>
          <ac:spMkLst>
            <pc:docMk/>
            <pc:sldMk cId="3848778652" sldId="2147468630"/>
            <ac:spMk id="29" creationId="{09AD2885-6E4D-AB44-2171-DBDBCD38672D}"/>
          </ac:spMkLst>
        </pc:spChg>
        <pc:spChg chg="mod topLvl">
          <ac:chgData name="Takeuchi, Koichiro" userId="b3848a05-443b-4434-8fa5-7398ca0c03c9" providerId="ADAL" clId="{F5CD9E7B-56DC-4DDF-BDE8-9BA2668EE47B}" dt="2024-03-15T02:26:07.154" v="4" actId="165"/>
          <ac:spMkLst>
            <pc:docMk/>
            <pc:sldMk cId="3848778652" sldId="2147468630"/>
            <ac:spMk id="32" creationId="{A2BEE0EB-DC5A-68C7-1B76-FEDFD70EFA96}"/>
          </ac:spMkLst>
        </pc:spChg>
        <pc:spChg chg="mod topLvl">
          <ac:chgData name="Takeuchi, Koichiro" userId="b3848a05-443b-4434-8fa5-7398ca0c03c9" providerId="ADAL" clId="{F5CD9E7B-56DC-4DDF-BDE8-9BA2668EE47B}" dt="2024-03-15T02:26:07.154" v="4" actId="165"/>
          <ac:spMkLst>
            <pc:docMk/>
            <pc:sldMk cId="3848778652" sldId="2147468630"/>
            <ac:spMk id="34" creationId="{F6113714-305C-854E-DCDC-F80A2CECC84E}"/>
          </ac:spMkLst>
        </pc:spChg>
        <pc:spChg chg="mod topLvl">
          <ac:chgData name="Takeuchi, Koichiro" userId="b3848a05-443b-4434-8fa5-7398ca0c03c9" providerId="ADAL" clId="{F5CD9E7B-56DC-4DDF-BDE8-9BA2668EE47B}" dt="2024-03-15T02:26:07.154" v="4" actId="165"/>
          <ac:spMkLst>
            <pc:docMk/>
            <pc:sldMk cId="3848778652" sldId="2147468630"/>
            <ac:spMk id="35" creationId="{408DD777-EC59-F3CE-F4D2-C88190535BEE}"/>
          </ac:spMkLst>
        </pc:spChg>
        <pc:spChg chg="mod topLvl">
          <ac:chgData name="Takeuchi, Koichiro" userId="b3848a05-443b-4434-8fa5-7398ca0c03c9" providerId="ADAL" clId="{F5CD9E7B-56DC-4DDF-BDE8-9BA2668EE47B}" dt="2024-03-15T02:26:07.154" v="4" actId="165"/>
          <ac:spMkLst>
            <pc:docMk/>
            <pc:sldMk cId="3848778652" sldId="2147468630"/>
            <ac:spMk id="38" creationId="{562A4F25-AFB4-D6FA-46DF-D821FFAADFA9}"/>
          </ac:spMkLst>
        </pc:spChg>
        <pc:spChg chg="mod topLvl">
          <ac:chgData name="Takeuchi, Koichiro" userId="b3848a05-443b-4434-8fa5-7398ca0c03c9" providerId="ADAL" clId="{F5CD9E7B-56DC-4DDF-BDE8-9BA2668EE47B}" dt="2024-03-15T02:26:07.154" v="4" actId="165"/>
          <ac:spMkLst>
            <pc:docMk/>
            <pc:sldMk cId="3848778652" sldId="2147468630"/>
            <ac:spMk id="40" creationId="{2AEE5B67-7F7F-9FFE-2270-2E9CFA1D2C3E}"/>
          </ac:spMkLst>
        </pc:spChg>
        <pc:spChg chg="mod topLvl">
          <ac:chgData name="Takeuchi, Koichiro" userId="b3848a05-443b-4434-8fa5-7398ca0c03c9" providerId="ADAL" clId="{F5CD9E7B-56DC-4DDF-BDE8-9BA2668EE47B}" dt="2024-03-15T02:26:07.154" v="4" actId="165"/>
          <ac:spMkLst>
            <pc:docMk/>
            <pc:sldMk cId="3848778652" sldId="2147468630"/>
            <ac:spMk id="42" creationId="{F33DFBCF-E6AB-D336-14F3-4A2A55DB4355}"/>
          </ac:spMkLst>
        </pc:spChg>
        <pc:spChg chg="mod">
          <ac:chgData name="Takeuchi, Koichiro" userId="b3848a05-443b-4434-8fa5-7398ca0c03c9" providerId="ADAL" clId="{F5CD9E7B-56DC-4DDF-BDE8-9BA2668EE47B}" dt="2024-03-15T02:26:07.154" v="4" actId="165"/>
          <ac:spMkLst>
            <pc:docMk/>
            <pc:sldMk cId="3848778652" sldId="2147468630"/>
            <ac:spMk id="45" creationId="{6FC4EC5E-3B7B-D641-C367-2FD355DB32A6}"/>
          </ac:spMkLst>
        </pc:spChg>
        <pc:spChg chg="mod">
          <ac:chgData name="Takeuchi, Koichiro" userId="b3848a05-443b-4434-8fa5-7398ca0c03c9" providerId="ADAL" clId="{F5CD9E7B-56DC-4DDF-BDE8-9BA2668EE47B}" dt="2024-03-15T02:26:07.154" v="4" actId="165"/>
          <ac:spMkLst>
            <pc:docMk/>
            <pc:sldMk cId="3848778652" sldId="2147468630"/>
            <ac:spMk id="46" creationId="{088CA8FA-82EF-E1C4-2434-5563A38DC194}"/>
          </ac:spMkLst>
        </pc:spChg>
        <pc:spChg chg="mod">
          <ac:chgData name="Takeuchi, Koichiro" userId="b3848a05-443b-4434-8fa5-7398ca0c03c9" providerId="ADAL" clId="{F5CD9E7B-56DC-4DDF-BDE8-9BA2668EE47B}" dt="2024-03-15T02:26:07.154" v="4" actId="165"/>
          <ac:spMkLst>
            <pc:docMk/>
            <pc:sldMk cId="3848778652" sldId="2147468630"/>
            <ac:spMk id="47" creationId="{D4277D0E-4995-D95E-E639-9E773CFFD385}"/>
          </ac:spMkLst>
        </pc:spChg>
        <pc:spChg chg="mod">
          <ac:chgData name="Takeuchi, Koichiro" userId="b3848a05-443b-4434-8fa5-7398ca0c03c9" providerId="ADAL" clId="{F5CD9E7B-56DC-4DDF-BDE8-9BA2668EE47B}" dt="2024-03-15T02:26:07.154" v="4" actId="165"/>
          <ac:spMkLst>
            <pc:docMk/>
            <pc:sldMk cId="3848778652" sldId="2147468630"/>
            <ac:spMk id="48" creationId="{910ADB63-B7F8-4135-F726-5C9EAD3B741C}"/>
          </ac:spMkLst>
        </pc:spChg>
        <pc:grpChg chg="del">
          <ac:chgData name="Takeuchi, Koichiro" userId="b3848a05-443b-4434-8fa5-7398ca0c03c9" providerId="ADAL" clId="{F5CD9E7B-56DC-4DDF-BDE8-9BA2668EE47B}" dt="2024-03-15T02:26:07.154" v="4" actId="165"/>
          <ac:grpSpMkLst>
            <pc:docMk/>
            <pc:sldMk cId="3848778652" sldId="2147468630"/>
            <ac:grpSpMk id="31" creationId="{53D9FFCA-3223-07EE-ED22-E1AF99D62163}"/>
          </ac:grpSpMkLst>
        </pc:grpChg>
        <pc:grpChg chg="mod topLvl">
          <ac:chgData name="Takeuchi, Koichiro" userId="b3848a05-443b-4434-8fa5-7398ca0c03c9" providerId="ADAL" clId="{F5CD9E7B-56DC-4DDF-BDE8-9BA2668EE47B}" dt="2024-03-15T02:26:07.154" v="4" actId="165"/>
          <ac:grpSpMkLst>
            <pc:docMk/>
            <pc:sldMk cId="3848778652" sldId="2147468630"/>
            <ac:grpSpMk id="37" creationId="{ED4E2048-997F-8D85-E8EA-1F3EAB07E133}"/>
          </ac:grpSpMkLst>
        </pc:grpChg>
        <pc:picChg chg="mod">
          <ac:chgData name="Takeuchi, Koichiro" userId="b3848a05-443b-4434-8fa5-7398ca0c03c9" providerId="ADAL" clId="{F5CD9E7B-56DC-4DDF-BDE8-9BA2668EE47B}" dt="2024-03-15T02:26:07.154" v="4" actId="165"/>
          <ac:picMkLst>
            <pc:docMk/>
            <pc:sldMk cId="3848778652" sldId="2147468630"/>
            <ac:picMk id="43" creationId="{8A64ABB5-9A25-B171-10AC-8F6EC7993E54}"/>
          </ac:picMkLst>
        </pc:picChg>
        <pc:picChg chg="mod">
          <ac:chgData name="Takeuchi, Koichiro" userId="b3848a05-443b-4434-8fa5-7398ca0c03c9" providerId="ADAL" clId="{F5CD9E7B-56DC-4DDF-BDE8-9BA2668EE47B}" dt="2024-03-15T02:26:07.154" v="4" actId="165"/>
          <ac:picMkLst>
            <pc:docMk/>
            <pc:sldMk cId="3848778652" sldId="2147468630"/>
            <ac:picMk id="44" creationId="{3DC5AD00-53BE-D5C7-BB68-6F34BBEC84C1}"/>
          </ac:picMkLst>
        </pc:picChg>
        <pc:cxnChg chg="mod topLvl">
          <ac:chgData name="Takeuchi, Koichiro" userId="b3848a05-443b-4434-8fa5-7398ca0c03c9" providerId="ADAL" clId="{F5CD9E7B-56DC-4DDF-BDE8-9BA2668EE47B}" dt="2024-03-15T02:26:07.154" v="4" actId="165"/>
          <ac:cxnSpMkLst>
            <pc:docMk/>
            <pc:sldMk cId="3848778652" sldId="2147468630"/>
            <ac:cxnSpMk id="33" creationId="{853C4172-CE7A-C436-99EC-DD3EDFEB9B7E}"/>
          </ac:cxnSpMkLst>
        </pc:cxnChg>
        <pc:cxnChg chg="mod topLvl">
          <ac:chgData name="Takeuchi, Koichiro" userId="b3848a05-443b-4434-8fa5-7398ca0c03c9" providerId="ADAL" clId="{F5CD9E7B-56DC-4DDF-BDE8-9BA2668EE47B}" dt="2024-03-15T02:26:07.154" v="4" actId="165"/>
          <ac:cxnSpMkLst>
            <pc:docMk/>
            <pc:sldMk cId="3848778652" sldId="2147468630"/>
            <ac:cxnSpMk id="36" creationId="{4100554C-6B74-7E87-DBC7-EA442FEB3786}"/>
          </ac:cxnSpMkLst>
        </pc:cxnChg>
        <pc:cxnChg chg="mod topLvl">
          <ac:chgData name="Takeuchi, Koichiro" userId="b3848a05-443b-4434-8fa5-7398ca0c03c9" providerId="ADAL" clId="{F5CD9E7B-56DC-4DDF-BDE8-9BA2668EE47B}" dt="2024-03-15T02:26:07.154" v="4" actId="165"/>
          <ac:cxnSpMkLst>
            <pc:docMk/>
            <pc:sldMk cId="3848778652" sldId="2147468630"/>
            <ac:cxnSpMk id="39" creationId="{24A4F304-DE56-014C-8AE3-4BDA126A90A9}"/>
          </ac:cxnSpMkLst>
        </pc:cxnChg>
        <pc:cxnChg chg="mod topLvl">
          <ac:chgData name="Takeuchi, Koichiro" userId="b3848a05-443b-4434-8fa5-7398ca0c03c9" providerId="ADAL" clId="{F5CD9E7B-56DC-4DDF-BDE8-9BA2668EE47B}" dt="2024-03-15T02:26:07.154" v="4" actId="165"/>
          <ac:cxnSpMkLst>
            <pc:docMk/>
            <pc:sldMk cId="3848778652" sldId="2147468630"/>
            <ac:cxnSpMk id="41" creationId="{8163051C-ABC4-C9D6-3B1F-CA87B464EF29}"/>
          </ac:cxnSpMkLst>
        </pc:cxnChg>
      </pc:sldChg>
    </pc:docChg>
  </pc:docChgLst>
  <pc:docChgLst>
    <pc:chgData name="Takeuchi, Koichiro" userId="b3848a05-443b-4434-8fa5-7398ca0c03c9" providerId="ADAL" clId="{64811EEB-FECD-4BDF-BE98-5183312C1DA3}"/>
    <pc:docChg chg="undo custSel addSld delSld modSld sldOrd modSection">
      <pc:chgData name="Takeuchi, Koichiro" userId="b3848a05-443b-4434-8fa5-7398ca0c03c9" providerId="ADAL" clId="{64811EEB-FECD-4BDF-BE98-5183312C1DA3}" dt="2024-06-19T04:48:26.381" v="5379" actId="14100"/>
      <pc:docMkLst>
        <pc:docMk/>
      </pc:docMkLst>
      <pc:sldChg chg="modSp add del mod">
        <pc:chgData name="Takeuchi, Koichiro" userId="b3848a05-443b-4434-8fa5-7398ca0c03c9" providerId="ADAL" clId="{64811EEB-FECD-4BDF-BE98-5183312C1DA3}" dt="2024-06-19T01:16:44.899" v="100" actId="20577"/>
        <pc:sldMkLst>
          <pc:docMk/>
          <pc:sldMk cId="684610595" sldId="2147468582"/>
        </pc:sldMkLst>
        <pc:spChg chg="mod">
          <ac:chgData name="Takeuchi, Koichiro" userId="b3848a05-443b-4434-8fa5-7398ca0c03c9" providerId="ADAL" clId="{64811EEB-FECD-4BDF-BE98-5183312C1DA3}" dt="2024-06-19T01:16:44.899" v="100" actId="20577"/>
          <ac:spMkLst>
            <pc:docMk/>
            <pc:sldMk cId="684610595" sldId="2147468582"/>
            <ac:spMk id="7" creationId="{A22762E2-0815-406B-AB18-FC327E470E5A}"/>
          </ac:spMkLst>
        </pc:spChg>
      </pc:sldChg>
      <pc:sldChg chg="del">
        <pc:chgData name="Takeuchi, Koichiro" userId="b3848a05-443b-4434-8fa5-7398ca0c03c9" providerId="ADAL" clId="{64811EEB-FECD-4BDF-BE98-5183312C1DA3}" dt="2024-06-19T03:55:39.246" v="4825" actId="47"/>
        <pc:sldMkLst>
          <pc:docMk/>
          <pc:sldMk cId="3380780641" sldId="2147480792"/>
        </pc:sldMkLst>
      </pc:sldChg>
      <pc:sldChg chg="del">
        <pc:chgData name="Takeuchi, Koichiro" userId="b3848a05-443b-4434-8fa5-7398ca0c03c9" providerId="ADAL" clId="{64811EEB-FECD-4BDF-BE98-5183312C1DA3}" dt="2024-06-19T03:55:40.025" v="4826" actId="47"/>
        <pc:sldMkLst>
          <pc:docMk/>
          <pc:sldMk cId="3530669204" sldId="2147480794"/>
        </pc:sldMkLst>
      </pc:sldChg>
      <pc:sldChg chg="del">
        <pc:chgData name="Takeuchi, Koichiro" userId="b3848a05-443b-4434-8fa5-7398ca0c03c9" providerId="ADAL" clId="{64811EEB-FECD-4BDF-BE98-5183312C1DA3}" dt="2024-06-19T03:55:47.957" v="4830" actId="47"/>
        <pc:sldMkLst>
          <pc:docMk/>
          <pc:sldMk cId="1309547912" sldId="2147480797"/>
        </pc:sldMkLst>
      </pc:sldChg>
      <pc:sldChg chg="del">
        <pc:chgData name="Takeuchi, Koichiro" userId="b3848a05-443b-4434-8fa5-7398ca0c03c9" providerId="ADAL" clId="{64811EEB-FECD-4BDF-BE98-5183312C1DA3}" dt="2024-06-19T03:55:47.515" v="4829" actId="47"/>
        <pc:sldMkLst>
          <pc:docMk/>
          <pc:sldMk cId="1040805338" sldId="2147480798"/>
        </pc:sldMkLst>
      </pc:sldChg>
      <pc:sldChg chg="del">
        <pc:chgData name="Takeuchi, Koichiro" userId="b3848a05-443b-4434-8fa5-7398ca0c03c9" providerId="ADAL" clId="{64811EEB-FECD-4BDF-BE98-5183312C1DA3}" dt="2024-06-19T03:55:47.032" v="4828" actId="47"/>
        <pc:sldMkLst>
          <pc:docMk/>
          <pc:sldMk cId="831026738" sldId="2147480799"/>
        </pc:sldMkLst>
      </pc:sldChg>
      <pc:sldChg chg="del">
        <pc:chgData name="Takeuchi, Koichiro" userId="b3848a05-443b-4434-8fa5-7398ca0c03c9" providerId="ADAL" clId="{64811EEB-FECD-4BDF-BE98-5183312C1DA3}" dt="2024-06-19T03:55:49.274" v="4832" actId="47"/>
        <pc:sldMkLst>
          <pc:docMk/>
          <pc:sldMk cId="2451936986" sldId="2147480803"/>
        </pc:sldMkLst>
      </pc:sldChg>
      <pc:sldChg chg="del">
        <pc:chgData name="Takeuchi, Koichiro" userId="b3848a05-443b-4434-8fa5-7398ca0c03c9" providerId="ADAL" clId="{64811EEB-FECD-4BDF-BE98-5183312C1DA3}" dt="2024-06-19T03:55:48.720" v="4831" actId="47"/>
        <pc:sldMkLst>
          <pc:docMk/>
          <pc:sldMk cId="2113185304" sldId="2147480804"/>
        </pc:sldMkLst>
      </pc:sldChg>
      <pc:sldChg chg="addSp modSp mod">
        <pc:chgData name="Takeuchi, Koichiro" userId="b3848a05-443b-4434-8fa5-7398ca0c03c9" providerId="ADAL" clId="{64811EEB-FECD-4BDF-BE98-5183312C1DA3}" dt="2024-06-19T04:48:26.381" v="5379" actId="14100"/>
        <pc:sldMkLst>
          <pc:docMk/>
          <pc:sldMk cId="1771412347" sldId="2147480805"/>
        </pc:sldMkLst>
        <pc:spChg chg="mod">
          <ac:chgData name="Takeuchi, Koichiro" userId="b3848a05-443b-4434-8fa5-7398ca0c03c9" providerId="ADAL" clId="{64811EEB-FECD-4BDF-BE98-5183312C1DA3}" dt="2024-06-19T04:31:28.011" v="4928" actId="20577"/>
          <ac:spMkLst>
            <pc:docMk/>
            <pc:sldMk cId="1771412347" sldId="2147480805"/>
            <ac:spMk id="63" creationId="{9D66B40B-A76A-5F66-79FE-B57537A8129A}"/>
          </ac:spMkLst>
        </pc:spChg>
        <pc:spChg chg="mod">
          <ac:chgData name="Takeuchi, Koichiro" userId="b3848a05-443b-4434-8fa5-7398ca0c03c9" providerId="ADAL" clId="{64811EEB-FECD-4BDF-BE98-5183312C1DA3}" dt="2024-06-19T04:30:25.971" v="4896" actId="1076"/>
          <ac:spMkLst>
            <pc:docMk/>
            <pc:sldMk cId="1771412347" sldId="2147480805"/>
            <ac:spMk id="148" creationId="{457A1190-581B-F5F5-E403-4B850F56603C}"/>
          </ac:spMkLst>
        </pc:spChg>
        <pc:spChg chg="mod">
          <ac:chgData name="Takeuchi, Koichiro" userId="b3848a05-443b-4434-8fa5-7398ca0c03c9" providerId="ADAL" clId="{64811EEB-FECD-4BDF-BE98-5183312C1DA3}" dt="2024-06-19T04:48:26.381" v="5379" actId="14100"/>
          <ac:spMkLst>
            <pc:docMk/>
            <pc:sldMk cId="1771412347" sldId="2147480805"/>
            <ac:spMk id="158" creationId="{C14223D6-06D2-9FAE-2B61-E3B943BB4DBF}"/>
          </ac:spMkLst>
        </pc:spChg>
        <pc:picChg chg="add mod">
          <ac:chgData name="Takeuchi, Koichiro" userId="b3848a05-443b-4434-8fa5-7398ca0c03c9" providerId="ADAL" clId="{64811EEB-FECD-4BDF-BE98-5183312C1DA3}" dt="2024-06-19T04:22:13.318" v="4895" actId="1076"/>
          <ac:picMkLst>
            <pc:docMk/>
            <pc:sldMk cId="1771412347" sldId="2147480805"/>
            <ac:picMk id="7" creationId="{F6D8238A-B17E-2990-3230-9137799843F7}"/>
          </ac:picMkLst>
        </pc:picChg>
      </pc:sldChg>
      <pc:sldChg chg="modSp mod">
        <pc:chgData name="Takeuchi, Koichiro" userId="b3848a05-443b-4434-8fa5-7398ca0c03c9" providerId="ADAL" clId="{64811EEB-FECD-4BDF-BE98-5183312C1DA3}" dt="2024-06-19T04:39:24.838" v="5131" actId="20577"/>
        <pc:sldMkLst>
          <pc:docMk/>
          <pc:sldMk cId="3640196775" sldId="2147480807"/>
        </pc:sldMkLst>
        <pc:spChg chg="mod">
          <ac:chgData name="Takeuchi, Koichiro" userId="b3848a05-443b-4434-8fa5-7398ca0c03c9" providerId="ADAL" clId="{64811EEB-FECD-4BDF-BE98-5183312C1DA3}" dt="2024-06-19T04:39:24.838" v="5131" actId="20577"/>
          <ac:spMkLst>
            <pc:docMk/>
            <pc:sldMk cId="3640196775" sldId="2147480807"/>
            <ac:spMk id="158" creationId="{C14223D6-06D2-9FAE-2B61-E3B943BB4DBF}"/>
          </ac:spMkLst>
        </pc:spChg>
      </pc:sldChg>
      <pc:sldChg chg="del">
        <pc:chgData name="Takeuchi, Koichiro" userId="b3848a05-443b-4434-8fa5-7398ca0c03c9" providerId="ADAL" clId="{64811EEB-FECD-4BDF-BE98-5183312C1DA3}" dt="2024-06-19T03:55:46.133" v="4827" actId="47"/>
        <pc:sldMkLst>
          <pc:docMk/>
          <pc:sldMk cId="62534915" sldId="2147480808"/>
        </pc:sldMkLst>
      </pc:sldChg>
      <pc:sldChg chg="addSp delSp modSp new mod ord">
        <pc:chgData name="Takeuchi, Koichiro" userId="b3848a05-443b-4434-8fa5-7398ca0c03c9" providerId="ADAL" clId="{64811EEB-FECD-4BDF-BE98-5183312C1DA3}" dt="2024-06-19T04:07:36.220" v="4885" actId="20577"/>
        <pc:sldMkLst>
          <pc:docMk/>
          <pc:sldMk cId="323859429" sldId="2147480809"/>
        </pc:sldMkLst>
        <pc:spChg chg="mod">
          <ac:chgData name="Takeuchi, Koichiro" userId="b3848a05-443b-4434-8fa5-7398ca0c03c9" providerId="ADAL" clId="{64811EEB-FECD-4BDF-BE98-5183312C1DA3}" dt="2024-06-19T03:27:15.737" v="3839" actId="20577"/>
          <ac:spMkLst>
            <pc:docMk/>
            <pc:sldMk cId="323859429" sldId="2147480809"/>
            <ac:spMk id="2" creationId="{B2CA3B19-52FA-1D26-5F96-0D8707A7B4A4}"/>
          </ac:spMkLst>
        </pc:spChg>
        <pc:spChg chg="del">
          <ac:chgData name="Takeuchi, Koichiro" userId="b3848a05-443b-4434-8fa5-7398ca0c03c9" providerId="ADAL" clId="{64811EEB-FECD-4BDF-BE98-5183312C1DA3}" dt="2024-06-19T01:17:59.180" v="143" actId="478"/>
          <ac:spMkLst>
            <pc:docMk/>
            <pc:sldMk cId="323859429" sldId="2147480809"/>
            <ac:spMk id="3" creationId="{7452B780-CA24-B881-D379-D2433FF30B65}"/>
          </ac:spMkLst>
        </pc:spChg>
        <pc:spChg chg="add mod">
          <ac:chgData name="Takeuchi, Koichiro" userId="b3848a05-443b-4434-8fa5-7398ca0c03c9" providerId="ADAL" clId="{64811EEB-FECD-4BDF-BE98-5183312C1DA3}" dt="2024-06-19T03:12:09.175" v="3399" actId="1035"/>
          <ac:spMkLst>
            <pc:docMk/>
            <pc:sldMk cId="323859429" sldId="2147480809"/>
            <ac:spMk id="7" creationId="{922828E7-750B-A7B6-D196-FE8A1106513F}"/>
          </ac:spMkLst>
        </pc:spChg>
        <pc:spChg chg="add mod">
          <ac:chgData name="Takeuchi, Koichiro" userId="b3848a05-443b-4434-8fa5-7398ca0c03c9" providerId="ADAL" clId="{64811EEB-FECD-4BDF-BE98-5183312C1DA3}" dt="2024-06-19T02:53:30.980" v="1239" actId="20577"/>
          <ac:spMkLst>
            <pc:docMk/>
            <pc:sldMk cId="323859429" sldId="2147480809"/>
            <ac:spMk id="8" creationId="{3211E286-9CA2-4B1C-C0C0-D5C29F350A00}"/>
          </ac:spMkLst>
        </pc:spChg>
        <pc:spChg chg="add del mod">
          <ac:chgData name="Takeuchi, Koichiro" userId="b3848a05-443b-4434-8fa5-7398ca0c03c9" providerId="ADAL" clId="{64811EEB-FECD-4BDF-BE98-5183312C1DA3}" dt="2024-06-19T02:53:34.309" v="1240" actId="478"/>
          <ac:spMkLst>
            <pc:docMk/>
            <pc:sldMk cId="323859429" sldId="2147480809"/>
            <ac:spMk id="10" creationId="{8B3A6833-894E-C704-B930-4DF320CF8ED1}"/>
          </ac:spMkLst>
        </pc:spChg>
        <pc:spChg chg="add del mod">
          <ac:chgData name="Takeuchi, Koichiro" userId="b3848a05-443b-4434-8fa5-7398ca0c03c9" providerId="ADAL" clId="{64811EEB-FECD-4BDF-BE98-5183312C1DA3}" dt="2024-06-19T03:13:53.479" v="3501" actId="12788"/>
          <ac:spMkLst>
            <pc:docMk/>
            <pc:sldMk cId="323859429" sldId="2147480809"/>
            <ac:spMk id="11" creationId="{717EA1C2-564A-F53F-F442-2C714F464DA1}"/>
          </ac:spMkLst>
        </pc:spChg>
        <pc:spChg chg="add mod">
          <ac:chgData name="Takeuchi, Koichiro" userId="b3848a05-443b-4434-8fa5-7398ca0c03c9" providerId="ADAL" clId="{64811EEB-FECD-4BDF-BE98-5183312C1DA3}" dt="2024-06-19T04:07:36.220" v="4885" actId="20577"/>
          <ac:spMkLst>
            <pc:docMk/>
            <pc:sldMk cId="323859429" sldId="2147480809"/>
            <ac:spMk id="13" creationId="{7EA7777E-2F8C-7EAF-00B8-6D8931F3EE7D}"/>
          </ac:spMkLst>
        </pc:spChg>
        <pc:spChg chg="add mod">
          <ac:chgData name="Takeuchi, Koichiro" userId="b3848a05-443b-4434-8fa5-7398ca0c03c9" providerId="ADAL" clId="{64811EEB-FECD-4BDF-BE98-5183312C1DA3}" dt="2024-06-19T03:13:54.078" v="3502" actId="465"/>
          <ac:spMkLst>
            <pc:docMk/>
            <pc:sldMk cId="323859429" sldId="2147480809"/>
            <ac:spMk id="14" creationId="{BC179422-69D3-E378-7B3D-89D3749F8B79}"/>
          </ac:spMkLst>
        </pc:spChg>
        <pc:picChg chg="add del mod">
          <ac:chgData name="Takeuchi, Koichiro" userId="b3848a05-443b-4434-8fa5-7398ca0c03c9" providerId="ADAL" clId="{64811EEB-FECD-4BDF-BE98-5183312C1DA3}" dt="2024-06-19T03:05:02.848" v="2494" actId="478"/>
          <ac:picMkLst>
            <pc:docMk/>
            <pc:sldMk cId="323859429" sldId="2147480809"/>
            <ac:picMk id="9" creationId="{F32EE284-BB1B-0346-1C3F-E819BDE79099}"/>
          </ac:picMkLst>
        </pc:picChg>
        <pc:picChg chg="add del mod">
          <ac:chgData name="Takeuchi, Koichiro" userId="b3848a05-443b-4434-8fa5-7398ca0c03c9" providerId="ADAL" clId="{64811EEB-FECD-4BDF-BE98-5183312C1DA3}" dt="2024-06-19T03:05:02.848" v="2494" actId="478"/>
          <ac:picMkLst>
            <pc:docMk/>
            <pc:sldMk cId="323859429" sldId="2147480809"/>
            <ac:picMk id="12" creationId="{EBF4CD3C-A5C0-3DF9-5EF9-798CE6BF27E3}"/>
          </ac:picMkLst>
        </pc:picChg>
      </pc:sldChg>
      <pc:sldChg chg="addSp delSp modSp new mod ord">
        <pc:chgData name="Takeuchi, Koichiro" userId="b3848a05-443b-4434-8fa5-7398ca0c03c9" providerId="ADAL" clId="{64811EEB-FECD-4BDF-BE98-5183312C1DA3}" dt="2024-06-19T03:18:07.054" v="3770" actId="948"/>
        <pc:sldMkLst>
          <pc:docMk/>
          <pc:sldMk cId="1710641726" sldId="2147480810"/>
        </pc:sldMkLst>
        <pc:spChg chg="mod">
          <ac:chgData name="Takeuchi, Koichiro" userId="b3848a05-443b-4434-8fa5-7398ca0c03c9" providerId="ADAL" clId="{64811EEB-FECD-4BDF-BE98-5183312C1DA3}" dt="2024-06-19T03:14:37.531" v="3505" actId="255"/>
          <ac:spMkLst>
            <pc:docMk/>
            <pc:sldMk cId="1710641726" sldId="2147480810"/>
            <ac:spMk id="2" creationId="{69845134-1BEF-E7BD-582B-C980990C72D5}"/>
          </ac:spMkLst>
        </pc:spChg>
        <pc:spChg chg="del">
          <ac:chgData name="Takeuchi, Koichiro" userId="b3848a05-443b-4434-8fa5-7398ca0c03c9" providerId="ADAL" clId="{64811EEB-FECD-4BDF-BE98-5183312C1DA3}" dt="2024-06-19T03:14:40.067" v="3506" actId="478"/>
          <ac:spMkLst>
            <pc:docMk/>
            <pc:sldMk cId="1710641726" sldId="2147480810"/>
            <ac:spMk id="3" creationId="{3247B6DD-3AD2-3AE0-1C78-303B21D0EB22}"/>
          </ac:spMkLst>
        </pc:spChg>
        <pc:spChg chg="del">
          <ac:chgData name="Takeuchi, Koichiro" userId="b3848a05-443b-4434-8fa5-7398ca0c03c9" providerId="ADAL" clId="{64811EEB-FECD-4BDF-BE98-5183312C1DA3}" dt="2024-06-19T03:14:43.481" v="3507" actId="478"/>
          <ac:spMkLst>
            <pc:docMk/>
            <pc:sldMk cId="1710641726" sldId="2147480810"/>
            <ac:spMk id="4" creationId="{BA6B718B-644A-C73E-5683-F9A188D574B1}"/>
          </ac:spMkLst>
        </pc:spChg>
        <pc:spChg chg="add mod">
          <ac:chgData name="Takeuchi, Koichiro" userId="b3848a05-443b-4434-8fa5-7398ca0c03c9" providerId="ADAL" clId="{64811EEB-FECD-4BDF-BE98-5183312C1DA3}" dt="2024-06-19T03:18:07.054" v="3770" actId="948"/>
          <ac:spMkLst>
            <pc:docMk/>
            <pc:sldMk cId="1710641726" sldId="2147480810"/>
            <ac:spMk id="7" creationId="{4C331423-D31E-54C6-B603-3A2DCE7DE991}"/>
          </ac:spMkLst>
        </pc:spChg>
        <pc:spChg chg="add del mod">
          <ac:chgData name="Takeuchi, Koichiro" userId="b3848a05-443b-4434-8fa5-7398ca0c03c9" providerId="ADAL" clId="{64811EEB-FECD-4BDF-BE98-5183312C1DA3}" dt="2024-06-19T03:17:55.354" v="3768" actId="478"/>
          <ac:spMkLst>
            <pc:docMk/>
            <pc:sldMk cId="1710641726" sldId="2147480810"/>
            <ac:spMk id="8" creationId="{3CA33D6C-8EC5-6424-19FC-5F2D25592278}"/>
          </ac:spMkLst>
        </pc:spChg>
      </pc:sldChg>
      <pc:sldChg chg="addSp modSp add mod">
        <pc:chgData name="Takeuchi, Koichiro" userId="b3848a05-443b-4434-8fa5-7398ca0c03c9" providerId="ADAL" clId="{64811EEB-FECD-4BDF-BE98-5183312C1DA3}" dt="2024-06-19T03:18:44.194" v="3793" actId="167"/>
        <pc:sldMkLst>
          <pc:docMk/>
          <pc:sldMk cId="197750219" sldId="2147480811"/>
        </pc:sldMkLst>
        <pc:spChg chg="add mod ord">
          <ac:chgData name="Takeuchi, Koichiro" userId="b3848a05-443b-4434-8fa5-7398ca0c03c9" providerId="ADAL" clId="{64811EEB-FECD-4BDF-BE98-5183312C1DA3}" dt="2024-06-19T03:18:44.194" v="3793" actId="167"/>
          <ac:spMkLst>
            <pc:docMk/>
            <pc:sldMk cId="197750219" sldId="2147480811"/>
            <ac:spMk id="3" creationId="{B5E6072F-7729-76F7-2DA0-373762A10571}"/>
          </ac:spMkLst>
        </pc:spChg>
      </pc:sldChg>
      <pc:sldChg chg="modSp add mod">
        <pc:chgData name="Takeuchi, Koichiro" userId="b3848a05-443b-4434-8fa5-7398ca0c03c9" providerId="ADAL" clId="{64811EEB-FECD-4BDF-BE98-5183312C1DA3}" dt="2024-06-19T03:18:52.492" v="3822" actId="1035"/>
        <pc:sldMkLst>
          <pc:docMk/>
          <pc:sldMk cId="3372364919" sldId="2147480812"/>
        </pc:sldMkLst>
        <pc:spChg chg="mod">
          <ac:chgData name="Takeuchi, Koichiro" userId="b3848a05-443b-4434-8fa5-7398ca0c03c9" providerId="ADAL" clId="{64811EEB-FECD-4BDF-BE98-5183312C1DA3}" dt="2024-06-19T03:18:52.492" v="3822" actId="1035"/>
          <ac:spMkLst>
            <pc:docMk/>
            <pc:sldMk cId="3372364919" sldId="2147480812"/>
            <ac:spMk id="3" creationId="{B5E6072F-7729-76F7-2DA0-373762A10571}"/>
          </ac:spMkLst>
        </pc:spChg>
      </pc:sldChg>
      <pc:sldChg chg="addSp delSp modSp new mod">
        <pc:chgData name="Takeuchi, Koichiro" userId="b3848a05-443b-4434-8fa5-7398ca0c03c9" providerId="ADAL" clId="{64811EEB-FECD-4BDF-BE98-5183312C1DA3}" dt="2024-06-19T04:11:51.516" v="4891" actId="20577"/>
        <pc:sldMkLst>
          <pc:docMk/>
          <pc:sldMk cId="603918991" sldId="2147480813"/>
        </pc:sldMkLst>
        <pc:spChg chg="mod">
          <ac:chgData name="Takeuchi, Koichiro" userId="b3848a05-443b-4434-8fa5-7398ca0c03c9" providerId="ADAL" clId="{64811EEB-FECD-4BDF-BE98-5183312C1DA3}" dt="2024-06-19T03:27:49.002" v="3923" actId="404"/>
          <ac:spMkLst>
            <pc:docMk/>
            <pc:sldMk cId="603918991" sldId="2147480813"/>
            <ac:spMk id="2" creationId="{D566DF74-F91C-E3AD-3033-FA8C84018AEA}"/>
          </ac:spMkLst>
        </pc:spChg>
        <pc:spChg chg="del">
          <ac:chgData name="Takeuchi, Koichiro" userId="b3848a05-443b-4434-8fa5-7398ca0c03c9" providerId="ADAL" clId="{64811EEB-FECD-4BDF-BE98-5183312C1DA3}" dt="2024-06-19T03:50:15.441" v="4303" actId="478"/>
          <ac:spMkLst>
            <pc:docMk/>
            <pc:sldMk cId="603918991" sldId="2147480813"/>
            <ac:spMk id="3" creationId="{2FB22BFC-0110-4764-413C-271831A7521A}"/>
          </ac:spMkLst>
        </pc:spChg>
        <pc:spChg chg="mod">
          <ac:chgData name="Takeuchi, Koichiro" userId="b3848a05-443b-4434-8fa5-7398ca0c03c9" providerId="ADAL" clId="{64811EEB-FECD-4BDF-BE98-5183312C1DA3}" dt="2024-06-19T03:27:34.269" v="3901" actId="403"/>
          <ac:spMkLst>
            <pc:docMk/>
            <pc:sldMk cId="603918991" sldId="2147480813"/>
            <ac:spMk id="4" creationId="{0D3131DD-5AA2-1A2A-8275-356B3885BCF3}"/>
          </ac:spMkLst>
        </pc:spChg>
        <pc:spChg chg="mod">
          <ac:chgData name="Takeuchi, Koichiro" userId="b3848a05-443b-4434-8fa5-7398ca0c03c9" providerId="ADAL" clId="{64811EEB-FECD-4BDF-BE98-5183312C1DA3}" dt="2024-06-19T03:26:52.484" v="3828" actId="1076"/>
          <ac:spMkLst>
            <pc:docMk/>
            <pc:sldMk cId="603918991" sldId="2147480813"/>
            <ac:spMk id="18" creationId="{61E1006C-906B-01E9-665E-2C4DE72B58EE}"/>
          </ac:spMkLst>
        </pc:spChg>
        <pc:spChg chg="add mod">
          <ac:chgData name="Takeuchi, Koichiro" userId="b3848a05-443b-4434-8fa5-7398ca0c03c9" providerId="ADAL" clId="{64811EEB-FECD-4BDF-BE98-5183312C1DA3}" dt="2024-06-19T03:58:49.764" v="4835" actId="255"/>
          <ac:spMkLst>
            <pc:docMk/>
            <pc:sldMk cId="603918991" sldId="2147480813"/>
            <ac:spMk id="24" creationId="{ADAF15AC-EBE9-24C5-433D-E3465263AE3F}"/>
          </ac:spMkLst>
        </pc:spChg>
        <pc:spChg chg="mod">
          <ac:chgData name="Takeuchi, Koichiro" userId="b3848a05-443b-4434-8fa5-7398ca0c03c9" providerId="ADAL" clId="{64811EEB-FECD-4BDF-BE98-5183312C1DA3}" dt="2024-06-19T03:55:22.810" v="4823" actId="1036"/>
          <ac:spMkLst>
            <pc:docMk/>
            <pc:sldMk cId="603918991" sldId="2147480813"/>
            <ac:spMk id="36" creationId="{13D1D37D-51DD-51AE-BE9B-A370058BE132}"/>
          </ac:spMkLst>
        </pc:spChg>
        <pc:spChg chg="add mod topLvl">
          <ac:chgData name="Takeuchi, Koichiro" userId="b3848a05-443b-4434-8fa5-7398ca0c03c9" providerId="ADAL" clId="{64811EEB-FECD-4BDF-BE98-5183312C1DA3}" dt="2024-06-19T03:55:22.810" v="4823" actId="1036"/>
          <ac:spMkLst>
            <pc:docMk/>
            <pc:sldMk cId="603918991" sldId="2147480813"/>
            <ac:spMk id="42" creationId="{F4770237-27C6-C01B-C899-E5F9EDB19C54}"/>
          </ac:spMkLst>
        </pc:spChg>
        <pc:spChg chg="add mod topLvl">
          <ac:chgData name="Takeuchi, Koichiro" userId="b3848a05-443b-4434-8fa5-7398ca0c03c9" providerId="ADAL" clId="{64811EEB-FECD-4BDF-BE98-5183312C1DA3}" dt="2024-06-19T03:55:22.810" v="4823" actId="1036"/>
          <ac:spMkLst>
            <pc:docMk/>
            <pc:sldMk cId="603918991" sldId="2147480813"/>
            <ac:spMk id="43" creationId="{CBFA6256-7B79-851E-41F7-4857B3115DE7}"/>
          </ac:spMkLst>
        </pc:spChg>
        <pc:spChg chg="add mod topLvl">
          <ac:chgData name="Takeuchi, Koichiro" userId="b3848a05-443b-4434-8fa5-7398ca0c03c9" providerId="ADAL" clId="{64811EEB-FECD-4BDF-BE98-5183312C1DA3}" dt="2024-06-19T03:55:22.810" v="4823" actId="1036"/>
          <ac:spMkLst>
            <pc:docMk/>
            <pc:sldMk cId="603918991" sldId="2147480813"/>
            <ac:spMk id="44" creationId="{2CB06A8A-FD0B-15FA-5C46-40CB21D87253}"/>
          </ac:spMkLst>
        </pc:spChg>
        <pc:spChg chg="add mod topLvl">
          <ac:chgData name="Takeuchi, Koichiro" userId="b3848a05-443b-4434-8fa5-7398ca0c03c9" providerId="ADAL" clId="{64811EEB-FECD-4BDF-BE98-5183312C1DA3}" dt="2024-06-19T03:55:22.810" v="4823" actId="1036"/>
          <ac:spMkLst>
            <pc:docMk/>
            <pc:sldMk cId="603918991" sldId="2147480813"/>
            <ac:spMk id="45" creationId="{C9F07628-8877-1750-ACD2-1DD4A2EACB94}"/>
          </ac:spMkLst>
        </pc:spChg>
        <pc:spChg chg="add mod topLvl">
          <ac:chgData name="Takeuchi, Koichiro" userId="b3848a05-443b-4434-8fa5-7398ca0c03c9" providerId="ADAL" clId="{64811EEB-FECD-4BDF-BE98-5183312C1DA3}" dt="2024-06-19T03:55:22.810" v="4823" actId="1036"/>
          <ac:spMkLst>
            <pc:docMk/>
            <pc:sldMk cId="603918991" sldId="2147480813"/>
            <ac:spMk id="46" creationId="{A532D8F9-2E9E-F128-FD15-CFD046A92042}"/>
          </ac:spMkLst>
        </pc:spChg>
        <pc:spChg chg="add mod">
          <ac:chgData name="Takeuchi, Koichiro" userId="b3848a05-443b-4434-8fa5-7398ca0c03c9" providerId="ADAL" clId="{64811EEB-FECD-4BDF-BE98-5183312C1DA3}" dt="2024-06-19T03:55:22.810" v="4823" actId="1036"/>
          <ac:spMkLst>
            <pc:docMk/>
            <pc:sldMk cId="603918991" sldId="2147480813"/>
            <ac:spMk id="49" creationId="{7023E234-3780-119C-B278-254BFC6855FC}"/>
          </ac:spMkLst>
        </pc:spChg>
        <pc:spChg chg="add mod">
          <ac:chgData name="Takeuchi, Koichiro" userId="b3848a05-443b-4434-8fa5-7398ca0c03c9" providerId="ADAL" clId="{64811EEB-FECD-4BDF-BE98-5183312C1DA3}" dt="2024-06-19T03:59:21.108" v="4874" actId="20577"/>
          <ac:spMkLst>
            <pc:docMk/>
            <pc:sldMk cId="603918991" sldId="2147480813"/>
            <ac:spMk id="50" creationId="{2E5822A6-3B86-D0FE-98F9-98326E0326CC}"/>
          </ac:spMkLst>
        </pc:spChg>
        <pc:spChg chg="add mod">
          <ac:chgData name="Takeuchi, Koichiro" userId="b3848a05-443b-4434-8fa5-7398ca0c03c9" providerId="ADAL" clId="{64811EEB-FECD-4BDF-BE98-5183312C1DA3}" dt="2024-06-19T04:11:51.516" v="4891" actId="20577"/>
          <ac:spMkLst>
            <pc:docMk/>
            <pc:sldMk cId="603918991" sldId="2147480813"/>
            <ac:spMk id="51" creationId="{14ADC41C-8E41-246B-B4CE-E311E9A7C3DF}"/>
          </ac:spMkLst>
        </pc:spChg>
        <pc:spChg chg="add mod">
          <ac:chgData name="Takeuchi, Koichiro" userId="b3848a05-443b-4434-8fa5-7398ca0c03c9" providerId="ADAL" clId="{64811EEB-FECD-4BDF-BE98-5183312C1DA3}" dt="2024-06-19T03:55:05.854" v="4806" actId="164"/>
          <ac:spMkLst>
            <pc:docMk/>
            <pc:sldMk cId="603918991" sldId="2147480813"/>
            <ac:spMk id="52" creationId="{41E3C458-D60C-5A4E-A9A5-5E4EA3D63DEA}"/>
          </ac:spMkLst>
        </pc:spChg>
        <pc:spChg chg="add mod">
          <ac:chgData name="Takeuchi, Koichiro" userId="b3848a05-443b-4434-8fa5-7398ca0c03c9" providerId="ADAL" clId="{64811EEB-FECD-4BDF-BE98-5183312C1DA3}" dt="2024-06-19T03:55:05.854" v="4806" actId="164"/>
          <ac:spMkLst>
            <pc:docMk/>
            <pc:sldMk cId="603918991" sldId="2147480813"/>
            <ac:spMk id="53" creationId="{7D599E3B-749D-646A-06A6-E70BA472972E}"/>
          </ac:spMkLst>
        </pc:spChg>
        <pc:grpChg chg="add del mod">
          <ac:chgData name="Takeuchi, Koichiro" userId="b3848a05-443b-4434-8fa5-7398ca0c03c9" providerId="ADAL" clId="{64811EEB-FECD-4BDF-BE98-5183312C1DA3}" dt="2024-06-19T03:48:14.584" v="4238" actId="478"/>
          <ac:grpSpMkLst>
            <pc:docMk/>
            <pc:sldMk cId="603918991" sldId="2147480813"/>
            <ac:grpSpMk id="7" creationId="{F35B536A-DBA1-D379-1EAA-68EF0861DF5C}"/>
          </ac:grpSpMkLst>
        </pc:grpChg>
        <pc:grpChg chg="add mod">
          <ac:chgData name="Takeuchi, Koichiro" userId="b3848a05-443b-4434-8fa5-7398ca0c03c9" providerId="ADAL" clId="{64811EEB-FECD-4BDF-BE98-5183312C1DA3}" dt="2024-06-19T03:55:22.810" v="4823" actId="1036"/>
          <ac:grpSpMkLst>
            <pc:docMk/>
            <pc:sldMk cId="603918991" sldId="2147480813"/>
            <ac:grpSpMk id="25" creationId="{DA41DB31-8308-FC49-B48B-2E8A4F643967}"/>
          </ac:grpSpMkLst>
        </pc:grpChg>
        <pc:grpChg chg="add mod topLvl">
          <ac:chgData name="Takeuchi, Koichiro" userId="b3848a05-443b-4434-8fa5-7398ca0c03c9" providerId="ADAL" clId="{64811EEB-FECD-4BDF-BE98-5183312C1DA3}" dt="2024-06-19T03:55:22.810" v="4823" actId="1036"/>
          <ac:grpSpMkLst>
            <pc:docMk/>
            <pc:sldMk cId="603918991" sldId="2147480813"/>
            <ac:grpSpMk id="41" creationId="{D5AA1906-2141-69E8-DCA8-6BB9E92072F8}"/>
          </ac:grpSpMkLst>
        </pc:grpChg>
        <pc:grpChg chg="add del mod">
          <ac:chgData name="Takeuchi, Koichiro" userId="b3848a05-443b-4434-8fa5-7398ca0c03c9" providerId="ADAL" clId="{64811EEB-FECD-4BDF-BE98-5183312C1DA3}" dt="2024-06-19T03:48:25.173" v="4253" actId="165"/>
          <ac:grpSpMkLst>
            <pc:docMk/>
            <pc:sldMk cId="603918991" sldId="2147480813"/>
            <ac:grpSpMk id="47" creationId="{63076BEC-1BD8-B0EE-D170-7096BEEF4BE7}"/>
          </ac:grpSpMkLst>
        </pc:grpChg>
        <pc:grpChg chg="add del mod">
          <ac:chgData name="Takeuchi, Koichiro" userId="b3848a05-443b-4434-8fa5-7398ca0c03c9" providerId="ADAL" clId="{64811EEB-FECD-4BDF-BE98-5183312C1DA3}" dt="2024-06-19T03:49:26.095" v="4279" actId="165"/>
          <ac:grpSpMkLst>
            <pc:docMk/>
            <pc:sldMk cId="603918991" sldId="2147480813"/>
            <ac:grpSpMk id="48" creationId="{18B8CABA-9E69-D3F9-713F-EFDEEFAA463F}"/>
          </ac:grpSpMkLst>
        </pc:grpChg>
        <pc:grpChg chg="add mod">
          <ac:chgData name="Takeuchi, Koichiro" userId="b3848a05-443b-4434-8fa5-7398ca0c03c9" providerId="ADAL" clId="{64811EEB-FECD-4BDF-BE98-5183312C1DA3}" dt="2024-06-19T03:55:07.092" v="4807" actId="12788"/>
          <ac:grpSpMkLst>
            <pc:docMk/>
            <pc:sldMk cId="603918991" sldId="2147480813"/>
            <ac:grpSpMk id="54" creationId="{96F58666-49FF-4B79-C29E-691155DBD956}"/>
          </ac:grpSpMkLst>
        </pc:grpChg>
        <pc:picChg chg="mod">
          <ac:chgData name="Takeuchi, Koichiro" userId="b3848a05-443b-4434-8fa5-7398ca0c03c9" providerId="ADAL" clId="{64811EEB-FECD-4BDF-BE98-5183312C1DA3}" dt="2024-06-19T03:26:52.484" v="3828" actId="1076"/>
          <ac:picMkLst>
            <pc:docMk/>
            <pc:sldMk cId="603918991" sldId="2147480813"/>
            <ac:picMk id="8" creationId="{82190D06-2096-438A-3C39-B9B1E227A897}"/>
          </ac:picMkLst>
        </pc:picChg>
        <pc:picChg chg="mod">
          <ac:chgData name="Takeuchi, Koichiro" userId="b3848a05-443b-4434-8fa5-7398ca0c03c9" providerId="ADAL" clId="{64811EEB-FECD-4BDF-BE98-5183312C1DA3}" dt="2024-06-19T03:26:52.484" v="3828" actId="1076"/>
          <ac:picMkLst>
            <pc:docMk/>
            <pc:sldMk cId="603918991" sldId="2147480813"/>
            <ac:picMk id="9" creationId="{43C0C09C-7781-D47D-6048-4DA373CB7151}"/>
          </ac:picMkLst>
        </pc:picChg>
        <pc:picChg chg="mod">
          <ac:chgData name="Takeuchi, Koichiro" userId="b3848a05-443b-4434-8fa5-7398ca0c03c9" providerId="ADAL" clId="{64811EEB-FECD-4BDF-BE98-5183312C1DA3}" dt="2024-06-19T03:26:52.484" v="3828" actId="1076"/>
          <ac:picMkLst>
            <pc:docMk/>
            <pc:sldMk cId="603918991" sldId="2147480813"/>
            <ac:picMk id="10" creationId="{51B288F7-0F2B-5E86-2866-1345999F15FC}"/>
          </ac:picMkLst>
        </pc:picChg>
        <pc:picChg chg="mod">
          <ac:chgData name="Takeuchi, Koichiro" userId="b3848a05-443b-4434-8fa5-7398ca0c03c9" providerId="ADAL" clId="{64811EEB-FECD-4BDF-BE98-5183312C1DA3}" dt="2024-06-19T03:26:52.484" v="3828" actId="1076"/>
          <ac:picMkLst>
            <pc:docMk/>
            <pc:sldMk cId="603918991" sldId="2147480813"/>
            <ac:picMk id="11" creationId="{400B2E85-E2DC-F675-EF66-4B80579773E4}"/>
          </ac:picMkLst>
        </pc:picChg>
        <pc:picChg chg="mod">
          <ac:chgData name="Takeuchi, Koichiro" userId="b3848a05-443b-4434-8fa5-7398ca0c03c9" providerId="ADAL" clId="{64811EEB-FECD-4BDF-BE98-5183312C1DA3}" dt="2024-06-19T03:26:52.484" v="3828" actId="1076"/>
          <ac:picMkLst>
            <pc:docMk/>
            <pc:sldMk cId="603918991" sldId="2147480813"/>
            <ac:picMk id="12" creationId="{69A7E9AE-4A53-BF6C-1DEE-BFED85C1F29F}"/>
          </ac:picMkLst>
        </pc:picChg>
        <pc:picChg chg="mod">
          <ac:chgData name="Takeuchi, Koichiro" userId="b3848a05-443b-4434-8fa5-7398ca0c03c9" providerId="ADAL" clId="{64811EEB-FECD-4BDF-BE98-5183312C1DA3}" dt="2024-06-19T03:26:52.484" v="3828" actId="1076"/>
          <ac:picMkLst>
            <pc:docMk/>
            <pc:sldMk cId="603918991" sldId="2147480813"/>
            <ac:picMk id="13" creationId="{9ED96FD4-6C28-6650-766B-914886854AC3}"/>
          </ac:picMkLst>
        </pc:picChg>
        <pc:picChg chg="mod">
          <ac:chgData name="Takeuchi, Koichiro" userId="b3848a05-443b-4434-8fa5-7398ca0c03c9" providerId="ADAL" clId="{64811EEB-FECD-4BDF-BE98-5183312C1DA3}" dt="2024-06-19T03:26:52.484" v="3828" actId="1076"/>
          <ac:picMkLst>
            <pc:docMk/>
            <pc:sldMk cId="603918991" sldId="2147480813"/>
            <ac:picMk id="14" creationId="{70B74A71-B9BA-C98D-B029-2F45109ACB1D}"/>
          </ac:picMkLst>
        </pc:picChg>
        <pc:picChg chg="mod">
          <ac:chgData name="Takeuchi, Koichiro" userId="b3848a05-443b-4434-8fa5-7398ca0c03c9" providerId="ADAL" clId="{64811EEB-FECD-4BDF-BE98-5183312C1DA3}" dt="2024-06-19T03:26:52.484" v="3828" actId="1076"/>
          <ac:picMkLst>
            <pc:docMk/>
            <pc:sldMk cId="603918991" sldId="2147480813"/>
            <ac:picMk id="15" creationId="{1E29310A-49DA-7E3F-1830-5EEE3CBB6CE9}"/>
          </ac:picMkLst>
        </pc:picChg>
        <pc:picChg chg="mod">
          <ac:chgData name="Takeuchi, Koichiro" userId="b3848a05-443b-4434-8fa5-7398ca0c03c9" providerId="ADAL" clId="{64811EEB-FECD-4BDF-BE98-5183312C1DA3}" dt="2024-06-19T03:26:52.484" v="3828" actId="1076"/>
          <ac:picMkLst>
            <pc:docMk/>
            <pc:sldMk cId="603918991" sldId="2147480813"/>
            <ac:picMk id="16" creationId="{3511301A-876D-D1EA-012B-B7AB372B2760}"/>
          </ac:picMkLst>
        </pc:picChg>
        <pc:picChg chg="mod">
          <ac:chgData name="Takeuchi, Koichiro" userId="b3848a05-443b-4434-8fa5-7398ca0c03c9" providerId="ADAL" clId="{64811EEB-FECD-4BDF-BE98-5183312C1DA3}" dt="2024-06-19T03:26:52.484" v="3828" actId="1076"/>
          <ac:picMkLst>
            <pc:docMk/>
            <pc:sldMk cId="603918991" sldId="2147480813"/>
            <ac:picMk id="17" creationId="{0D43D5B9-5F7B-2957-4B61-B9B8A4AFD890}"/>
          </ac:picMkLst>
        </pc:picChg>
        <pc:picChg chg="mod">
          <ac:chgData name="Takeuchi, Koichiro" userId="b3848a05-443b-4434-8fa5-7398ca0c03c9" providerId="ADAL" clId="{64811EEB-FECD-4BDF-BE98-5183312C1DA3}" dt="2024-06-19T03:26:52.484" v="3828" actId="1076"/>
          <ac:picMkLst>
            <pc:docMk/>
            <pc:sldMk cId="603918991" sldId="2147480813"/>
            <ac:picMk id="19" creationId="{E2872D22-985A-388B-AFC3-40F0C6C5DC82}"/>
          </ac:picMkLst>
        </pc:picChg>
        <pc:picChg chg="mod">
          <ac:chgData name="Takeuchi, Koichiro" userId="b3848a05-443b-4434-8fa5-7398ca0c03c9" providerId="ADAL" clId="{64811EEB-FECD-4BDF-BE98-5183312C1DA3}" dt="2024-06-19T03:26:52.484" v="3828" actId="1076"/>
          <ac:picMkLst>
            <pc:docMk/>
            <pc:sldMk cId="603918991" sldId="2147480813"/>
            <ac:picMk id="20" creationId="{7EF237D6-2472-22E7-1470-A0ED22C4C4A2}"/>
          </ac:picMkLst>
        </pc:picChg>
        <pc:picChg chg="mod">
          <ac:chgData name="Takeuchi, Koichiro" userId="b3848a05-443b-4434-8fa5-7398ca0c03c9" providerId="ADAL" clId="{64811EEB-FECD-4BDF-BE98-5183312C1DA3}" dt="2024-06-19T03:26:52.484" v="3828" actId="1076"/>
          <ac:picMkLst>
            <pc:docMk/>
            <pc:sldMk cId="603918991" sldId="2147480813"/>
            <ac:picMk id="21" creationId="{82947FCD-432E-5260-BBE5-93484F06D0E2}"/>
          </ac:picMkLst>
        </pc:picChg>
        <pc:picChg chg="mod">
          <ac:chgData name="Takeuchi, Koichiro" userId="b3848a05-443b-4434-8fa5-7398ca0c03c9" providerId="ADAL" clId="{64811EEB-FECD-4BDF-BE98-5183312C1DA3}" dt="2024-06-19T03:26:52.484" v="3828" actId="1076"/>
          <ac:picMkLst>
            <pc:docMk/>
            <pc:sldMk cId="603918991" sldId="2147480813"/>
            <ac:picMk id="22" creationId="{FC89825E-5942-AF38-61F8-522C5D48FA37}"/>
          </ac:picMkLst>
        </pc:picChg>
        <pc:picChg chg="add del">
          <ac:chgData name="Takeuchi, Koichiro" userId="b3848a05-443b-4434-8fa5-7398ca0c03c9" providerId="ADAL" clId="{64811EEB-FECD-4BDF-BE98-5183312C1DA3}" dt="2024-06-19T03:27:53.157" v="3924" actId="478"/>
          <ac:picMkLst>
            <pc:docMk/>
            <pc:sldMk cId="603918991" sldId="2147480813"/>
            <ac:picMk id="23" creationId="{D520C9D7-CD55-A524-C78C-5F154483EEE0}"/>
          </ac:picMkLst>
        </pc:picChg>
        <pc:picChg chg="mod">
          <ac:chgData name="Takeuchi, Koichiro" userId="b3848a05-443b-4434-8fa5-7398ca0c03c9" providerId="ADAL" clId="{64811EEB-FECD-4BDF-BE98-5183312C1DA3}" dt="2024-06-19T03:55:22.810" v="4823" actId="1036"/>
          <ac:picMkLst>
            <pc:docMk/>
            <pc:sldMk cId="603918991" sldId="2147480813"/>
            <ac:picMk id="26" creationId="{4D5B96DF-9A22-F322-378F-DA1C97A7EEAC}"/>
          </ac:picMkLst>
        </pc:picChg>
        <pc:picChg chg="mod">
          <ac:chgData name="Takeuchi, Koichiro" userId="b3848a05-443b-4434-8fa5-7398ca0c03c9" providerId="ADAL" clId="{64811EEB-FECD-4BDF-BE98-5183312C1DA3}" dt="2024-06-19T03:55:22.810" v="4823" actId="1036"/>
          <ac:picMkLst>
            <pc:docMk/>
            <pc:sldMk cId="603918991" sldId="2147480813"/>
            <ac:picMk id="27" creationId="{F25A7ECB-AC5F-AD8B-770F-FBDB41A47647}"/>
          </ac:picMkLst>
        </pc:picChg>
        <pc:picChg chg="mod">
          <ac:chgData name="Takeuchi, Koichiro" userId="b3848a05-443b-4434-8fa5-7398ca0c03c9" providerId="ADAL" clId="{64811EEB-FECD-4BDF-BE98-5183312C1DA3}" dt="2024-06-19T03:55:22.810" v="4823" actId="1036"/>
          <ac:picMkLst>
            <pc:docMk/>
            <pc:sldMk cId="603918991" sldId="2147480813"/>
            <ac:picMk id="28" creationId="{895C4C96-3B66-E1F4-29EF-6F569C31B71F}"/>
          </ac:picMkLst>
        </pc:picChg>
        <pc:picChg chg="mod">
          <ac:chgData name="Takeuchi, Koichiro" userId="b3848a05-443b-4434-8fa5-7398ca0c03c9" providerId="ADAL" clId="{64811EEB-FECD-4BDF-BE98-5183312C1DA3}" dt="2024-06-19T03:55:22.810" v="4823" actId="1036"/>
          <ac:picMkLst>
            <pc:docMk/>
            <pc:sldMk cId="603918991" sldId="2147480813"/>
            <ac:picMk id="29" creationId="{6E2389CD-6A29-302C-4C73-9C32A11EA29D}"/>
          </ac:picMkLst>
        </pc:picChg>
        <pc:picChg chg="mod">
          <ac:chgData name="Takeuchi, Koichiro" userId="b3848a05-443b-4434-8fa5-7398ca0c03c9" providerId="ADAL" clId="{64811EEB-FECD-4BDF-BE98-5183312C1DA3}" dt="2024-06-19T03:55:22.810" v="4823" actId="1036"/>
          <ac:picMkLst>
            <pc:docMk/>
            <pc:sldMk cId="603918991" sldId="2147480813"/>
            <ac:picMk id="30" creationId="{1734BFD6-7E71-7D8C-A2EE-A20F739D3745}"/>
          </ac:picMkLst>
        </pc:picChg>
        <pc:picChg chg="mod">
          <ac:chgData name="Takeuchi, Koichiro" userId="b3848a05-443b-4434-8fa5-7398ca0c03c9" providerId="ADAL" clId="{64811EEB-FECD-4BDF-BE98-5183312C1DA3}" dt="2024-06-19T03:55:22.810" v="4823" actId="1036"/>
          <ac:picMkLst>
            <pc:docMk/>
            <pc:sldMk cId="603918991" sldId="2147480813"/>
            <ac:picMk id="31" creationId="{FDEDA3F5-ECDA-48B6-7DE8-54D1060D6D65}"/>
          </ac:picMkLst>
        </pc:picChg>
        <pc:picChg chg="mod">
          <ac:chgData name="Takeuchi, Koichiro" userId="b3848a05-443b-4434-8fa5-7398ca0c03c9" providerId="ADAL" clId="{64811EEB-FECD-4BDF-BE98-5183312C1DA3}" dt="2024-06-19T03:55:22.810" v="4823" actId="1036"/>
          <ac:picMkLst>
            <pc:docMk/>
            <pc:sldMk cId="603918991" sldId="2147480813"/>
            <ac:picMk id="32" creationId="{AFCA5CFA-3066-6527-2A40-3B622BF29869}"/>
          </ac:picMkLst>
        </pc:picChg>
        <pc:picChg chg="mod">
          <ac:chgData name="Takeuchi, Koichiro" userId="b3848a05-443b-4434-8fa5-7398ca0c03c9" providerId="ADAL" clId="{64811EEB-FECD-4BDF-BE98-5183312C1DA3}" dt="2024-06-19T03:55:22.810" v="4823" actId="1036"/>
          <ac:picMkLst>
            <pc:docMk/>
            <pc:sldMk cId="603918991" sldId="2147480813"/>
            <ac:picMk id="33" creationId="{57BF6015-D08A-3782-EB0E-60ED778E27AF}"/>
          </ac:picMkLst>
        </pc:picChg>
        <pc:picChg chg="mod">
          <ac:chgData name="Takeuchi, Koichiro" userId="b3848a05-443b-4434-8fa5-7398ca0c03c9" providerId="ADAL" clId="{64811EEB-FECD-4BDF-BE98-5183312C1DA3}" dt="2024-06-19T03:55:22.810" v="4823" actId="1036"/>
          <ac:picMkLst>
            <pc:docMk/>
            <pc:sldMk cId="603918991" sldId="2147480813"/>
            <ac:picMk id="34" creationId="{0D411A80-6755-75D3-704A-45C522199EC4}"/>
          </ac:picMkLst>
        </pc:picChg>
        <pc:picChg chg="mod">
          <ac:chgData name="Takeuchi, Koichiro" userId="b3848a05-443b-4434-8fa5-7398ca0c03c9" providerId="ADAL" clId="{64811EEB-FECD-4BDF-BE98-5183312C1DA3}" dt="2024-06-19T03:55:22.810" v="4823" actId="1036"/>
          <ac:picMkLst>
            <pc:docMk/>
            <pc:sldMk cId="603918991" sldId="2147480813"/>
            <ac:picMk id="35" creationId="{E33F463B-3CC2-5EE6-ADA5-6249D42F030B}"/>
          </ac:picMkLst>
        </pc:picChg>
        <pc:picChg chg="mod">
          <ac:chgData name="Takeuchi, Koichiro" userId="b3848a05-443b-4434-8fa5-7398ca0c03c9" providerId="ADAL" clId="{64811EEB-FECD-4BDF-BE98-5183312C1DA3}" dt="2024-06-19T03:55:22.810" v="4823" actId="1036"/>
          <ac:picMkLst>
            <pc:docMk/>
            <pc:sldMk cId="603918991" sldId="2147480813"/>
            <ac:picMk id="37" creationId="{5DA1C30F-723F-3887-47A3-788677CDE861}"/>
          </ac:picMkLst>
        </pc:picChg>
        <pc:picChg chg="mod">
          <ac:chgData name="Takeuchi, Koichiro" userId="b3848a05-443b-4434-8fa5-7398ca0c03c9" providerId="ADAL" clId="{64811EEB-FECD-4BDF-BE98-5183312C1DA3}" dt="2024-06-19T03:55:22.810" v="4823" actId="1036"/>
          <ac:picMkLst>
            <pc:docMk/>
            <pc:sldMk cId="603918991" sldId="2147480813"/>
            <ac:picMk id="38" creationId="{09E82B96-73E4-8A49-5D6D-3C2483BE475C}"/>
          </ac:picMkLst>
        </pc:picChg>
        <pc:picChg chg="mod">
          <ac:chgData name="Takeuchi, Koichiro" userId="b3848a05-443b-4434-8fa5-7398ca0c03c9" providerId="ADAL" clId="{64811EEB-FECD-4BDF-BE98-5183312C1DA3}" dt="2024-06-19T03:55:22.810" v="4823" actId="1036"/>
          <ac:picMkLst>
            <pc:docMk/>
            <pc:sldMk cId="603918991" sldId="2147480813"/>
            <ac:picMk id="39" creationId="{7C41344F-202C-6D4D-FCBE-DB69D26EC1F0}"/>
          </ac:picMkLst>
        </pc:picChg>
        <pc:picChg chg="mod">
          <ac:chgData name="Takeuchi, Koichiro" userId="b3848a05-443b-4434-8fa5-7398ca0c03c9" providerId="ADAL" clId="{64811EEB-FECD-4BDF-BE98-5183312C1DA3}" dt="2024-06-19T03:55:22.810" v="4823" actId="1036"/>
          <ac:picMkLst>
            <pc:docMk/>
            <pc:sldMk cId="603918991" sldId="2147480813"/>
            <ac:picMk id="40" creationId="{B9ACC545-B2C8-DBF6-E4E9-4F257FC3FAD5}"/>
          </ac:picMkLst>
        </pc:picChg>
      </pc:sldChg>
      <pc:sldChg chg="modSp add mod">
        <pc:chgData name="Takeuchi, Koichiro" userId="b3848a05-443b-4434-8fa5-7398ca0c03c9" providerId="ADAL" clId="{64811EEB-FECD-4BDF-BE98-5183312C1DA3}" dt="2024-06-19T04:42:00.305" v="5140" actId="20577"/>
        <pc:sldMkLst>
          <pc:docMk/>
          <pc:sldMk cId="3588161479" sldId="2147480814"/>
        </pc:sldMkLst>
        <pc:spChg chg="mod">
          <ac:chgData name="Takeuchi, Koichiro" userId="b3848a05-443b-4434-8fa5-7398ca0c03c9" providerId="ADAL" clId="{64811EEB-FECD-4BDF-BE98-5183312C1DA3}" dt="2024-06-19T03:56:18.185" v="4834" actId="1076"/>
          <ac:spMkLst>
            <pc:docMk/>
            <pc:sldMk cId="3588161479" sldId="2147480814"/>
            <ac:spMk id="19" creationId="{484A5D22-8309-4C70-DC88-F07F14D2BF5E}"/>
          </ac:spMkLst>
        </pc:spChg>
        <pc:spChg chg="mod">
          <ac:chgData name="Takeuchi, Koichiro" userId="b3848a05-443b-4434-8fa5-7398ca0c03c9" providerId="ADAL" clId="{64811EEB-FECD-4BDF-BE98-5183312C1DA3}" dt="2024-06-19T04:42:00.305" v="5140" actId="20577"/>
          <ac:spMkLst>
            <pc:docMk/>
            <pc:sldMk cId="3588161479" sldId="2147480814"/>
            <ac:spMk id="56" creationId="{4FA19F00-B21F-3BDD-EF97-E7645440DF0A}"/>
          </ac:spMkLst>
        </pc:spChg>
      </pc:sldChg>
      <pc:sldChg chg="add">
        <pc:chgData name="Takeuchi, Koichiro" userId="b3848a05-443b-4434-8fa5-7398ca0c03c9" providerId="ADAL" clId="{64811EEB-FECD-4BDF-BE98-5183312C1DA3}" dt="2024-06-19T03:55:35.063" v="4824"/>
        <pc:sldMkLst>
          <pc:docMk/>
          <pc:sldMk cId="3356158626" sldId="2147480815"/>
        </pc:sldMkLst>
      </pc:sldChg>
      <pc:sldChg chg="add">
        <pc:chgData name="Takeuchi, Koichiro" userId="b3848a05-443b-4434-8fa5-7398ca0c03c9" providerId="ADAL" clId="{64811EEB-FECD-4BDF-BE98-5183312C1DA3}" dt="2024-06-19T03:55:35.063" v="4824"/>
        <pc:sldMkLst>
          <pc:docMk/>
          <pc:sldMk cId="2557771223" sldId="2147480816"/>
        </pc:sldMkLst>
      </pc:sldChg>
    </pc:docChg>
  </pc:docChgLst>
  <pc:docChgLst>
    <pc:chgData name="Takeuchi, Koichiro" userId="b3848a05-443b-4434-8fa5-7398ca0c03c9" providerId="ADAL" clId="{19553818-2B11-4867-9C08-699EBDD1F4BF}"/>
    <pc:docChg chg="undo custSel addSld delSld modSld modSection">
      <pc:chgData name="Takeuchi, Koichiro" userId="b3848a05-443b-4434-8fa5-7398ca0c03c9" providerId="ADAL" clId="{19553818-2B11-4867-9C08-699EBDD1F4BF}" dt="2024-09-06T07:35:27.934" v="1482" actId="47"/>
      <pc:docMkLst>
        <pc:docMk/>
      </pc:docMkLst>
      <pc:sldChg chg="modSp mod">
        <pc:chgData name="Takeuchi, Koichiro" userId="b3848a05-443b-4434-8fa5-7398ca0c03c9" providerId="ADAL" clId="{19553818-2B11-4867-9C08-699EBDD1F4BF}" dt="2024-07-29T12:54:15.886" v="3" actId="20577"/>
        <pc:sldMkLst>
          <pc:docMk/>
          <pc:sldMk cId="684610595" sldId="2147468582"/>
        </pc:sldMkLst>
        <pc:spChg chg="mod">
          <ac:chgData name="Takeuchi, Koichiro" userId="b3848a05-443b-4434-8fa5-7398ca0c03c9" providerId="ADAL" clId="{19553818-2B11-4867-9C08-699EBDD1F4BF}" dt="2024-07-29T12:54:15.886" v="3" actId="20577"/>
          <ac:spMkLst>
            <pc:docMk/>
            <pc:sldMk cId="684610595" sldId="2147468582"/>
            <ac:spMk id="7" creationId="{A22762E2-0815-406B-AB18-FC327E470E5A}"/>
          </ac:spMkLst>
        </pc:spChg>
      </pc:sldChg>
      <pc:sldChg chg="modSp mod">
        <pc:chgData name="Takeuchi, Koichiro" userId="b3848a05-443b-4434-8fa5-7398ca0c03c9" providerId="ADAL" clId="{19553818-2B11-4867-9C08-699EBDD1F4BF}" dt="2024-09-05T08:25:06.551" v="1481" actId="20577"/>
        <pc:sldMkLst>
          <pc:docMk/>
          <pc:sldMk cId="323859429" sldId="2147480809"/>
        </pc:sldMkLst>
        <pc:spChg chg="mod">
          <ac:chgData name="Takeuchi, Koichiro" userId="b3848a05-443b-4434-8fa5-7398ca0c03c9" providerId="ADAL" clId="{19553818-2B11-4867-9C08-699EBDD1F4BF}" dt="2024-09-05T08:25:06.551" v="1481" actId="20577"/>
          <ac:spMkLst>
            <pc:docMk/>
            <pc:sldMk cId="323859429" sldId="2147480809"/>
            <ac:spMk id="11" creationId="{717EA1C2-564A-F53F-F442-2C714F464DA1}"/>
          </ac:spMkLst>
        </pc:spChg>
        <pc:spChg chg="mod">
          <ac:chgData name="Takeuchi, Koichiro" userId="b3848a05-443b-4434-8fa5-7398ca0c03c9" providerId="ADAL" clId="{19553818-2B11-4867-9C08-699EBDD1F4BF}" dt="2024-08-20T12:51:50.287" v="1470" actId="1036"/>
          <ac:spMkLst>
            <pc:docMk/>
            <pc:sldMk cId="323859429" sldId="2147480809"/>
            <ac:spMk id="14" creationId="{BC179422-69D3-E378-7B3D-89D3749F8B79}"/>
          </ac:spMkLst>
        </pc:spChg>
      </pc:sldChg>
      <pc:sldChg chg="modSp mod">
        <pc:chgData name="Takeuchi, Koichiro" userId="b3848a05-443b-4434-8fa5-7398ca0c03c9" providerId="ADAL" clId="{19553818-2B11-4867-9C08-699EBDD1F4BF}" dt="2024-07-29T13:30:35.468" v="108" actId="20577"/>
        <pc:sldMkLst>
          <pc:docMk/>
          <pc:sldMk cId="1353650430" sldId="2147480834"/>
        </pc:sldMkLst>
        <pc:spChg chg="mod">
          <ac:chgData name="Takeuchi, Koichiro" userId="b3848a05-443b-4434-8fa5-7398ca0c03c9" providerId="ADAL" clId="{19553818-2B11-4867-9C08-699EBDD1F4BF}" dt="2024-07-29T13:30:35.468" v="108" actId="20577"/>
          <ac:spMkLst>
            <pc:docMk/>
            <pc:sldMk cId="1353650430" sldId="2147480834"/>
            <ac:spMk id="2" creationId="{05CBB159-731C-24C3-0961-42025EE7DA79}"/>
          </ac:spMkLst>
        </pc:spChg>
      </pc:sldChg>
      <pc:sldChg chg="modSp mod">
        <pc:chgData name="Takeuchi, Koichiro" userId="b3848a05-443b-4434-8fa5-7398ca0c03c9" providerId="ADAL" clId="{19553818-2B11-4867-9C08-699EBDD1F4BF}" dt="2024-07-29T13:30:29.239" v="99" actId="20577"/>
        <pc:sldMkLst>
          <pc:docMk/>
          <pc:sldMk cId="3421619155" sldId="2147480835"/>
        </pc:sldMkLst>
        <pc:spChg chg="mod">
          <ac:chgData name="Takeuchi, Koichiro" userId="b3848a05-443b-4434-8fa5-7398ca0c03c9" providerId="ADAL" clId="{19553818-2B11-4867-9C08-699EBDD1F4BF}" dt="2024-07-29T13:30:29.239" v="99" actId="20577"/>
          <ac:spMkLst>
            <pc:docMk/>
            <pc:sldMk cId="3421619155" sldId="2147480835"/>
            <ac:spMk id="2" creationId="{05CBB159-731C-24C3-0961-42025EE7DA79}"/>
          </ac:spMkLst>
        </pc:spChg>
      </pc:sldChg>
      <pc:sldChg chg="modSp mod">
        <pc:chgData name="Takeuchi, Koichiro" userId="b3848a05-443b-4434-8fa5-7398ca0c03c9" providerId="ADAL" clId="{19553818-2B11-4867-9C08-699EBDD1F4BF}" dt="2024-07-29T13:30:49.148" v="144" actId="20577"/>
        <pc:sldMkLst>
          <pc:docMk/>
          <pc:sldMk cId="3067867741" sldId="2147480836"/>
        </pc:sldMkLst>
        <pc:spChg chg="mod">
          <ac:chgData name="Takeuchi, Koichiro" userId="b3848a05-443b-4434-8fa5-7398ca0c03c9" providerId="ADAL" clId="{19553818-2B11-4867-9C08-699EBDD1F4BF}" dt="2024-07-29T13:30:49.148" v="144" actId="20577"/>
          <ac:spMkLst>
            <pc:docMk/>
            <pc:sldMk cId="3067867741" sldId="2147480836"/>
            <ac:spMk id="2" creationId="{05CBB159-731C-24C3-0961-42025EE7DA79}"/>
          </ac:spMkLst>
        </pc:spChg>
      </pc:sldChg>
      <pc:sldChg chg="modSp mod">
        <pc:chgData name="Takeuchi, Koichiro" userId="b3848a05-443b-4434-8fa5-7398ca0c03c9" providerId="ADAL" clId="{19553818-2B11-4867-9C08-699EBDD1F4BF}" dt="2024-07-29T13:31:00.828" v="180" actId="20577"/>
        <pc:sldMkLst>
          <pc:docMk/>
          <pc:sldMk cId="672143202" sldId="2147480837"/>
        </pc:sldMkLst>
        <pc:spChg chg="mod">
          <ac:chgData name="Takeuchi, Koichiro" userId="b3848a05-443b-4434-8fa5-7398ca0c03c9" providerId="ADAL" clId="{19553818-2B11-4867-9C08-699EBDD1F4BF}" dt="2024-07-29T13:31:00.828" v="180" actId="20577"/>
          <ac:spMkLst>
            <pc:docMk/>
            <pc:sldMk cId="672143202" sldId="2147480837"/>
            <ac:spMk id="2" creationId="{538CA542-996C-7AB6-4053-8416C1887F91}"/>
          </ac:spMkLst>
        </pc:spChg>
      </pc:sldChg>
      <pc:sldChg chg="modSp mod">
        <pc:chgData name="Takeuchi, Koichiro" userId="b3848a05-443b-4434-8fa5-7398ca0c03c9" providerId="ADAL" clId="{19553818-2B11-4867-9C08-699EBDD1F4BF}" dt="2024-07-29T13:34:15.871" v="189" actId="20577"/>
        <pc:sldMkLst>
          <pc:docMk/>
          <pc:sldMk cId="3849089130" sldId="2147480838"/>
        </pc:sldMkLst>
        <pc:spChg chg="mod">
          <ac:chgData name="Takeuchi, Koichiro" userId="b3848a05-443b-4434-8fa5-7398ca0c03c9" providerId="ADAL" clId="{19553818-2B11-4867-9C08-699EBDD1F4BF}" dt="2024-07-29T13:34:15.871" v="189" actId="20577"/>
          <ac:spMkLst>
            <pc:docMk/>
            <pc:sldMk cId="3849089130" sldId="2147480838"/>
            <ac:spMk id="2" creationId="{7EF1B1EA-0734-2657-0D7D-45CE0B2A5AF5}"/>
          </ac:spMkLst>
        </pc:spChg>
      </pc:sldChg>
      <pc:sldChg chg="addSp delSp modSp add mod">
        <pc:chgData name="Takeuchi, Koichiro" userId="b3848a05-443b-4434-8fa5-7398ca0c03c9" providerId="ADAL" clId="{19553818-2B11-4867-9C08-699EBDD1F4BF}" dt="2024-07-29T13:46:53.205" v="1469" actId="1038"/>
        <pc:sldMkLst>
          <pc:docMk/>
          <pc:sldMk cId="3478628263" sldId="2147480843"/>
        </pc:sldMkLst>
        <pc:spChg chg="mod">
          <ac:chgData name="Takeuchi, Koichiro" userId="b3848a05-443b-4434-8fa5-7398ca0c03c9" providerId="ADAL" clId="{19553818-2B11-4867-9C08-699EBDD1F4BF}" dt="2024-07-29T13:35:50.300" v="338" actId="20577"/>
          <ac:spMkLst>
            <pc:docMk/>
            <pc:sldMk cId="3478628263" sldId="2147480843"/>
            <ac:spMk id="2" creationId="{7EF1B1EA-0734-2657-0D7D-45CE0B2A5AF5}"/>
          </ac:spMkLst>
        </pc:spChg>
        <pc:spChg chg="mod">
          <ac:chgData name="Takeuchi, Koichiro" userId="b3848a05-443b-4434-8fa5-7398ca0c03c9" providerId="ADAL" clId="{19553818-2B11-4867-9C08-699EBDD1F4BF}" dt="2024-07-29T13:42:36.984" v="1051" actId="20577"/>
          <ac:spMkLst>
            <pc:docMk/>
            <pc:sldMk cId="3478628263" sldId="2147480843"/>
            <ac:spMk id="3" creationId="{6B7DA810-07B4-528E-15B3-0B0B9CB6B99C}"/>
          </ac:spMkLst>
        </pc:spChg>
        <pc:spChg chg="add del mod">
          <ac:chgData name="Takeuchi, Koichiro" userId="b3848a05-443b-4434-8fa5-7398ca0c03c9" providerId="ADAL" clId="{19553818-2B11-4867-9C08-699EBDD1F4BF}" dt="2024-07-29T13:35:54.782" v="340" actId="478"/>
          <ac:spMkLst>
            <pc:docMk/>
            <pc:sldMk cId="3478628263" sldId="2147480843"/>
            <ac:spMk id="7" creationId="{C8AE3D9D-51F3-C5A4-F89E-AC591D50F594}"/>
          </ac:spMkLst>
        </pc:spChg>
        <pc:spChg chg="add del mod">
          <ac:chgData name="Takeuchi, Koichiro" userId="b3848a05-443b-4434-8fa5-7398ca0c03c9" providerId="ADAL" clId="{19553818-2B11-4867-9C08-699EBDD1F4BF}" dt="2024-07-29T13:35:57.661" v="341" actId="478"/>
          <ac:spMkLst>
            <pc:docMk/>
            <pc:sldMk cId="3478628263" sldId="2147480843"/>
            <ac:spMk id="8" creationId="{0E11DB3B-C40E-E560-D525-743D05F17EDB}"/>
          </ac:spMkLst>
        </pc:spChg>
        <pc:spChg chg="add del mod">
          <ac:chgData name="Takeuchi, Koichiro" userId="b3848a05-443b-4434-8fa5-7398ca0c03c9" providerId="ADAL" clId="{19553818-2B11-4867-9C08-699EBDD1F4BF}" dt="2024-07-29T13:40:12.593" v="936" actId="478"/>
          <ac:spMkLst>
            <pc:docMk/>
            <pc:sldMk cId="3478628263" sldId="2147480843"/>
            <ac:spMk id="9" creationId="{DC6D4E8F-789A-8212-539E-59C4D06DAE7D}"/>
          </ac:spMkLst>
        </pc:spChg>
        <pc:spChg chg="add mod">
          <ac:chgData name="Takeuchi, Koichiro" userId="b3848a05-443b-4434-8fa5-7398ca0c03c9" providerId="ADAL" clId="{19553818-2B11-4867-9C08-699EBDD1F4BF}" dt="2024-07-29T13:43:04.624" v="1069" actId="1037"/>
          <ac:spMkLst>
            <pc:docMk/>
            <pc:sldMk cId="3478628263" sldId="2147480843"/>
            <ac:spMk id="11" creationId="{3BC366B2-2AD0-7BDE-E566-3F13755BC813}"/>
          </ac:spMkLst>
        </pc:spChg>
        <pc:spChg chg="add mod">
          <ac:chgData name="Takeuchi, Koichiro" userId="b3848a05-443b-4434-8fa5-7398ca0c03c9" providerId="ADAL" clId="{19553818-2B11-4867-9C08-699EBDD1F4BF}" dt="2024-07-29T13:43:13.926" v="1074" actId="14100"/>
          <ac:spMkLst>
            <pc:docMk/>
            <pc:sldMk cId="3478628263" sldId="2147480843"/>
            <ac:spMk id="12" creationId="{299AA9E0-47DE-A88B-0A54-CF707885F56F}"/>
          </ac:spMkLst>
        </pc:spChg>
        <pc:spChg chg="add del mod">
          <ac:chgData name="Takeuchi, Koichiro" userId="b3848a05-443b-4434-8fa5-7398ca0c03c9" providerId="ADAL" clId="{19553818-2B11-4867-9C08-699EBDD1F4BF}" dt="2024-07-29T13:43:38.658" v="1117" actId="478"/>
          <ac:spMkLst>
            <pc:docMk/>
            <pc:sldMk cId="3478628263" sldId="2147480843"/>
            <ac:spMk id="13" creationId="{B426B83C-92DA-933A-886E-377F2DA1082A}"/>
          </ac:spMkLst>
        </pc:spChg>
        <pc:spChg chg="add mod">
          <ac:chgData name="Takeuchi, Koichiro" userId="b3848a05-443b-4434-8fa5-7398ca0c03c9" providerId="ADAL" clId="{19553818-2B11-4867-9C08-699EBDD1F4BF}" dt="2024-07-29T13:45:15.643" v="1294" actId="948"/>
          <ac:spMkLst>
            <pc:docMk/>
            <pc:sldMk cId="3478628263" sldId="2147480843"/>
            <ac:spMk id="14" creationId="{DFC25BB2-1E5A-2C2C-ABA2-76F954CB430C}"/>
          </ac:spMkLst>
        </pc:spChg>
        <pc:spChg chg="add mod">
          <ac:chgData name="Takeuchi, Koichiro" userId="b3848a05-443b-4434-8fa5-7398ca0c03c9" providerId="ADAL" clId="{19553818-2B11-4867-9C08-699EBDD1F4BF}" dt="2024-07-29T13:45:15.643" v="1294" actId="948"/>
          <ac:spMkLst>
            <pc:docMk/>
            <pc:sldMk cId="3478628263" sldId="2147480843"/>
            <ac:spMk id="15" creationId="{E6D3CD25-7400-5D67-2FF7-E0C2F56E749C}"/>
          </ac:spMkLst>
        </pc:spChg>
        <pc:spChg chg="add del mod">
          <ac:chgData name="Takeuchi, Koichiro" userId="b3848a05-443b-4434-8fa5-7398ca0c03c9" providerId="ADAL" clId="{19553818-2B11-4867-9C08-699EBDD1F4BF}" dt="2024-07-29T13:46:13.908" v="1306" actId="478"/>
          <ac:spMkLst>
            <pc:docMk/>
            <pc:sldMk cId="3478628263" sldId="2147480843"/>
            <ac:spMk id="24" creationId="{084E94C1-D3AF-2936-16D7-AE025FC018C5}"/>
          </ac:spMkLst>
        </pc:spChg>
        <pc:spChg chg="add mod">
          <ac:chgData name="Takeuchi, Koichiro" userId="b3848a05-443b-4434-8fa5-7398ca0c03c9" providerId="ADAL" clId="{19553818-2B11-4867-9C08-699EBDD1F4BF}" dt="2024-07-29T13:46:53.205" v="1469" actId="1038"/>
          <ac:spMkLst>
            <pc:docMk/>
            <pc:sldMk cId="3478628263" sldId="2147480843"/>
            <ac:spMk id="25" creationId="{AEA8143B-7D60-5E3F-2948-C232BE76FCB3}"/>
          </ac:spMkLst>
        </pc:spChg>
        <pc:picChg chg="add mod">
          <ac:chgData name="Takeuchi, Koichiro" userId="b3848a05-443b-4434-8fa5-7398ca0c03c9" providerId="ADAL" clId="{19553818-2B11-4867-9C08-699EBDD1F4BF}" dt="2024-07-29T13:43:07.509" v="1072" actId="1076"/>
          <ac:picMkLst>
            <pc:docMk/>
            <pc:sldMk cId="3478628263" sldId="2147480843"/>
            <ac:picMk id="10" creationId="{28144985-E980-609D-C144-9C8634D8F247}"/>
          </ac:picMkLst>
        </pc:picChg>
        <pc:picChg chg="del">
          <ac:chgData name="Takeuchi, Koichiro" userId="b3848a05-443b-4434-8fa5-7398ca0c03c9" providerId="ADAL" clId="{19553818-2B11-4867-9C08-699EBDD1F4BF}" dt="2024-07-29T13:35:52.383" v="339" actId="478"/>
          <ac:picMkLst>
            <pc:docMk/>
            <pc:sldMk cId="3478628263" sldId="2147480843"/>
            <ac:picMk id="117" creationId="{AFBCCD2A-61D8-C008-9A62-066B09EE5552}"/>
          </ac:picMkLst>
        </pc:picChg>
        <pc:cxnChg chg="add mod">
          <ac:chgData name="Takeuchi, Koichiro" userId="b3848a05-443b-4434-8fa5-7398ca0c03c9" providerId="ADAL" clId="{19553818-2B11-4867-9C08-699EBDD1F4BF}" dt="2024-07-29T13:45:54.744" v="1300" actId="14100"/>
          <ac:cxnSpMkLst>
            <pc:docMk/>
            <pc:sldMk cId="3478628263" sldId="2147480843"/>
            <ac:cxnSpMk id="17" creationId="{ECE1C6A2-5189-B635-22C4-3C169C930B46}"/>
          </ac:cxnSpMkLst>
        </pc:cxnChg>
        <pc:cxnChg chg="add mod">
          <ac:chgData name="Takeuchi, Koichiro" userId="b3848a05-443b-4434-8fa5-7398ca0c03c9" providerId="ADAL" clId="{19553818-2B11-4867-9C08-699EBDD1F4BF}" dt="2024-07-29T13:45:59.361" v="1303" actId="14100"/>
          <ac:cxnSpMkLst>
            <pc:docMk/>
            <pc:sldMk cId="3478628263" sldId="2147480843"/>
            <ac:cxnSpMk id="22" creationId="{C8A2B64D-862E-2B3A-8E1E-87AE0B3AD1BE}"/>
          </ac:cxnSpMkLst>
        </pc:cxnChg>
      </pc:sldChg>
      <pc:sldChg chg="add del">
        <pc:chgData name="Takeuchi, Koichiro" userId="b3848a05-443b-4434-8fa5-7398ca0c03c9" providerId="ADAL" clId="{19553818-2B11-4867-9C08-699EBDD1F4BF}" dt="2024-09-06T07:35:27.934" v="1482" actId="47"/>
        <pc:sldMkLst>
          <pc:docMk/>
          <pc:sldMk cId="526007411" sldId="2147480850"/>
        </pc:sldMkLst>
      </pc:sldChg>
    </pc:docChg>
  </pc:docChgLst>
  <pc:docChgLst>
    <pc:chgData name="Takeuchi, Koichiro" userId="b3848a05-443b-4434-8fa5-7398ca0c03c9" providerId="ADAL" clId="{FBA1C96C-8A32-4A2B-8398-1B64F129BE51}"/>
    <pc:docChg chg="undo custSel modSld">
      <pc:chgData name="Takeuchi, Koichiro" userId="b3848a05-443b-4434-8fa5-7398ca0c03c9" providerId="ADAL" clId="{FBA1C96C-8A32-4A2B-8398-1B64F129BE51}" dt="2024-07-23T11:18:31.485" v="379" actId="1036"/>
      <pc:docMkLst>
        <pc:docMk/>
      </pc:docMkLst>
      <pc:sldChg chg="delSp mod">
        <pc:chgData name="Takeuchi, Koichiro" userId="b3848a05-443b-4434-8fa5-7398ca0c03c9" providerId="ADAL" clId="{FBA1C96C-8A32-4A2B-8398-1B64F129BE51}" dt="2024-07-12T02:55:14.615" v="0" actId="478"/>
        <pc:sldMkLst>
          <pc:docMk/>
          <pc:sldMk cId="684610595" sldId="2147468582"/>
        </pc:sldMkLst>
        <pc:spChg chg="del">
          <ac:chgData name="Takeuchi, Koichiro" userId="b3848a05-443b-4434-8fa5-7398ca0c03c9" providerId="ADAL" clId="{FBA1C96C-8A32-4A2B-8398-1B64F129BE51}" dt="2024-07-12T02:55:14.615" v="0" actId="478"/>
          <ac:spMkLst>
            <pc:docMk/>
            <pc:sldMk cId="684610595" sldId="2147468582"/>
            <ac:spMk id="4" creationId="{B5C65EEE-FE37-E77F-78A1-E3D65295E7AD}"/>
          </ac:spMkLst>
        </pc:spChg>
      </pc:sldChg>
      <pc:sldChg chg="modSp mod">
        <pc:chgData name="Takeuchi, Koichiro" userId="b3848a05-443b-4434-8fa5-7398ca0c03c9" providerId="ADAL" clId="{FBA1C96C-8A32-4A2B-8398-1B64F129BE51}" dt="2024-07-12T02:55:41.565" v="10" actId="20577"/>
        <pc:sldMkLst>
          <pc:docMk/>
          <pc:sldMk cId="1441718847" sldId="2147468637"/>
        </pc:sldMkLst>
        <pc:spChg chg="mod">
          <ac:chgData name="Takeuchi, Koichiro" userId="b3848a05-443b-4434-8fa5-7398ca0c03c9" providerId="ADAL" clId="{FBA1C96C-8A32-4A2B-8398-1B64F129BE51}" dt="2024-07-12T02:55:41.565" v="10" actId="20577"/>
          <ac:spMkLst>
            <pc:docMk/>
            <pc:sldMk cId="1441718847" sldId="2147468637"/>
            <ac:spMk id="5" creationId="{A2CBEE95-C4B3-99EE-1440-2DFEADBC36EA}"/>
          </ac:spMkLst>
        </pc:spChg>
      </pc:sldChg>
      <pc:sldChg chg="modSp mod">
        <pc:chgData name="Takeuchi, Koichiro" userId="b3848a05-443b-4434-8fa5-7398ca0c03c9" providerId="ADAL" clId="{FBA1C96C-8A32-4A2B-8398-1B64F129BE51}" dt="2024-07-12T02:59:57.578" v="15" actId="404"/>
        <pc:sldMkLst>
          <pc:docMk/>
          <pc:sldMk cId="1710641726" sldId="2147480810"/>
        </pc:sldMkLst>
        <pc:spChg chg="mod">
          <ac:chgData name="Takeuchi, Koichiro" userId="b3848a05-443b-4434-8fa5-7398ca0c03c9" providerId="ADAL" clId="{FBA1C96C-8A32-4A2B-8398-1B64F129BE51}" dt="2024-07-12T02:59:57.578" v="15" actId="404"/>
          <ac:spMkLst>
            <pc:docMk/>
            <pc:sldMk cId="1710641726" sldId="2147480810"/>
            <ac:spMk id="2" creationId="{69845134-1BEF-E7BD-582B-C980990C72D5}"/>
          </ac:spMkLst>
        </pc:spChg>
      </pc:sldChg>
      <pc:sldChg chg="modSp mod">
        <pc:chgData name="Takeuchi, Koichiro" userId="b3848a05-443b-4434-8fa5-7398ca0c03c9" providerId="ADAL" clId="{FBA1C96C-8A32-4A2B-8398-1B64F129BE51}" dt="2024-07-12T02:59:52.791" v="14" actId="404"/>
        <pc:sldMkLst>
          <pc:docMk/>
          <pc:sldMk cId="197750219" sldId="2147480811"/>
        </pc:sldMkLst>
        <pc:spChg chg="mod">
          <ac:chgData name="Takeuchi, Koichiro" userId="b3848a05-443b-4434-8fa5-7398ca0c03c9" providerId="ADAL" clId="{FBA1C96C-8A32-4A2B-8398-1B64F129BE51}" dt="2024-07-12T02:59:52.791" v="14" actId="404"/>
          <ac:spMkLst>
            <pc:docMk/>
            <pc:sldMk cId="197750219" sldId="2147480811"/>
            <ac:spMk id="2" creationId="{69845134-1BEF-E7BD-582B-C980990C72D5}"/>
          </ac:spMkLst>
        </pc:spChg>
      </pc:sldChg>
      <pc:sldChg chg="modSp mod">
        <pc:chgData name="Takeuchi, Koichiro" userId="b3848a05-443b-4434-8fa5-7398ca0c03c9" providerId="ADAL" clId="{FBA1C96C-8A32-4A2B-8398-1B64F129BE51}" dt="2024-07-12T02:59:47.449" v="13" actId="404"/>
        <pc:sldMkLst>
          <pc:docMk/>
          <pc:sldMk cId="3372364919" sldId="2147480812"/>
        </pc:sldMkLst>
        <pc:spChg chg="mod">
          <ac:chgData name="Takeuchi, Koichiro" userId="b3848a05-443b-4434-8fa5-7398ca0c03c9" providerId="ADAL" clId="{FBA1C96C-8A32-4A2B-8398-1B64F129BE51}" dt="2024-07-12T02:59:47.449" v="13" actId="404"/>
          <ac:spMkLst>
            <pc:docMk/>
            <pc:sldMk cId="3372364919" sldId="2147480812"/>
            <ac:spMk id="2" creationId="{69845134-1BEF-E7BD-582B-C980990C72D5}"/>
          </ac:spMkLst>
        </pc:spChg>
      </pc:sldChg>
      <pc:sldChg chg="modSp mod">
        <pc:chgData name="Takeuchi, Koichiro" userId="b3848a05-443b-4434-8fa5-7398ca0c03c9" providerId="ADAL" clId="{FBA1C96C-8A32-4A2B-8398-1B64F129BE51}" dt="2024-07-12T02:59:38.298" v="12" actId="404"/>
        <pc:sldMkLst>
          <pc:docMk/>
          <pc:sldMk cId="982874196" sldId="2147480823"/>
        </pc:sldMkLst>
        <pc:spChg chg="mod">
          <ac:chgData name="Takeuchi, Koichiro" userId="b3848a05-443b-4434-8fa5-7398ca0c03c9" providerId="ADAL" clId="{FBA1C96C-8A32-4A2B-8398-1B64F129BE51}" dt="2024-07-12T02:59:38.298" v="12" actId="404"/>
          <ac:spMkLst>
            <pc:docMk/>
            <pc:sldMk cId="982874196" sldId="2147480823"/>
            <ac:spMk id="2" creationId="{69845134-1BEF-E7BD-582B-C980990C72D5}"/>
          </ac:spMkLst>
        </pc:spChg>
      </pc:sldChg>
      <pc:sldChg chg="modSp mod">
        <pc:chgData name="Takeuchi, Koichiro" userId="b3848a05-443b-4434-8fa5-7398ca0c03c9" providerId="ADAL" clId="{FBA1C96C-8A32-4A2B-8398-1B64F129BE51}" dt="2024-07-12T02:59:32.333" v="11" actId="404"/>
        <pc:sldMkLst>
          <pc:docMk/>
          <pc:sldMk cId="1860587498" sldId="2147480825"/>
        </pc:sldMkLst>
        <pc:spChg chg="mod">
          <ac:chgData name="Takeuchi, Koichiro" userId="b3848a05-443b-4434-8fa5-7398ca0c03c9" providerId="ADAL" clId="{FBA1C96C-8A32-4A2B-8398-1B64F129BE51}" dt="2024-07-12T02:59:32.333" v="11" actId="404"/>
          <ac:spMkLst>
            <pc:docMk/>
            <pc:sldMk cId="1860587498" sldId="2147480825"/>
            <ac:spMk id="2" creationId="{69845134-1BEF-E7BD-582B-C980990C72D5}"/>
          </ac:spMkLst>
        </pc:spChg>
      </pc:sldChg>
      <pc:sldChg chg="modSp mod">
        <pc:chgData name="Takeuchi, Koichiro" userId="b3848a05-443b-4434-8fa5-7398ca0c03c9" providerId="ADAL" clId="{FBA1C96C-8A32-4A2B-8398-1B64F129BE51}" dt="2024-07-23T11:18:31.485" v="379" actId="1036"/>
        <pc:sldMkLst>
          <pc:docMk/>
          <pc:sldMk cId="3308295739" sldId="2147480828"/>
        </pc:sldMkLst>
        <pc:spChg chg="mod">
          <ac:chgData name="Takeuchi, Koichiro" userId="b3848a05-443b-4434-8fa5-7398ca0c03c9" providerId="ADAL" clId="{FBA1C96C-8A32-4A2B-8398-1B64F129BE51}" dt="2024-07-23T11:18:31.485" v="379" actId="1036"/>
          <ac:spMkLst>
            <pc:docMk/>
            <pc:sldMk cId="3308295739" sldId="2147480828"/>
            <ac:spMk id="5" creationId="{DBBC153B-5392-1912-538B-44AC467BD5A5}"/>
          </ac:spMkLst>
        </pc:spChg>
      </pc:sldChg>
      <pc:sldChg chg="delSp mod">
        <pc:chgData name="Takeuchi, Koichiro" userId="b3848a05-443b-4434-8fa5-7398ca0c03c9" providerId="ADAL" clId="{FBA1C96C-8A32-4A2B-8398-1B64F129BE51}" dt="2024-07-12T02:55:18.653" v="1" actId="478"/>
        <pc:sldMkLst>
          <pc:docMk/>
          <pc:sldMk cId="2091009357" sldId="2147480830"/>
        </pc:sldMkLst>
        <pc:spChg chg="del">
          <ac:chgData name="Takeuchi, Koichiro" userId="b3848a05-443b-4434-8fa5-7398ca0c03c9" providerId="ADAL" clId="{FBA1C96C-8A32-4A2B-8398-1B64F129BE51}" dt="2024-07-12T02:55:18.653" v="1" actId="478"/>
          <ac:spMkLst>
            <pc:docMk/>
            <pc:sldMk cId="2091009357" sldId="2147480830"/>
            <ac:spMk id="11" creationId="{3D2C8A37-48AE-8E76-8264-E5A57258EE7A}"/>
          </ac:spMkLst>
        </pc:spChg>
      </pc:sldChg>
      <pc:sldChg chg="delSp mod">
        <pc:chgData name="Takeuchi, Koichiro" userId="b3848a05-443b-4434-8fa5-7398ca0c03c9" providerId="ADAL" clId="{FBA1C96C-8A32-4A2B-8398-1B64F129BE51}" dt="2024-07-12T02:55:24.029" v="5" actId="478"/>
        <pc:sldMkLst>
          <pc:docMk/>
          <pc:sldMk cId="4048553935" sldId="2147480833"/>
        </pc:sldMkLst>
        <pc:spChg chg="del">
          <ac:chgData name="Takeuchi, Koichiro" userId="b3848a05-443b-4434-8fa5-7398ca0c03c9" providerId="ADAL" clId="{FBA1C96C-8A32-4A2B-8398-1B64F129BE51}" dt="2024-07-12T02:55:24.029" v="5" actId="478"/>
          <ac:spMkLst>
            <pc:docMk/>
            <pc:sldMk cId="4048553935" sldId="2147480833"/>
            <ac:spMk id="78" creationId="{E4AEAC44-03FC-0C44-1F4E-E3EBFDF5071E}"/>
          </ac:spMkLst>
        </pc:spChg>
      </pc:sldChg>
      <pc:sldChg chg="addSp delSp modSp mod">
        <pc:chgData name="Takeuchi, Koichiro" userId="b3848a05-443b-4434-8fa5-7398ca0c03c9" providerId="ADAL" clId="{FBA1C96C-8A32-4A2B-8398-1B64F129BE51}" dt="2024-07-12T04:14:54.687" v="377" actId="20577"/>
        <pc:sldMkLst>
          <pc:docMk/>
          <pc:sldMk cId="3421619155" sldId="2147480835"/>
        </pc:sldMkLst>
        <pc:spChg chg="mod">
          <ac:chgData name="Takeuchi, Koichiro" userId="b3848a05-443b-4434-8fa5-7398ca0c03c9" providerId="ADAL" clId="{FBA1C96C-8A32-4A2B-8398-1B64F129BE51}" dt="2024-07-12T04:14:54.687" v="377" actId="20577"/>
          <ac:spMkLst>
            <pc:docMk/>
            <pc:sldMk cId="3421619155" sldId="2147480835"/>
            <ac:spMk id="3" creationId="{AD1EAC40-4216-15EF-D1A6-211C8288D462}"/>
          </ac:spMkLst>
        </pc:spChg>
        <pc:spChg chg="add del mod">
          <ac:chgData name="Takeuchi, Koichiro" userId="b3848a05-443b-4434-8fa5-7398ca0c03c9" providerId="ADAL" clId="{FBA1C96C-8A32-4A2B-8398-1B64F129BE51}" dt="2024-07-12T04:12:18.455" v="63" actId="478"/>
          <ac:spMkLst>
            <pc:docMk/>
            <pc:sldMk cId="3421619155" sldId="2147480835"/>
            <ac:spMk id="9" creationId="{6D9F62B1-D55C-D847-72CD-7D24CDA2CF29}"/>
          </ac:spMkLst>
        </pc:spChg>
        <pc:spChg chg="add del mod">
          <ac:chgData name="Takeuchi, Koichiro" userId="b3848a05-443b-4434-8fa5-7398ca0c03c9" providerId="ADAL" clId="{FBA1C96C-8A32-4A2B-8398-1B64F129BE51}" dt="2024-07-12T04:13:59.239" v="354" actId="478"/>
          <ac:spMkLst>
            <pc:docMk/>
            <pc:sldMk cId="3421619155" sldId="2147480835"/>
            <ac:spMk id="10" creationId="{CF3D1F66-F4C0-3A85-F1D1-8C1F8739D670}"/>
          </ac:spMkLst>
        </pc:spChg>
        <pc:picChg chg="del mod">
          <ac:chgData name="Takeuchi, Koichiro" userId="b3848a05-443b-4434-8fa5-7398ca0c03c9" providerId="ADAL" clId="{FBA1C96C-8A32-4A2B-8398-1B64F129BE51}" dt="2024-07-12T04:14:04.139" v="355" actId="478"/>
          <ac:picMkLst>
            <pc:docMk/>
            <pc:sldMk cId="3421619155" sldId="2147480835"/>
            <ac:picMk id="7" creationId="{AF846E81-2FF8-1637-F520-A3FEEC9022F5}"/>
          </ac:picMkLst>
        </pc:picChg>
        <pc:picChg chg="add mod">
          <ac:chgData name="Takeuchi, Koichiro" userId="b3848a05-443b-4434-8fa5-7398ca0c03c9" providerId="ADAL" clId="{FBA1C96C-8A32-4A2B-8398-1B64F129BE51}" dt="2024-07-12T04:14:32.468" v="372" actId="12788"/>
          <ac:picMkLst>
            <pc:docMk/>
            <pc:sldMk cId="3421619155" sldId="2147480835"/>
            <ac:picMk id="11" creationId="{888860B8-27F4-434E-5D4F-1C65849DD459}"/>
          </ac:picMkLst>
        </pc:picChg>
      </pc:sldChg>
      <pc:sldChg chg="delSp mod">
        <pc:chgData name="Takeuchi, Koichiro" userId="b3848a05-443b-4434-8fa5-7398ca0c03c9" providerId="ADAL" clId="{FBA1C96C-8A32-4A2B-8398-1B64F129BE51}" dt="2024-07-12T02:55:28.570" v="6" actId="478"/>
        <pc:sldMkLst>
          <pc:docMk/>
          <pc:sldMk cId="3849089130" sldId="2147480838"/>
        </pc:sldMkLst>
        <pc:spChg chg="del">
          <ac:chgData name="Takeuchi, Koichiro" userId="b3848a05-443b-4434-8fa5-7398ca0c03c9" providerId="ADAL" clId="{FBA1C96C-8A32-4A2B-8398-1B64F129BE51}" dt="2024-07-12T02:55:28.570" v="6" actId="478"/>
          <ac:spMkLst>
            <pc:docMk/>
            <pc:sldMk cId="3849089130" sldId="2147480838"/>
            <ac:spMk id="8" creationId="{7A7D6ECF-8672-90B1-C41E-7E8CA4F965DF}"/>
          </ac:spMkLst>
        </pc:spChg>
      </pc:sldChg>
      <pc:sldChg chg="delSp mod">
        <pc:chgData name="Takeuchi, Koichiro" userId="b3848a05-443b-4434-8fa5-7398ca0c03c9" providerId="ADAL" clId="{FBA1C96C-8A32-4A2B-8398-1B64F129BE51}" dt="2024-07-12T02:55:22.322" v="4" actId="478"/>
        <pc:sldMkLst>
          <pc:docMk/>
          <pc:sldMk cId="1607300711" sldId="2147480840"/>
        </pc:sldMkLst>
        <pc:spChg chg="del">
          <ac:chgData name="Takeuchi, Koichiro" userId="b3848a05-443b-4434-8fa5-7398ca0c03c9" providerId="ADAL" clId="{FBA1C96C-8A32-4A2B-8398-1B64F129BE51}" dt="2024-07-12T02:55:22.322" v="4" actId="478"/>
          <ac:spMkLst>
            <pc:docMk/>
            <pc:sldMk cId="1607300711" sldId="2147480840"/>
            <ac:spMk id="3" creationId="{E3D1267C-2426-816B-4A76-C1E6C6075135}"/>
          </ac:spMkLst>
        </pc:spChg>
      </pc:sldChg>
      <pc:sldChg chg="delSp mod">
        <pc:chgData name="Takeuchi, Koichiro" userId="b3848a05-443b-4434-8fa5-7398ca0c03c9" providerId="ADAL" clId="{FBA1C96C-8A32-4A2B-8398-1B64F129BE51}" dt="2024-07-12T02:55:19.650" v="2" actId="478"/>
        <pc:sldMkLst>
          <pc:docMk/>
          <pc:sldMk cId="489336897" sldId="2147480841"/>
        </pc:sldMkLst>
        <pc:spChg chg="del">
          <ac:chgData name="Takeuchi, Koichiro" userId="b3848a05-443b-4434-8fa5-7398ca0c03c9" providerId="ADAL" clId="{FBA1C96C-8A32-4A2B-8398-1B64F129BE51}" dt="2024-07-12T02:55:19.650" v="2" actId="478"/>
          <ac:spMkLst>
            <pc:docMk/>
            <pc:sldMk cId="489336897" sldId="2147480841"/>
            <ac:spMk id="6" creationId="{90EE92DB-DBB3-C63E-C631-8747CA2DC46E}"/>
          </ac:spMkLst>
        </pc:spChg>
      </pc:sldChg>
      <pc:sldChg chg="delSp mod">
        <pc:chgData name="Takeuchi, Koichiro" userId="b3848a05-443b-4434-8fa5-7398ca0c03c9" providerId="ADAL" clId="{FBA1C96C-8A32-4A2B-8398-1B64F129BE51}" dt="2024-07-12T02:55:20.566" v="3" actId="478"/>
        <pc:sldMkLst>
          <pc:docMk/>
          <pc:sldMk cId="403272463" sldId="2147480842"/>
        </pc:sldMkLst>
        <pc:spChg chg="del">
          <ac:chgData name="Takeuchi, Koichiro" userId="b3848a05-443b-4434-8fa5-7398ca0c03c9" providerId="ADAL" clId="{FBA1C96C-8A32-4A2B-8398-1B64F129BE51}" dt="2024-07-12T02:55:20.566" v="3" actId="478"/>
          <ac:spMkLst>
            <pc:docMk/>
            <pc:sldMk cId="403272463" sldId="2147480842"/>
            <ac:spMk id="6" creationId="{90EE92DB-DBB3-C63E-C631-8747CA2DC46E}"/>
          </ac:spMkLst>
        </pc:spChg>
      </pc:sldChg>
    </pc:docChg>
  </pc:docChgLst>
  <pc:docChgLst>
    <pc:chgData name="Okamura, Ryo" userId="18831572-7aab-4b12-89e3-a5e58af7a83e" providerId="ADAL" clId="{00786286-401E-4FD1-BD85-040950DC1534}"/>
    <pc:docChg chg="undo custSel addSld delSld modSld sldOrd modSection">
      <pc:chgData name="Okamura, Ryo" userId="18831572-7aab-4b12-89e3-a5e58af7a83e" providerId="ADAL" clId="{00786286-401E-4FD1-BD85-040950DC1534}" dt="2024-02-09T06:55:01.157" v="1127" actId="255"/>
      <pc:docMkLst>
        <pc:docMk/>
      </pc:docMkLst>
      <pc:sldChg chg="modSp mod ord">
        <pc:chgData name="Okamura, Ryo" userId="18831572-7aab-4b12-89e3-a5e58af7a83e" providerId="ADAL" clId="{00786286-401E-4FD1-BD85-040950DC1534}" dt="2024-02-09T06:52:56.650" v="1109" actId="20577"/>
        <pc:sldMkLst>
          <pc:docMk/>
          <pc:sldMk cId="684610595" sldId="2147468582"/>
        </pc:sldMkLst>
        <pc:spChg chg="mod">
          <ac:chgData name="Okamura, Ryo" userId="18831572-7aab-4b12-89e3-a5e58af7a83e" providerId="ADAL" clId="{00786286-401E-4FD1-BD85-040950DC1534}" dt="2024-02-09T06:52:56.650" v="1109" actId="20577"/>
          <ac:spMkLst>
            <pc:docMk/>
            <pc:sldMk cId="684610595" sldId="2147468582"/>
            <ac:spMk id="7" creationId="{A22762E2-0815-406B-AB18-FC327E470E5A}"/>
          </ac:spMkLst>
        </pc:spChg>
      </pc:sldChg>
      <pc:sldChg chg="modSp mod">
        <pc:chgData name="Okamura, Ryo" userId="18831572-7aab-4b12-89e3-a5e58af7a83e" providerId="ADAL" clId="{00786286-401E-4FD1-BD85-040950DC1534}" dt="2024-02-09T06:53:18.141" v="1120" actId="6549"/>
        <pc:sldMkLst>
          <pc:docMk/>
          <pc:sldMk cId="1060982302" sldId="2147468617"/>
        </pc:sldMkLst>
        <pc:spChg chg="mod">
          <ac:chgData name="Okamura, Ryo" userId="18831572-7aab-4b12-89e3-a5e58af7a83e" providerId="ADAL" clId="{00786286-401E-4FD1-BD85-040950DC1534}" dt="2024-02-09T06:53:18.141" v="1120" actId="6549"/>
          <ac:spMkLst>
            <pc:docMk/>
            <pc:sldMk cId="1060982302" sldId="2147468617"/>
            <ac:spMk id="9" creationId="{398BB613-BB56-B211-3C55-7FF51BC3AC60}"/>
          </ac:spMkLst>
        </pc:spChg>
      </pc:sldChg>
      <pc:sldChg chg="modSp mod">
        <pc:chgData name="Okamura, Ryo" userId="18831572-7aab-4b12-89e3-a5e58af7a83e" providerId="ADAL" clId="{00786286-401E-4FD1-BD85-040950DC1534}" dt="2024-02-09T06:37:31.550" v="1025" actId="20577"/>
        <pc:sldMkLst>
          <pc:docMk/>
          <pc:sldMk cId="1817067240" sldId="2147468619"/>
        </pc:sldMkLst>
        <pc:spChg chg="mod">
          <ac:chgData name="Okamura, Ryo" userId="18831572-7aab-4b12-89e3-a5e58af7a83e" providerId="ADAL" clId="{00786286-401E-4FD1-BD85-040950DC1534}" dt="2024-02-09T06:37:31.550" v="1025" actId="20577"/>
          <ac:spMkLst>
            <pc:docMk/>
            <pc:sldMk cId="1817067240" sldId="2147468619"/>
            <ac:spMk id="2" creationId="{2D1A062F-4EA6-F899-120C-FFE0FAA12AF5}"/>
          </ac:spMkLst>
        </pc:spChg>
      </pc:sldChg>
      <pc:sldChg chg="modSp">
        <pc:chgData name="Okamura, Ryo" userId="18831572-7aab-4b12-89e3-a5e58af7a83e" providerId="ADAL" clId="{00786286-401E-4FD1-BD85-040950DC1534}" dt="2024-02-08T00:05:26.815" v="693" actId="1035"/>
        <pc:sldMkLst>
          <pc:docMk/>
          <pc:sldMk cId="981886088" sldId="2147468620"/>
        </pc:sldMkLst>
        <pc:spChg chg="mod">
          <ac:chgData name="Okamura, Ryo" userId="18831572-7aab-4b12-89e3-a5e58af7a83e" providerId="ADAL" clId="{00786286-401E-4FD1-BD85-040950DC1534}" dt="2024-02-08T00:05:26.815" v="693" actId="1035"/>
          <ac:spMkLst>
            <pc:docMk/>
            <pc:sldMk cId="981886088" sldId="2147468620"/>
            <ac:spMk id="9" creationId="{A3E44F4C-3BE2-A13F-B596-DA79F795B78C}"/>
          </ac:spMkLst>
        </pc:spChg>
        <pc:spChg chg="mod">
          <ac:chgData name="Okamura, Ryo" userId="18831572-7aab-4b12-89e3-a5e58af7a83e" providerId="ADAL" clId="{00786286-401E-4FD1-BD85-040950DC1534}" dt="2024-02-08T00:05:26.815" v="693" actId="1035"/>
          <ac:spMkLst>
            <pc:docMk/>
            <pc:sldMk cId="981886088" sldId="2147468620"/>
            <ac:spMk id="10" creationId="{7FA34171-F4A5-4DF7-A9EA-AE3DDADA1124}"/>
          </ac:spMkLst>
        </pc:spChg>
        <pc:spChg chg="mod">
          <ac:chgData name="Okamura, Ryo" userId="18831572-7aab-4b12-89e3-a5e58af7a83e" providerId="ADAL" clId="{00786286-401E-4FD1-BD85-040950DC1534}" dt="2024-02-08T00:05:26.815" v="693" actId="1035"/>
          <ac:spMkLst>
            <pc:docMk/>
            <pc:sldMk cId="981886088" sldId="2147468620"/>
            <ac:spMk id="11" creationId="{C1DCBBD1-BDB1-547C-BCA3-FD6ACF48713C}"/>
          </ac:spMkLst>
        </pc:spChg>
        <pc:spChg chg="mod">
          <ac:chgData name="Okamura, Ryo" userId="18831572-7aab-4b12-89e3-a5e58af7a83e" providerId="ADAL" clId="{00786286-401E-4FD1-BD85-040950DC1534}" dt="2024-02-08T00:05:26.815" v="693" actId="1035"/>
          <ac:spMkLst>
            <pc:docMk/>
            <pc:sldMk cId="981886088" sldId="2147468620"/>
            <ac:spMk id="12" creationId="{DEF05991-462F-1FC7-34A1-79CEA63E0434}"/>
          </ac:spMkLst>
        </pc:spChg>
        <pc:spChg chg="mod">
          <ac:chgData name="Okamura, Ryo" userId="18831572-7aab-4b12-89e3-a5e58af7a83e" providerId="ADAL" clId="{00786286-401E-4FD1-BD85-040950DC1534}" dt="2024-02-08T00:05:26.815" v="693" actId="1035"/>
          <ac:spMkLst>
            <pc:docMk/>
            <pc:sldMk cId="981886088" sldId="2147468620"/>
            <ac:spMk id="13" creationId="{21CD1CCE-A76E-6652-F155-AE178C3B6ABC}"/>
          </ac:spMkLst>
        </pc:spChg>
        <pc:spChg chg="mod">
          <ac:chgData name="Okamura, Ryo" userId="18831572-7aab-4b12-89e3-a5e58af7a83e" providerId="ADAL" clId="{00786286-401E-4FD1-BD85-040950DC1534}" dt="2024-02-08T00:05:26.815" v="693" actId="1035"/>
          <ac:spMkLst>
            <pc:docMk/>
            <pc:sldMk cId="981886088" sldId="2147468620"/>
            <ac:spMk id="14" creationId="{FDB7A055-C26D-724B-2F56-B8B1086BD57C}"/>
          </ac:spMkLst>
        </pc:spChg>
        <pc:spChg chg="mod">
          <ac:chgData name="Okamura, Ryo" userId="18831572-7aab-4b12-89e3-a5e58af7a83e" providerId="ADAL" clId="{00786286-401E-4FD1-BD85-040950DC1534}" dt="2024-02-08T00:05:26.815" v="693" actId="1035"/>
          <ac:spMkLst>
            <pc:docMk/>
            <pc:sldMk cId="981886088" sldId="2147468620"/>
            <ac:spMk id="15" creationId="{0005C401-A0FF-D6AC-16C3-657247C05C58}"/>
          </ac:spMkLst>
        </pc:spChg>
        <pc:spChg chg="mod">
          <ac:chgData name="Okamura, Ryo" userId="18831572-7aab-4b12-89e3-a5e58af7a83e" providerId="ADAL" clId="{00786286-401E-4FD1-BD85-040950DC1534}" dt="2024-02-08T00:05:26.815" v="693" actId="1035"/>
          <ac:spMkLst>
            <pc:docMk/>
            <pc:sldMk cId="981886088" sldId="2147468620"/>
            <ac:spMk id="16" creationId="{95EA701D-8F78-5A5B-8185-E46436FBD214}"/>
          </ac:spMkLst>
        </pc:spChg>
        <pc:spChg chg="mod">
          <ac:chgData name="Okamura, Ryo" userId="18831572-7aab-4b12-89e3-a5e58af7a83e" providerId="ADAL" clId="{00786286-401E-4FD1-BD85-040950DC1534}" dt="2024-02-08T00:05:26.815" v="693" actId="1035"/>
          <ac:spMkLst>
            <pc:docMk/>
            <pc:sldMk cId="981886088" sldId="2147468620"/>
            <ac:spMk id="17" creationId="{E0CD1692-F91E-D902-FE91-C3A4B546E4B2}"/>
          </ac:spMkLst>
        </pc:spChg>
        <pc:spChg chg="mod">
          <ac:chgData name="Okamura, Ryo" userId="18831572-7aab-4b12-89e3-a5e58af7a83e" providerId="ADAL" clId="{00786286-401E-4FD1-BD85-040950DC1534}" dt="2024-02-08T00:05:26.815" v="693" actId="1035"/>
          <ac:spMkLst>
            <pc:docMk/>
            <pc:sldMk cId="981886088" sldId="2147468620"/>
            <ac:spMk id="21" creationId="{E868A0FB-A728-0A8E-1CBA-BC26FF3EAEF6}"/>
          </ac:spMkLst>
        </pc:spChg>
        <pc:spChg chg="mod">
          <ac:chgData name="Okamura, Ryo" userId="18831572-7aab-4b12-89e3-a5e58af7a83e" providerId="ADAL" clId="{00786286-401E-4FD1-BD85-040950DC1534}" dt="2024-02-08T00:05:26.815" v="693" actId="1035"/>
          <ac:spMkLst>
            <pc:docMk/>
            <pc:sldMk cId="981886088" sldId="2147468620"/>
            <ac:spMk id="22" creationId="{266A0FE5-1CB2-BAC0-A98E-332C296A054E}"/>
          </ac:spMkLst>
        </pc:spChg>
        <pc:spChg chg="mod">
          <ac:chgData name="Okamura, Ryo" userId="18831572-7aab-4b12-89e3-a5e58af7a83e" providerId="ADAL" clId="{00786286-401E-4FD1-BD85-040950DC1534}" dt="2024-02-08T00:05:26.815" v="693" actId="1035"/>
          <ac:spMkLst>
            <pc:docMk/>
            <pc:sldMk cId="981886088" sldId="2147468620"/>
            <ac:spMk id="23" creationId="{B33FC0D1-2ACA-C7D2-2B47-57A84FDB571B}"/>
          </ac:spMkLst>
        </pc:spChg>
        <pc:spChg chg="mod">
          <ac:chgData name="Okamura, Ryo" userId="18831572-7aab-4b12-89e3-a5e58af7a83e" providerId="ADAL" clId="{00786286-401E-4FD1-BD85-040950DC1534}" dt="2024-02-08T00:05:26.815" v="693" actId="1035"/>
          <ac:spMkLst>
            <pc:docMk/>
            <pc:sldMk cId="981886088" sldId="2147468620"/>
            <ac:spMk id="48" creationId="{274AC0CA-D8C9-5A85-1026-490F40FFBE8A}"/>
          </ac:spMkLst>
        </pc:spChg>
        <pc:spChg chg="mod">
          <ac:chgData name="Okamura, Ryo" userId="18831572-7aab-4b12-89e3-a5e58af7a83e" providerId="ADAL" clId="{00786286-401E-4FD1-BD85-040950DC1534}" dt="2024-02-08T00:05:26.815" v="693" actId="1035"/>
          <ac:spMkLst>
            <pc:docMk/>
            <pc:sldMk cId="981886088" sldId="2147468620"/>
            <ac:spMk id="49" creationId="{3A363963-4265-85A0-9052-58C2589F7500}"/>
          </ac:spMkLst>
        </pc:spChg>
        <pc:spChg chg="mod">
          <ac:chgData name="Okamura, Ryo" userId="18831572-7aab-4b12-89e3-a5e58af7a83e" providerId="ADAL" clId="{00786286-401E-4FD1-BD85-040950DC1534}" dt="2024-02-08T00:05:26.815" v="693" actId="1035"/>
          <ac:spMkLst>
            <pc:docMk/>
            <pc:sldMk cId="981886088" sldId="2147468620"/>
            <ac:spMk id="55" creationId="{D26ED28C-F082-26EF-E1AC-0658C4553B97}"/>
          </ac:spMkLst>
        </pc:spChg>
        <pc:spChg chg="mod">
          <ac:chgData name="Okamura, Ryo" userId="18831572-7aab-4b12-89e3-a5e58af7a83e" providerId="ADAL" clId="{00786286-401E-4FD1-BD85-040950DC1534}" dt="2024-02-08T00:05:26.815" v="693" actId="1035"/>
          <ac:spMkLst>
            <pc:docMk/>
            <pc:sldMk cId="981886088" sldId="2147468620"/>
            <ac:spMk id="56" creationId="{07E36E76-C91D-B254-4F53-BACDC68024C1}"/>
          </ac:spMkLst>
        </pc:spChg>
        <pc:spChg chg="mod">
          <ac:chgData name="Okamura, Ryo" userId="18831572-7aab-4b12-89e3-a5e58af7a83e" providerId="ADAL" clId="{00786286-401E-4FD1-BD85-040950DC1534}" dt="2024-02-08T00:05:26.815" v="693" actId="1035"/>
          <ac:spMkLst>
            <pc:docMk/>
            <pc:sldMk cId="981886088" sldId="2147468620"/>
            <ac:spMk id="57" creationId="{7F0BA823-D77A-E7E8-EED7-43CF1B00159B}"/>
          </ac:spMkLst>
        </pc:spChg>
        <pc:spChg chg="mod">
          <ac:chgData name="Okamura, Ryo" userId="18831572-7aab-4b12-89e3-a5e58af7a83e" providerId="ADAL" clId="{00786286-401E-4FD1-BD85-040950DC1534}" dt="2024-02-08T00:05:26.815" v="693" actId="1035"/>
          <ac:spMkLst>
            <pc:docMk/>
            <pc:sldMk cId="981886088" sldId="2147468620"/>
            <ac:spMk id="58" creationId="{DCAF4A68-40B6-0744-ACAB-4FEACA735FFF}"/>
          </ac:spMkLst>
        </pc:spChg>
        <pc:spChg chg="mod">
          <ac:chgData name="Okamura, Ryo" userId="18831572-7aab-4b12-89e3-a5e58af7a83e" providerId="ADAL" clId="{00786286-401E-4FD1-BD85-040950DC1534}" dt="2024-02-08T00:05:26.815" v="693" actId="1035"/>
          <ac:spMkLst>
            <pc:docMk/>
            <pc:sldMk cId="981886088" sldId="2147468620"/>
            <ac:spMk id="59" creationId="{31124FCA-6CFB-E2DE-6AA1-D504688BED43}"/>
          </ac:spMkLst>
        </pc:spChg>
        <pc:spChg chg="mod">
          <ac:chgData name="Okamura, Ryo" userId="18831572-7aab-4b12-89e3-a5e58af7a83e" providerId="ADAL" clId="{00786286-401E-4FD1-BD85-040950DC1534}" dt="2024-02-08T00:05:26.815" v="693" actId="1035"/>
          <ac:spMkLst>
            <pc:docMk/>
            <pc:sldMk cId="981886088" sldId="2147468620"/>
            <ac:spMk id="60" creationId="{32025390-20B9-66D7-03C2-F076A210F1A0}"/>
          </ac:spMkLst>
        </pc:spChg>
        <pc:spChg chg="mod">
          <ac:chgData name="Okamura, Ryo" userId="18831572-7aab-4b12-89e3-a5e58af7a83e" providerId="ADAL" clId="{00786286-401E-4FD1-BD85-040950DC1534}" dt="2024-02-08T00:05:26.815" v="693" actId="1035"/>
          <ac:spMkLst>
            <pc:docMk/>
            <pc:sldMk cId="981886088" sldId="2147468620"/>
            <ac:spMk id="61" creationId="{2B6921AC-4388-57A2-87E3-F8041A0BCF47}"/>
          </ac:spMkLst>
        </pc:spChg>
        <pc:spChg chg="mod">
          <ac:chgData name="Okamura, Ryo" userId="18831572-7aab-4b12-89e3-a5e58af7a83e" providerId="ADAL" clId="{00786286-401E-4FD1-BD85-040950DC1534}" dt="2024-02-08T00:05:26.815" v="693" actId="1035"/>
          <ac:spMkLst>
            <pc:docMk/>
            <pc:sldMk cId="981886088" sldId="2147468620"/>
            <ac:spMk id="62" creationId="{65A8853B-6760-56E6-D4D4-86042C0D2BD1}"/>
          </ac:spMkLst>
        </pc:spChg>
        <pc:spChg chg="mod">
          <ac:chgData name="Okamura, Ryo" userId="18831572-7aab-4b12-89e3-a5e58af7a83e" providerId="ADAL" clId="{00786286-401E-4FD1-BD85-040950DC1534}" dt="2024-02-08T00:05:26.815" v="693" actId="1035"/>
          <ac:spMkLst>
            <pc:docMk/>
            <pc:sldMk cId="981886088" sldId="2147468620"/>
            <ac:spMk id="63" creationId="{23AA6F25-E205-EC3A-F2CE-0C8C6CCAEAED}"/>
          </ac:spMkLst>
        </pc:spChg>
        <pc:spChg chg="mod">
          <ac:chgData name="Okamura, Ryo" userId="18831572-7aab-4b12-89e3-a5e58af7a83e" providerId="ADAL" clId="{00786286-401E-4FD1-BD85-040950DC1534}" dt="2024-02-08T00:05:26.815" v="693" actId="1035"/>
          <ac:spMkLst>
            <pc:docMk/>
            <pc:sldMk cId="981886088" sldId="2147468620"/>
            <ac:spMk id="64" creationId="{BD24F8B6-DC74-5166-20F5-B1D8269B476A}"/>
          </ac:spMkLst>
        </pc:spChg>
        <pc:spChg chg="mod">
          <ac:chgData name="Okamura, Ryo" userId="18831572-7aab-4b12-89e3-a5e58af7a83e" providerId="ADAL" clId="{00786286-401E-4FD1-BD85-040950DC1534}" dt="2024-02-08T00:05:26.815" v="693" actId="1035"/>
          <ac:spMkLst>
            <pc:docMk/>
            <pc:sldMk cId="981886088" sldId="2147468620"/>
            <ac:spMk id="65" creationId="{A6C205EA-89FF-6A82-A20E-35EE152C2F25}"/>
          </ac:spMkLst>
        </pc:spChg>
        <pc:spChg chg="mod">
          <ac:chgData name="Okamura, Ryo" userId="18831572-7aab-4b12-89e3-a5e58af7a83e" providerId="ADAL" clId="{00786286-401E-4FD1-BD85-040950DC1534}" dt="2024-02-08T00:05:26.815" v="693" actId="1035"/>
          <ac:spMkLst>
            <pc:docMk/>
            <pc:sldMk cId="981886088" sldId="2147468620"/>
            <ac:spMk id="66" creationId="{B55AB79F-2868-F0C3-7209-ACB70FFE8F64}"/>
          </ac:spMkLst>
        </pc:spChg>
        <pc:spChg chg="mod">
          <ac:chgData name="Okamura, Ryo" userId="18831572-7aab-4b12-89e3-a5e58af7a83e" providerId="ADAL" clId="{00786286-401E-4FD1-BD85-040950DC1534}" dt="2024-02-08T00:05:26.815" v="693" actId="1035"/>
          <ac:spMkLst>
            <pc:docMk/>
            <pc:sldMk cId="981886088" sldId="2147468620"/>
            <ac:spMk id="67" creationId="{74CF6CF8-5638-DF12-61A3-E470EB287FAD}"/>
          </ac:spMkLst>
        </pc:spChg>
        <pc:spChg chg="mod">
          <ac:chgData name="Okamura, Ryo" userId="18831572-7aab-4b12-89e3-a5e58af7a83e" providerId="ADAL" clId="{00786286-401E-4FD1-BD85-040950DC1534}" dt="2024-02-08T00:05:26.815" v="693" actId="1035"/>
          <ac:spMkLst>
            <pc:docMk/>
            <pc:sldMk cId="981886088" sldId="2147468620"/>
            <ac:spMk id="68" creationId="{7C66F8B2-47D8-F3F6-86D1-6A9281E4CB82}"/>
          </ac:spMkLst>
        </pc:spChg>
        <pc:spChg chg="mod">
          <ac:chgData name="Okamura, Ryo" userId="18831572-7aab-4b12-89e3-a5e58af7a83e" providerId="ADAL" clId="{00786286-401E-4FD1-BD85-040950DC1534}" dt="2024-02-08T00:05:26.815" v="693" actId="1035"/>
          <ac:spMkLst>
            <pc:docMk/>
            <pc:sldMk cId="981886088" sldId="2147468620"/>
            <ac:spMk id="69" creationId="{2D267047-F199-C8DC-245A-ACFF94F0C0C7}"/>
          </ac:spMkLst>
        </pc:spChg>
        <pc:spChg chg="mod">
          <ac:chgData name="Okamura, Ryo" userId="18831572-7aab-4b12-89e3-a5e58af7a83e" providerId="ADAL" clId="{00786286-401E-4FD1-BD85-040950DC1534}" dt="2024-02-08T00:05:26.815" v="693" actId="1035"/>
          <ac:spMkLst>
            <pc:docMk/>
            <pc:sldMk cId="981886088" sldId="2147468620"/>
            <ac:spMk id="70" creationId="{00D4CC00-1EFF-F208-AD22-FF1ED32F54AC}"/>
          </ac:spMkLst>
        </pc:spChg>
        <pc:spChg chg="mod">
          <ac:chgData name="Okamura, Ryo" userId="18831572-7aab-4b12-89e3-a5e58af7a83e" providerId="ADAL" clId="{00786286-401E-4FD1-BD85-040950DC1534}" dt="2024-02-08T00:05:26.815" v="693" actId="1035"/>
          <ac:spMkLst>
            <pc:docMk/>
            <pc:sldMk cId="981886088" sldId="2147468620"/>
            <ac:spMk id="75" creationId="{11696C15-7130-D102-163F-B04C8A8A0BDB}"/>
          </ac:spMkLst>
        </pc:spChg>
        <pc:spChg chg="mod">
          <ac:chgData name="Okamura, Ryo" userId="18831572-7aab-4b12-89e3-a5e58af7a83e" providerId="ADAL" clId="{00786286-401E-4FD1-BD85-040950DC1534}" dt="2024-02-08T00:05:26.815" v="693" actId="1035"/>
          <ac:spMkLst>
            <pc:docMk/>
            <pc:sldMk cId="981886088" sldId="2147468620"/>
            <ac:spMk id="76" creationId="{49980B75-A01D-C08F-3A72-3630F7E0F3F9}"/>
          </ac:spMkLst>
        </pc:spChg>
        <pc:spChg chg="mod">
          <ac:chgData name="Okamura, Ryo" userId="18831572-7aab-4b12-89e3-a5e58af7a83e" providerId="ADAL" clId="{00786286-401E-4FD1-BD85-040950DC1534}" dt="2024-02-08T00:05:26.815" v="693" actId="1035"/>
          <ac:spMkLst>
            <pc:docMk/>
            <pc:sldMk cId="981886088" sldId="2147468620"/>
            <ac:spMk id="77" creationId="{16E24E77-8B2B-3A68-6ADC-FD08CE5D09C2}"/>
          </ac:spMkLst>
        </pc:spChg>
        <pc:spChg chg="mod">
          <ac:chgData name="Okamura, Ryo" userId="18831572-7aab-4b12-89e3-a5e58af7a83e" providerId="ADAL" clId="{00786286-401E-4FD1-BD85-040950DC1534}" dt="2024-02-08T00:05:26.815" v="693" actId="1035"/>
          <ac:spMkLst>
            <pc:docMk/>
            <pc:sldMk cId="981886088" sldId="2147468620"/>
            <ac:spMk id="78" creationId="{CA8E626D-2217-C454-3FE9-58E15EFC8022}"/>
          </ac:spMkLst>
        </pc:spChg>
        <pc:spChg chg="mod">
          <ac:chgData name="Okamura, Ryo" userId="18831572-7aab-4b12-89e3-a5e58af7a83e" providerId="ADAL" clId="{00786286-401E-4FD1-BD85-040950DC1534}" dt="2024-02-08T00:05:26.815" v="693" actId="1035"/>
          <ac:spMkLst>
            <pc:docMk/>
            <pc:sldMk cId="981886088" sldId="2147468620"/>
            <ac:spMk id="79" creationId="{CEFE9081-8253-80C8-65AC-92EDE40B2E53}"/>
          </ac:spMkLst>
        </pc:spChg>
        <pc:spChg chg="mod">
          <ac:chgData name="Okamura, Ryo" userId="18831572-7aab-4b12-89e3-a5e58af7a83e" providerId="ADAL" clId="{00786286-401E-4FD1-BD85-040950DC1534}" dt="2024-02-08T00:05:26.815" v="693" actId="1035"/>
          <ac:spMkLst>
            <pc:docMk/>
            <pc:sldMk cId="981886088" sldId="2147468620"/>
            <ac:spMk id="80" creationId="{DBE4CC8E-1B4E-B7D5-4148-5D4CB22E567F}"/>
          </ac:spMkLst>
        </pc:spChg>
        <pc:spChg chg="mod">
          <ac:chgData name="Okamura, Ryo" userId="18831572-7aab-4b12-89e3-a5e58af7a83e" providerId="ADAL" clId="{00786286-401E-4FD1-BD85-040950DC1534}" dt="2024-02-08T00:05:26.815" v="693" actId="1035"/>
          <ac:spMkLst>
            <pc:docMk/>
            <pc:sldMk cId="981886088" sldId="2147468620"/>
            <ac:spMk id="81" creationId="{DF69693A-60B3-EBED-EC85-2B344D227FF2}"/>
          </ac:spMkLst>
        </pc:spChg>
        <pc:spChg chg="mod">
          <ac:chgData name="Okamura, Ryo" userId="18831572-7aab-4b12-89e3-a5e58af7a83e" providerId="ADAL" clId="{00786286-401E-4FD1-BD85-040950DC1534}" dt="2024-02-08T00:05:26.815" v="693" actId="1035"/>
          <ac:spMkLst>
            <pc:docMk/>
            <pc:sldMk cId="981886088" sldId="2147468620"/>
            <ac:spMk id="82" creationId="{51E777F9-B93C-8813-FF0E-28DDC997F64D}"/>
          </ac:spMkLst>
        </pc:spChg>
        <pc:spChg chg="mod">
          <ac:chgData name="Okamura, Ryo" userId="18831572-7aab-4b12-89e3-a5e58af7a83e" providerId="ADAL" clId="{00786286-401E-4FD1-BD85-040950DC1534}" dt="2024-02-08T00:05:26.815" v="693" actId="1035"/>
          <ac:spMkLst>
            <pc:docMk/>
            <pc:sldMk cId="981886088" sldId="2147468620"/>
            <ac:spMk id="83" creationId="{7B68A16F-D22A-DA94-AB60-9D6E42AAF8FD}"/>
          </ac:spMkLst>
        </pc:spChg>
        <pc:spChg chg="mod">
          <ac:chgData name="Okamura, Ryo" userId="18831572-7aab-4b12-89e3-a5e58af7a83e" providerId="ADAL" clId="{00786286-401E-4FD1-BD85-040950DC1534}" dt="2024-02-08T00:05:26.815" v="693" actId="1035"/>
          <ac:spMkLst>
            <pc:docMk/>
            <pc:sldMk cId="981886088" sldId="2147468620"/>
            <ac:spMk id="84" creationId="{F0C75F51-C8C9-5BB2-3FE9-68FFB09260E5}"/>
          </ac:spMkLst>
        </pc:spChg>
        <pc:spChg chg="mod">
          <ac:chgData name="Okamura, Ryo" userId="18831572-7aab-4b12-89e3-a5e58af7a83e" providerId="ADAL" clId="{00786286-401E-4FD1-BD85-040950DC1534}" dt="2024-02-08T00:05:26.815" v="693" actId="1035"/>
          <ac:spMkLst>
            <pc:docMk/>
            <pc:sldMk cId="981886088" sldId="2147468620"/>
            <ac:spMk id="85" creationId="{5F006709-6A39-31F1-ABF5-67F31E6CA8E2}"/>
          </ac:spMkLst>
        </pc:spChg>
        <pc:spChg chg="mod">
          <ac:chgData name="Okamura, Ryo" userId="18831572-7aab-4b12-89e3-a5e58af7a83e" providerId="ADAL" clId="{00786286-401E-4FD1-BD85-040950DC1534}" dt="2024-02-08T00:05:26.815" v="693" actId="1035"/>
          <ac:spMkLst>
            <pc:docMk/>
            <pc:sldMk cId="981886088" sldId="2147468620"/>
            <ac:spMk id="86" creationId="{40BEDF83-68C7-E118-C720-E56E94FF53E0}"/>
          </ac:spMkLst>
        </pc:spChg>
        <pc:spChg chg="mod">
          <ac:chgData name="Okamura, Ryo" userId="18831572-7aab-4b12-89e3-a5e58af7a83e" providerId="ADAL" clId="{00786286-401E-4FD1-BD85-040950DC1534}" dt="2024-02-08T00:05:26.815" v="693" actId="1035"/>
          <ac:spMkLst>
            <pc:docMk/>
            <pc:sldMk cId="981886088" sldId="2147468620"/>
            <ac:spMk id="91" creationId="{1DC4736D-E80A-3965-DA50-DC4FE1CC8A6D}"/>
          </ac:spMkLst>
        </pc:spChg>
        <pc:grpChg chg="mod">
          <ac:chgData name="Okamura, Ryo" userId="18831572-7aab-4b12-89e3-a5e58af7a83e" providerId="ADAL" clId="{00786286-401E-4FD1-BD85-040950DC1534}" dt="2024-02-08T00:05:26.815" v="693" actId="1035"/>
          <ac:grpSpMkLst>
            <pc:docMk/>
            <pc:sldMk cId="981886088" sldId="2147468620"/>
            <ac:grpSpMk id="50" creationId="{2F394EAB-1F82-B9E8-C325-2D7B2B82663F}"/>
          </ac:grpSpMkLst>
        </pc:grpChg>
        <pc:grpChg chg="mod">
          <ac:chgData name="Okamura, Ryo" userId="18831572-7aab-4b12-89e3-a5e58af7a83e" providerId="ADAL" clId="{00786286-401E-4FD1-BD85-040950DC1534}" dt="2024-02-08T00:05:26.815" v="693" actId="1035"/>
          <ac:grpSpMkLst>
            <pc:docMk/>
            <pc:sldMk cId="981886088" sldId="2147468620"/>
            <ac:grpSpMk id="51" creationId="{BB6768FB-E8BB-5EA4-6118-7A0EC4BC05E6}"/>
          </ac:grpSpMkLst>
        </pc:grpChg>
        <pc:grpChg chg="mod">
          <ac:chgData name="Okamura, Ryo" userId="18831572-7aab-4b12-89e3-a5e58af7a83e" providerId="ADAL" clId="{00786286-401E-4FD1-BD85-040950DC1534}" dt="2024-02-08T00:05:26.815" v="693" actId="1035"/>
          <ac:grpSpMkLst>
            <pc:docMk/>
            <pc:sldMk cId="981886088" sldId="2147468620"/>
            <ac:grpSpMk id="52" creationId="{9561AC42-411D-B188-50FC-3DDCAE5E27D1}"/>
          </ac:grpSpMkLst>
        </pc:grpChg>
        <pc:grpChg chg="mod">
          <ac:chgData name="Okamura, Ryo" userId="18831572-7aab-4b12-89e3-a5e58af7a83e" providerId="ADAL" clId="{00786286-401E-4FD1-BD85-040950DC1534}" dt="2024-02-08T00:05:26.815" v="693" actId="1035"/>
          <ac:grpSpMkLst>
            <pc:docMk/>
            <pc:sldMk cId="981886088" sldId="2147468620"/>
            <ac:grpSpMk id="53" creationId="{A857557E-ECB5-6EDB-9C8D-8A71DEB01782}"/>
          </ac:grpSpMkLst>
        </pc:grpChg>
        <pc:grpChg chg="mod">
          <ac:chgData name="Okamura, Ryo" userId="18831572-7aab-4b12-89e3-a5e58af7a83e" providerId="ADAL" clId="{00786286-401E-4FD1-BD85-040950DC1534}" dt="2024-02-08T00:05:26.815" v="693" actId="1035"/>
          <ac:grpSpMkLst>
            <pc:docMk/>
            <pc:sldMk cId="981886088" sldId="2147468620"/>
            <ac:grpSpMk id="54" creationId="{7A921858-A5D4-69AD-A9B7-18B5181D2409}"/>
          </ac:grpSpMkLst>
        </pc:grpChg>
        <pc:grpChg chg="mod">
          <ac:chgData name="Okamura, Ryo" userId="18831572-7aab-4b12-89e3-a5e58af7a83e" providerId="ADAL" clId="{00786286-401E-4FD1-BD85-040950DC1534}" dt="2024-02-08T00:05:26.815" v="693" actId="1035"/>
          <ac:grpSpMkLst>
            <pc:docMk/>
            <pc:sldMk cId="981886088" sldId="2147468620"/>
            <ac:grpSpMk id="71" creationId="{EE0E78E6-D25D-5998-6949-DDBE1D92A55C}"/>
          </ac:grpSpMkLst>
        </pc:grpChg>
        <pc:grpChg chg="mod">
          <ac:chgData name="Okamura, Ryo" userId="18831572-7aab-4b12-89e3-a5e58af7a83e" providerId="ADAL" clId="{00786286-401E-4FD1-BD85-040950DC1534}" dt="2024-02-08T00:05:26.815" v="693" actId="1035"/>
          <ac:grpSpMkLst>
            <pc:docMk/>
            <pc:sldMk cId="981886088" sldId="2147468620"/>
            <ac:grpSpMk id="72" creationId="{650E013B-3DED-48E9-B70F-89B0FFB6E9BF}"/>
          </ac:grpSpMkLst>
        </pc:grpChg>
        <pc:grpChg chg="mod">
          <ac:chgData name="Okamura, Ryo" userId="18831572-7aab-4b12-89e3-a5e58af7a83e" providerId="ADAL" clId="{00786286-401E-4FD1-BD85-040950DC1534}" dt="2024-02-08T00:05:26.815" v="693" actId="1035"/>
          <ac:grpSpMkLst>
            <pc:docMk/>
            <pc:sldMk cId="981886088" sldId="2147468620"/>
            <ac:grpSpMk id="73" creationId="{1527A379-7C35-2ABE-C82B-87150EE36583}"/>
          </ac:grpSpMkLst>
        </pc:grpChg>
        <pc:grpChg chg="mod">
          <ac:chgData name="Okamura, Ryo" userId="18831572-7aab-4b12-89e3-a5e58af7a83e" providerId="ADAL" clId="{00786286-401E-4FD1-BD85-040950DC1534}" dt="2024-02-08T00:05:26.815" v="693" actId="1035"/>
          <ac:grpSpMkLst>
            <pc:docMk/>
            <pc:sldMk cId="981886088" sldId="2147468620"/>
            <ac:grpSpMk id="74" creationId="{FBB6369F-55E6-6548-E204-8890065252AF}"/>
          </ac:grpSpMkLst>
        </pc:grpChg>
        <pc:picChg chg="mod">
          <ac:chgData name="Okamura, Ryo" userId="18831572-7aab-4b12-89e3-a5e58af7a83e" providerId="ADAL" clId="{00786286-401E-4FD1-BD85-040950DC1534}" dt="2024-02-08T00:05:26.815" v="693" actId="1035"/>
          <ac:picMkLst>
            <pc:docMk/>
            <pc:sldMk cId="981886088" sldId="2147468620"/>
            <ac:picMk id="24" creationId="{7A720925-8AC9-0EFD-569D-151EC8DB5A59}"/>
          </ac:picMkLst>
        </pc:picChg>
        <pc:picChg chg="mod">
          <ac:chgData name="Okamura, Ryo" userId="18831572-7aab-4b12-89e3-a5e58af7a83e" providerId="ADAL" clId="{00786286-401E-4FD1-BD85-040950DC1534}" dt="2024-02-08T00:05:26.815" v="693" actId="1035"/>
          <ac:picMkLst>
            <pc:docMk/>
            <pc:sldMk cId="981886088" sldId="2147468620"/>
            <ac:picMk id="25" creationId="{10E2E051-6EBB-DC47-5802-246DD7538EE5}"/>
          </ac:picMkLst>
        </pc:picChg>
        <pc:picChg chg="mod">
          <ac:chgData name="Okamura, Ryo" userId="18831572-7aab-4b12-89e3-a5e58af7a83e" providerId="ADAL" clId="{00786286-401E-4FD1-BD85-040950DC1534}" dt="2024-02-08T00:05:26.815" v="693" actId="1035"/>
          <ac:picMkLst>
            <pc:docMk/>
            <pc:sldMk cId="981886088" sldId="2147468620"/>
            <ac:picMk id="26" creationId="{0E484457-48A9-5765-46EB-22446F53BDFF}"/>
          </ac:picMkLst>
        </pc:picChg>
        <pc:picChg chg="mod">
          <ac:chgData name="Okamura, Ryo" userId="18831572-7aab-4b12-89e3-a5e58af7a83e" providerId="ADAL" clId="{00786286-401E-4FD1-BD85-040950DC1534}" dt="2024-02-08T00:05:26.815" v="693" actId="1035"/>
          <ac:picMkLst>
            <pc:docMk/>
            <pc:sldMk cId="981886088" sldId="2147468620"/>
            <ac:picMk id="27" creationId="{06F33DDA-1034-80B8-6FBA-4347B7CFDE3B}"/>
          </ac:picMkLst>
        </pc:picChg>
        <pc:picChg chg="mod">
          <ac:chgData name="Okamura, Ryo" userId="18831572-7aab-4b12-89e3-a5e58af7a83e" providerId="ADAL" clId="{00786286-401E-4FD1-BD85-040950DC1534}" dt="2024-02-08T00:05:26.815" v="693" actId="1035"/>
          <ac:picMkLst>
            <pc:docMk/>
            <pc:sldMk cId="981886088" sldId="2147468620"/>
            <ac:picMk id="28" creationId="{A1830BDB-4C53-9454-30A9-08826A014485}"/>
          </ac:picMkLst>
        </pc:picChg>
        <pc:picChg chg="mod">
          <ac:chgData name="Okamura, Ryo" userId="18831572-7aab-4b12-89e3-a5e58af7a83e" providerId="ADAL" clId="{00786286-401E-4FD1-BD85-040950DC1534}" dt="2024-02-08T00:05:26.815" v="693" actId="1035"/>
          <ac:picMkLst>
            <pc:docMk/>
            <pc:sldMk cId="981886088" sldId="2147468620"/>
            <ac:picMk id="29" creationId="{4E0B93E3-E2B9-AF31-7CFD-AC874EEA2D64}"/>
          </ac:picMkLst>
        </pc:picChg>
        <pc:picChg chg="mod">
          <ac:chgData name="Okamura, Ryo" userId="18831572-7aab-4b12-89e3-a5e58af7a83e" providerId="ADAL" clId="{00786286-401E-4FD1-BD85-040950DC1534}" dt="2024-02-08T00:05:26.815" v="693" actId="1035"/>
          <ac:picMkLst>
            <pc:docMk/>
            <pc:sldMk cId="981886088" sldId="2147468620"/>
            <ac:picMk id="30" creationId="{AA228DC3-5FED-887A-66E9-9985F7C7D6AA}"/>
          </ac:picMkLst>
        </pc:picChg>
        <pc:picChg chg="mod">
          <ac:chgData name="Okamura, Ryo" userId="18831572-7aab-4b12-89e3-a5e58af7a83e" providerId="ADAL" clId="{00786286-401E-4FD1-BD85-040950DC1534}" dt="2024-02-08T00:05:26.815" v="693" actId="1035"/>
          <ac:picMkLst>
            <pc:docMk/>
            <pc:sldMk cId="981886088" sldId="2147468620"/>
            <ac:picMk id="31" creationId="{C92A292E-B15C-129E-C839-44302694A7C4}"/>
          </ac:picMkLst>
        </pc:picChg>
        <pc:picChg chg="mod">
          <ac:chgData name="Okamura, Ryo" userId="18831572-7aab-4b12-89e3-a5e58af7a83e" providerId="ADAL" clId="{00786286-401E-4FD1-BD85-040950DC1534}" dt="2024-02-08T00:05:26.815" v="693" actId="1035"/>
          <ac:picMkLst>
            <pc:docMk/>
            <pc:sldMk cId="981886088" sldId="2147468620"/>
            <ac:picMk id="32" creationId="{38560E5A-839A-4559-1082-4B6503AA581A}"/>
          </ac:picMkLst>
        </pc:picChg>
        <pc:picChg chg="mod">
          <ac:chgData name="Okamura, Ryo" userId="18831572-7aab-4b12-89e3-a5e58af7a83e" providerId="ADAL" clId="{00786286-401E-4FD1-BD85-040950DC1534}" dt="2024-02-08T00:05:26.815" v="693" actId="1035"/>
          <ac:picMkLst>
            <pc:docMk/>
            <pc:sldMk cId="981886088" sldId="2147468620"/>
            <ac:picMk id="33" creationId="{C8AE6E5F-41B9-1FA2-D53E-2F8C26ABBD4C}"/>
          </ac:picMkLst>
        </pc:picChg>
        <pc:picChg chg="mod">
          <ac:chgData name="Okamura, Ryo" userId="18831572-7aab-4b12-89e3-a5e58af7a83e" providerId="ADAL" clId="{00786286-401E-4FD1-BD85-040950DC1534}" dt="2024-02-08T00:05:26.815" v="693" actId="1035"/>
          <ac:picMkLst>
            <pc:docMk/>
            <pc:sldMk cId="981886088" sldId="2147468620"/>
            <ac:picMk id="34" creationId="{04D4645A-732D-465F-47EE-A24A55F93FE8}"/>
          </ac:picMkLst>
        </pc:picChg>
        <pc:picChg chg="mod">
          <ac:chgData name="Okamura, Ryo" userId="18831572-7aab-4b12-89e3-a5e58af7a83e" providerId="ADAL" clId="{00786286-401E-4FD1-BD85-040950DC1534}" dt="2024-02-08T00:05:26.815" v="693" actId="1035"/>
          <ac:picMkLst>
            <pc:docMk/>
            <pc:sldMk cId="981886088" sldId="2147468620"/>
            <ac:picMk id="35" creationId="{24640B2A-FF93-BFE4-D03A-628CE512B860}"/>
          </ac:picMkLst>
        </pc:picChg>
        <pc:picChg chg="mod">
          <ac:chgData name="Okamura, Ryo" userId="18831572-7aab-4b12-89e3-a5e58af7a83e" providerId="ADAL" clId="{00786286-401E-4FD1-BD85-040950DC1534}" dt="2024-02-08T00:05:26.815" v="693" actId="1035"/>
          <ac:picMkLst>
            <pc:docMk/>
            <pc:sldMk cId="981886088" sldId="2147468620"/>
            <ac:picMk id="36" creationId="{1F43690B-8586-1E46-2C11-4848A4E7AE4E}"/>
          </ac:picMkLst>
        </pc:picChg>
        <pc:picChg chg="mod">
          <ac:chgData name="Okamura, Ryo" userId="18831572-7aab-4b12-89e3-a5e58af7a83e" providerId="ADAL" clId="{00786286-401E-4FD1-BD85-040950DC1534}" dt="2024-02-08T00:05:26.815" v="693" actId="1035"/>
          <ac:picMkLst>
            <pc:docMk/>
            <pc:sldMk cId="981886088" sldId="2147468620"/>
            <ac:picMk id="37" creationId="{CC337F8C-3B88-5D42-9C41-E9B17FF935E4}"/>
          </ac:picMkLst>
        </pc:picChg>
        <pc:picChg chg="mod">
          <ac:chgData name="Okamura, Ryo" userId="18831572-7aab-4b12-89e3-a5e58af7a83e" providerId="ADAL" clId="{00786286-401E-4FD1-BD85-040950DC1534}" dt="2024-02-08T00:05:26.815" v="693" actId="1035"/>
          <ac:picMkLst>
            <pc:docMk/>
            <pc:sldMk cId="981886088" sldId="2147468620"/>
            <ac:picMk id="38" creationId="{FDD33F49-02B6-1730-0B5D-1172DA821C48}"/>
          </ac:picMkLst>
        </pc:picChg>
        <pc:picChg chg="mod">
          <ac:chgData name="Okamura, Ryo" userId="18831572-7aab-4b12-89e3-a5e58af7a83e" providerId="ADAL" clId="{00786286-401E-4FD1-BD85-040950DC1534}" dt="2024-02-08T00:05:26.815" v="693" actId="1035"/>
          <ac:picMkLst>
            <pc:docMk/>
            <pc:sldMk cId="981886088" sldId="2147468620"/>
            <ac:picMk id="39" creationId="{0F980A19-F243-A6CE-5940-2041DE578186}"/>
          </ac:picMkLst>
        </pc:picChg>
        <pc:picChg chg="mod">
          <ac:chgData name="Okamura, Ryo" userId="18831572-7aab-4b12-89e3-a5e58af7a83e" providerId="ADAL" clId="{00786286-401E-4FD1-BD85-040950DC1534}" dt="2024-02-08T00:05:26.815" v="693" actId="1035"/>
          <ac:picMkLst>
            <pc:docMk/>
            <pc:sldMk cId="981886088" sldId="2147468620"/>
            <ac:picMk id="40" creationId="{82E95DB1-135E-EC0A-250B-04E5CF5521FC}"/>
          </ac:picMkLst>
        </pc:picChg>
        <pc:picChg chg="mod">
          <ac:chgData name="Okamura, Ryo" userId="18831572-7aab-4b12-89e3-a5e58af7a83e" providerId="ADAL" clId="{00786286-401E-4FD1-BD85-040950DC1534}" dt="2024-02-08T00:05:26.815" v="693" actId="1035"/>
          <ac:picMkLst>
            <pc:docMk/>
            <pc:sldMk cId="981886088" sldId="2147468620"/>
            <ac:picMk id="41" creationId="{CC88354E-E57C-E25D-552D-DFAB5F70A92F}"/>
          </ac:picMkLst>
        </pc:picChg>
        <pc:picChg chg="mod">
          <ac:chgData name="Okamura, Ryo" userId="18831572-7aab-4b12-89e3-a5e58af7a83e" providerId="ADAL" clId="{00786286-401E-4FD1-BD85-040950DC1534}" dt="2024-02-08T00:05:26.815" v="693" actId="1035"/>
          <ac:picMkLst>
            <pc:docMk/>
            <pc:sldMk cId="981886088" sldId="2147468620"/>
            <ac:picMk id="42" creationId="{EA698519-CE1A-8F11-A568-418FC0BA13CC}"/>
          </ac:picMkLst>
        </pc:picChg>
        <pc:picChg chg="mod">
          <ac:chgData name="Okamura, Ryo" userId="18831572-7aab-4b12-89e3-a5e58af7a83e" providerId="ADAL" clId="{00786286-401E-4FD1-BD85-040950DC1534}" dt="2024-02-08T00:05:26.815" v="693" actId="1035"/>
          <ac:picMkLst>
            <pc:docMk/>
            <pc:sldMk cId="981886088" sldId="2147468620"/>
            <ac:picMk id="43" creationId="{1DEFFBE2-AFCD-9F31-A9CC-3AB04977DFDC}"/>
          </ac:picMkLst>
        </pc:picChg>
        <pc:picChg chg="mod">
          <ac:chgData name="Okamura, Ryo" userId="18831572-7aab-4b12-89e3-a5e58af7a83e" providerId="ADAL" clId="{00786286-401E-4FD1-BD85-040950DC1534}" dt="2024-02-08T00:05:26.815" v="693" actId="1035"/>
          <ac:picMkLst>
            <pc:docMk/>
            <pc:sldMk cId="981886088" sldId="2147468620"/>
            <ac:picMk id="44" creationId="{3A235A4D-1631-94EA-B197-EEECD85F9F30}"/>
          </ac:picMkLst>
        </pc:picChg>
        <pc:picChg chg="mod">
          <ac:chgData name="Okamura, Ryo" userId="18831572-7aab-4b12-89e3-a5e58af7a83e" providerId="ADAL" clId="{00786286-401E-4FD1-BD85-040950DC1534}" dt="2024-02-08T00:05:26.815" v="693" actId="1035"/>
          <ac:picMkLst>
            <pc:docMk/>
            <pc:sldMk cId="981886088" sldId="2147468620"/>
            <ac:picMk id="45" creationId="{021EB9C9-5B43-F30E-614F-57A3A72CCE95}"/>
          </ac:picMkLst>
        </pc:picChg>
        <pc:picChg chg="mod">
          <ac:chgData name="Okamura, Ryo" userId="18831572-7aab-4b12-89e3-a5e58af7a83e" providerId="ADAL" clId="{00786286-401E-4FD1-BD85-040950DC1534}" dt="2024-02-08T00:05:26.815" v="693" actId="1035"/>
          <ac:picMkLst>
            <pc:docMk/>
            <pc:sldMk cId="981886088" sldId="2147468620"/>
            <ac:picMk id="46" creationId="{712B2279-0EDC-9B61-19F9-1EA87068333F}"/>
          </ac:picMkLst>
        </pc:picChg>
        <pc:picChg chg="mod">
          <ac:chgData name="Okamura, Ryo" userId="18831572-7aab-4b12-89e3-a5e58af7a83e" providerId="ADAL" clId="{00786286-401E-4FD1-BD85-040950DC1534}" dt="2024-02-08T00:05:26.815" v="693" actId="1035"/>
          <ac:picMkLst>
            <pc:docMk/>
            <pc:sldMk cId="981886088" sldId="2147468620"/>
            <ac:picMk id="47" creationId="{8ED28F88-EAF6-2E56-3815-92FF36146FA3}"/>
          </ac:picMkLst>
        </pc:picChg>
        <pc:picChg chg="mod">
          <ac:chgData name="Okamura, Ryo" userId="18831572-7aab-4b12-89e3-a5e58af7a83e" providerId="ADAL" clId="{00786286-401E-4FD1-BD85-040950DC1534}" dt="2024-02-08T00:05:26.815" v="693" actId="1035"/>
          <ac:picMkLst>
            <pc:docMk/>
            <pc:sldMk cId="981886088" sldId="2147468620"/>
            <ac:picMk id="87" creationId="{96612564-2DC8-0D66-E1D7-BA9FA81ABF3B}"/>
          </ac:picMkLst>
        </pc:picChg>
        <pc:picChg chg="mod">
          <ac:chgData name="Okamura, Ryo" userId="18831572-7aab-4b12-89e3-a5e58af7a83e" providerId="ADAL" clId="{00786286-401E-4FD1-BD85-040950DC1534}" dt="2024-02-08T00:05:26.815" v="693" actId="1035"/>
          <ac:picMkLst>
            <pc:docMk/>
            <pc:sldMk cId="981886088" sldId="2147468620"/>
            <ac:picMk id="88" creationId="{8747C78E-D84D-ACE3-2544-13BC3427788B}"/>
          </ac:picMkLst>
        </pc:picChg>
        <pc:picChg chg="mod">
          <ac:chgData name="Okamura, Ryo" userId="18831572-7aab-4b12-89e3-a5e58af7a83e" providerId="ADAL" clId="{00786286-401E-4FD1-BD85-040950DC1534}" dt="2024-02-08T00:05:26.815" v="693" actId="1035"/>
          <ac:picMkLst>
            <pc:docMk/>
            <pc:sldMk cId="981886088" sldId="2147468620"/>
            <ac:picMk id="89" creationId="{AFCE0269-3F68-9E59-91E4-1F7CCA9C55D7}"/>
          </ac:picMkLst>
        </pc:picChg>
        <pc:picChg chg="mod">
          <ac:chgData name="Okamura, Ryo" userId="18831572-7aab-4b12-89e3-a5e58af7a83e" providerId="ADAL" clId="{00786286-401E-4FD1-BD85-040950DC1534}" dt="2024-02-08T00:05:26.815" v="693" actId="1035"/>
          <ac:picMkLst>
            <pc:docMk/>
            <pc:sldMk cId="981886088" sldId="2147468620"/>
            <ac:picMk id="90" creationId="{ECBF8312-019E-423C-84CF-0BE36E6C422A}"/>
          </ac:picMkLst>
        </pc:picChg>
        <pc:picChg chg="mod">
          <ac:chgData name="Okamura, Ryo" userId="18831572-7aab-4b12-89e3-a5e58af7a83e" providerId="ADAL" clId="{00786286-401E-4FD1-BD85-040950DC1534}" dt="2024-02-08T00:05:26.815" v="693" actId="1035"/>
          <ac:picMkLst>
            <pc:docMk/>
            <pc:sldMk cId="981886088" sldId="2147468620"/>
            <ac:picMk id="92" creationId="{BAE5CBE6-F31F-D5D8-363B-DBDE01D9CEFF}"/>
          </ac:picMkLst>
        </pc:picChg>
        <pc:picChg chg="mod">
          <ac:chgData name="Okamura, Ryo" userId="18831572-7aab-4b12-89e3-a5e58af7a83e" providerId="ADAL" clId="{00786286-401E-4FD1-BD85-040950DC1534}" dt="2024-02-08T00:05:26.815" v="693" actId="1035"/>
          <ac:picMkLst>
            <pc:docMk/>
            <pc:sldMk cId="981886088" sldId="2147468620"/>
            <ac:picMk id="93" creationId="{2530E33A-C515-56B0-1F09-071B435412B2}"/>
          </ac:picMkLst>
        </pc:picChg>
        <pc:picChg chg="mod">
          <ac:chgData name="Okamura, Ryo" userId="18831572-7aab-4b12-89e3-a5e58af7a83e" providerId="ADAL" clId="{00786286-401E-4FD1-BD85-040950DC1534}" dt="2024-02-08T00:05:26.815" v="693" actId="1035"/>
          <ac:picMkLst>
            <pc:docMk/>
            <pc:sldMk cId="981886088" sldId="2147468620"/>
            <ac:picMk id="94" creationId="{30EE0284-1847-4CB3-D3BA-1CA8110C27ED}"/>
          </ac:picMkLst>
        </pc:picChg>
        <pc:picChg chg="mod">
          <ac:chgData name="Okamura, Ryo" userId="18831572-7aab-4b12-89e3-a5e58af7a83e" providerId="ADAL" clId="{00786286-401E-4FD1-BD85-040950DC1534}" dt="2024-02-08T00:05:26.815" v="693" actId="1035"/>
          <ac:picMkLst>
            <pc:docMk/>
            <pc:sldMk cId="981886088" sldId="2147468620"/>
            <ac:picMk id="95" creationId="{F0F8EF8B-224C-F3A9-C920-109E5313EEC5}"/>
          </ac:picMkLst>
        </pc:picChg>
        <pc:cxnChg chg="mod">
          <ac:chgData name="Okamura, Ryo" userId="18831572-7aab-4b12-89e3-a5e58af7a83e" providerId="ADAL" clId="{00786286-401E-4FD1-BD85-040950DC1534}" dt="2024-02-08T00:05:26.815" v="693" actId="1035"/>
          <ac:cxnSpMkLst>
            <pc:docMk/>
            <pc:sldMk cId="981886088" sldId="2147468620"/>
            <ac:cxnSpMk id="18" creationId="{351A05F6-F776-9BF3-D5C5-603E408C88B2}"/>
          </ac:cxnSpMkLst>
        </pc:cxnChg>
        <pc:cxnChg chg="mod">
          <ac:chgData name="Okamura, Ryo" userId="18831572-7aab-4b12-89e3-a5e58af7a83e" providerId="ADAL" clId="{00786286-401E-4FD1-BD85-040950DC1534}" dt="2024-02-08T00:05:26.815" v="693" actId="1035"/>
          <ac:cxnSpMkLst>
            <pc:docMk/>
            <pc:sldMk cId="981886088" sldId="2147468620"/>
            <ac:cxnSpMk id="19" creationId="{EEC9E81C-C0F0-E1E4-E112-B109508F50EE}"/>
          </ac:cxnSpMkLst>
        </pc:cxnChg>
        <pc:cxnChg chg="mod">
          <ac:chgData name="Okamura, Ryo" userId="18831572-7aab-4b12-89e3-a5e58af7a83e" providerId="ADAL" clId="{00786286-401E-4FD1-BD85-040950DC1534}" dt="2024-02-08T00:05:26.815" v="693" actId="1035"/>
          <ac:cxnSpMkLst>
            <pc:docMk/>
            <pc:sldMk cId="981886088" sldId="2147468620"/>
            <ac:cxnSpMk id="20" creationId="{C2B66CE8-6272-E806-CD0C-FDB2FE747864}"/>
          </ac:cxnSpMkLst>
        </pc:cxnChg>
      </pc:sldChg>
      <pc:sldChg chg="addSp delSp modSp mod ord">
        <pc:chgData name="Okamura, Ryo" userId="18831572-7aab-4b12-89e3-a5e58af7a83e" providerId="ADAL" clId="{00786286-401E-4FD1-BD85-040950DC1534}" dt="2024-02-08T00:39:36.438" v="773" actId="20577"/>
        <pc:sldMkLst>
          <pc:docMk/>
          <pc:sldMk cId="82363970" sldId="2147468621"/>
        </pc:sldMkLst>
        <pc:spChg chg="add mod">
          <ac:chgData name="Okamura, Ryo" userId="18831572-7aab-4b12-89e3-a5e58af7a83e" providerId="ADAL" clId="{00786286-401E-4FD1-BD85-040950DC1534}" dt="2024-02-07T23:43:19.178" v="326"/>
          <ac:spMkLst>
            <pc:docMk/>
            <pc:sldMk cId="82363970" sldId="2147468621"/>
            <ac:spMk id="2" creationId="{28980B1B-9E8F-0CB3-3DF8-C9F848F66DAD}"/>
          </ac:spMkLst>
        </pc:spChg>
        <pc:spChg chg="add mod">
          <ac:chgData name="Okamura, Ryo" userId="18831572-7aab-4b12-89e3-a5e58af7a83e" providerId="ADAL" clId="{00786286-401E-4FD1-BD85-040950DC1534}" dt="2024-02-07T23:43:19.178" v="326"/>
          <ac:spMkLst>
            <pc:docMk/>
            <pc:sldMk cId="82363970" sldId="2147468621"/>
            <ac:spMk id="8" creationId="{03E32179-D6D5-E275-5B6B-DA8BA9F54866}"/>
          </ac:spMkLst>
        </pc:spChg>
        <pc:spChg chg="add mod">
          <ac:chgData name="Okamura, Ryo" userId="18831572-7aab-4b12-89e3-a5e58af7a83e" providerId="ADAL" clId="{00786286-401E-4FD1-BD85-040950DC1534}" dt="2024-02-07T23:43:19.178" v="326"/>
          <ac:spMkLst>
            <pc:docMk/>
            <pc:sldMk cId="82363970" sldId="2147468621"/>
            <ac:spMk id="9" creationId="{B996407A-188C-45FE-5B1D-7227CE5D32D3}"/>
          </ac:spMkLst>
        </pc:spChg>
        <pc:spChg chg="add mod">
          <ac:chgData name="Okamura, Ryo" userId="18831572-7aab-4b12-89e3-a5e58af7a83e" providerId="ADAL" clId="{00786286-401E-4FD1-BD85-040950DC1534}" dt="2024-02-07T23:43:19.178" v="326"/>
          <ac:spMkLst>
            <pc:docMk/>
            <pc:sldMk cId="82363970" sldId="2147468621"/>
            <ac:spMk id="10" creationId="{4647BB1E-F3C7-DF13-9E15-D9C5FE0435B4}"/>
          </ac:spMkLst>
        </pc:spChg>
        <pc:spChg chg="mod">
          <ac:chgData name="Okamura, Ryo" userId="18831572-7aab-4b12-89e3-a5e58af7a83e" providerId="ADAL" clId="{00786286-401E-4FD1-BD85-040950DC1534}" dt="2024-02-07T23:43:03.951" v="325"/>
          <ac:spMkLst>
            <pc:docMk/>
            <pc:sldMk cId="82363970" sldId="2147468621"/>
            <ac:spMk id="11" creationId="{7A7FE423-6651-4918-33F3-AC76D615E946}"/>
          </ac:spMkLst>
        </pc:spChg>
        <pc:spChg chg="mod">
          <ac:chgData name="Okamura, Ryo" userId="18831572-7aab-4b12-89e3-a5e58af7a83e" providerId="ADAL" clId="{00786286-401E-4FD1-BD85-040950DC1534}" dt="2024-02-07T23:42:47.179" v="322" actId="20577"/>
          <ac:spMkLst>
            <pc:docMk/>
            <pc:sldMk cId="82363970" sldId="2147468621"/>
            <ac:spMk id="12" creationId="{7E2C29F5-EB48-3AE5-C602-1D96DF9AF269}"/>
          </ac:spMkLst>
        </pc:spChg>
        <pc:spChg chg="mod">
          <ac:chgData name="Okamura, Ryo" userId="18831572-7aab-4b12-89e3-a5e58af7a83e" providerId="ADAL" clId="{00786286-401E-4FD1-BD85-040950DC1534}" dt="2024-02-08T00:39:36.438" v="773" actId="20577"/>
          <ac:spMkLst>
            <pc:docMk/>
            <pc:sldMk cId="82363970" sldId="2147468621"/>
            <ac:spMk id="13" creationId="{69BF46B3-BD2C-626F-99BA-C7A327CA0796}"/>
          </ac:spMkLst>
        </pc:spChg>
        <pc:spChg chg="add mod">
          <ac:chgData name="Okamura, Ryo" userId="18831572-7aab-4b12-89e3-a5e58af7a83e" providerId="ADAL" clId="{00786286-401E-4FD1-BD85-040950DC1534}" dt="2024-02-07T23:43:19.178" v="326"/>
          <ac:spMkLst>
            <pc:docMk/>
            <pc:sldMk cId="82363970" sldId="2147468621"/>
            <ac:spMk id="15" creationId="{EE994CE2-3045-97F8-B3C6-903EDD3ED7E6}"/>
          </ac:spMkLst>
        </pc:spChg>
        <pc:spChg chg="add mod">
          <ac:chgData name="Okamura, Ryo" userId="18831572-7aab-4b12-89e3-a5e58af7a83e" providerId="ADAL" clId="{00786286-401E-4FD1-BD85-040950DC1534}" dt="2024-02-07T23:44:50.963" v="564" actId="207"/>
          <ac:spMkLst>
            <pc:docMk/>
            <pc:sldMk cId="82363970" sldId="2147468621"/>
            <ac:spMk id="16" creationId="{99C6E0AF-F6A3-0F1F-1417-6A2B77FBD971}"/>
          </ac:spMkLst>
        </pc:spChg>
        <pc:spChg chg="add mod">
          <ac:chgData name="Okamura, Ryo" userId="18831572-7aab-4b12-89e3-a5e58af7a83e" providerId="ADAL" clId="{00786286-401E-4FD1-BD85-040950DC1534}" dt="2024-02-07T23:43:19.178" v="326"/>
          <ac:spMkLst>
            <pc:docMk/>
            <pc:sldMk cId="82363970" sldId="2147468621"/>
            <ac:spMk id="17" creationId="{4756CFC6-82FC-6289-E865-B8788C8D7546}"/>
          </ac:spMkLst>
        </pc:spChg>
        <pc:spChg chg="add mod">
          <ac:chgData name="Okamura, Ryo" userId="18831572-7aab-4b12-89e3-a5e58af7a83e" providerId="ADAL" clId="{00786286-401E-4FD1-BD85-040950DC1534}" dt="2024-02-07T23:43:19.178" v="326"/>
          <ac:spMkLst>
            <pc:docMk/>
            <pc:sldMk cId="82363970" sldId="2147468621"/>
            <ac:spMk id="18" creationId="{2E89C616-08CC-8C67-A618-42DE0DE3C036}"/>
          </ac:spMkLst>
        </pc:spChg>
        <pc:spChg chg="add mod">
          <ac:chgData name="Okamura, Ryo" userId="18831572-7aab-4b12-89e3-a5e58af7a83e" providerId="ADAL" clId="{00786286-401E-4FD1-BD85-040950DC1534}" dt="2024-02-07T23:43:19.178" v="326"/>
          <ac:spMkLst>
            <pc:docMk/>
            <pc:sldMk cId="82363970" sldId="2147468621"/>
            <ac:spMk id="19" creationId="{855A6689-D75E-018A-CF66-786B88300D2F}"/>
          </ac:spMkLst>
        </pc:spChg>
        <pc:spChg chg="add mod">
          <ac:chgData name="Okamura, Ryo" userId="18831572-7aab-4b12-89e3-a5e58af7a83e" providerId="ADAL" clId="{00786286-401E-4FD1-BD85-040950DC1534}" dt="2024-02-07T23:43:19.178" v="326"/>
          <ac:spMkLst>
            <pc:docMk/>
            <pc:sldMk cId="82363970" sldId="2147468621"/>
            <ac:spMk id="20" creationId="{6FC7C405-61AB-D8E0-93BC-9402ABF6DBAB}"/>
          </ac:spMkLst>
        </pc:spChg>
        <pc:spChg chg="add mod">
          <ac:chgData name="Okamura, Ryo" userId="18831572-7aab-4b12-89e3-a5e58af7a83e" providerId="ADAL" clId="{00786286-401E-4FD1-BD85-040950DC1534}" dt="2024-02-07T23:43:19.178" v="326"/>
          <ac:spMkLst>
            <pc:docMk/>
            <pc:sldMk cId="82363970" sldId="2147468621"/>
            <ac:spMk id="21" creationId="{6CC5DD1B-B853-F5C0-FF42-A4C974B51D45}"/>
          </ac:spMkLst>
        </pc:spChg>
        <pc:spChg chg="mod">
          <ac:chgData name="Okamura, Ryo" userId="18831572-7aab-4b12-89e3-a5e58af7a83e" providerId="ADAL" clId="{00786286-401E-4FD1-BD85-040950DC1534}" dt="2024-02-07T23:43:19.178" v="326"/>
          <ac:spMkLst>
            <pc:docMk/>
            <pc:sldMk cId="82363970" sldId="2147468621"/>
            <ac:spMk id="23" creationId="{8E6E6B52-DF3C-CDDD-2A9B-A6D6B48DB40D}"/>
          </ac:spMkLst>
        </pc:spChg>
        <pc:spChg chg="mod">
          <ac:chgData name="Okamura, Ryo" userId="18831572-7aab-4b12-89e3-a5e58af7a83e" providerId="ADAL" clId="{00786286-401E-4FD1-BD85-040950DC1534}" dt="2024-02-07T23:43:19.178" v="326"/>
          <ac:spMkLst>
            <pc:docMk/>
            <pc:sldMk cId="82363970" sldId="2147468621"/>
            <ac:spMk id="24" creationId="{9A3AD08B-4B0C-82FA-5B75-1C61470EF7BE}"/>
          </ac:spMkLst>
        </pc:spChg>
        <pc:spChg chg="mod">
          <ac:chgData name="Okamura, Ryo" userId="18831572-7aab-4b12-89e3-a5e58af7a83e" providerId="ADAL" clId="{00786286-401E-4FD1-BD85-040950DC1534}" dt="2024-02-07T23:43:19.178" v="326"/>
          <ac:spMkLst>
            <pc:docMk/>
            <pc:sldMk cId="82363970" sldId="2147468621"/>
            <ac:spMk id="25" creationId="{7443CAC6-550E-EBA0-2B02-3DA021AA7763}"/>
          </ac:spMkLst>
        </pc:spChg>
        <pc:spChg chg="mod">
          <ac:chgData name="Okamura, Ryo" userId="18831572-7aab-4b12-89e3-a5e58af7a83e" providerId="ADAL" clId="{00786286-401E-4FD1-BD85-040950DC1534}" dt="2024-02-07T23:43:19.178" v="326"/>
          <ac:spMkLst>
            <pc:docMk/>
            <pc:sldMk cId="82363970" sldId="2147468621"/>
            <ac:spMk id="26" creationId="{7D5291A9-B8B5-D4A0-62D4-F20A41352D08}"/>
          </ac:spMkLst>
        </pc:spChg>
        <pc:spChg chg="mod">
          <ac:chgData name="Okamura, Ryo" userId="18831572-7aab-4b12-89e3-a5e58af7a83e" providerId="ADAL" clId="{00786286-401E-4FD1-BD85-040950DC1534}" dt="2024-02-07T23:43:19.178" v="326"/>
          <ac:spMkLst>
            <pc:docMk/>
            <pc:sldMk cId="82363970" sldId="2147468621"/>
            <ac:spMk id="27" creationId="{D6305E27-7741-23D6-7EF7-364C599051A6}"/>
          </ac:spMkLst>
        </pc:spChg>
        <pc:spChg chg="mod">
          <ac:chgData name="Okamura, Ryo" userId="18831572-7aab-4b12-89e3-a5e58af7a83e" providerId="ADAL" clId="{00786286-401E-4FD1-BD85-040950DC1534}" dt="2024-02-07T23:43:19.178" v="326"/>
          <ac:spMkLst>
            <pc:docMk/>
            <pc:sldMk cId="82363970" sldId="2147468621"/>
            <ac:spMk id="28" creationId="{1054B237-C2CE-7604-7550-D01ECC8FD714}"/>
          </ac:spMkLst>
        </pc:spChg>
        <pc:spChg chg="mod">
          <ac:chgData name="Okamura, Ryo" userId="18831572-7aab-4b12-89e3-a5e58af7a83e" providerId="ADAL" clId="{00786286-401E-4FD1-BD85-040950DC1534}" dt="2024-02-07T23:43:19.178" v="326"/>
          <ac:spMkLst>
            <pc:docMk/>
            <pc:sldMk cId="82363970" sldId="2147468621"/>
            <ac:spMk id="29" creationId="{AF26B9C0-9D5C-07B9-8BC1-260A74C7770D}"/>
          </ac:spMkLst>
        </pc:spChg>
        <pc:spChg chg="mod">
          <ac:chgData name="Okamura, Ryo" userId="18831572-7aab-4b12-89e3-a5e58af7a83e" providerId="ADAL" clId="{00786286-401E-4FD1-BD85-040950DC1534}" dt="2024-02-07T23:43:19.178" v="326"/>
          <ac:spMkLst>
            <pc:docMk/>
            <pc:sldMk cId="82363970" sldId="2147468621"/>
            <ac:spMk id="30" creationId="{39AD4737-8DE2-301C-EC83-6534327BD42D}"/>
          </ac:spMkLst>
        </pc:spChg>
        <pc:spChg chg="mod">
          <ac:chgData name="Okamura, Ryo" userId="18831572-7aab-4b12-89e3-a5e58af7a83e" providerId="ADAL" clId="{00786286-401E-4FD1-BD85-040950DC1534}" dt="2024-02-07T23:43:19.178" v="326"/>
          <ac:spMkLst>
            <pc:docMk/>
            <pc:sldMk cId="82363970" sldId="2147468621"/>
            <ac:spMk id="31" creationId="{3B5D6FA1-38B6-D8A7-0499-2D0E9A25677D}"/>
          </ac:spMkLst>
        </pc:spChg>
        <pc:spChg chg="mod">
          <ac:chgData name="Okamura, Ryo" userId="18831572-7aab-4b12-89e3-a5e58af7a83e" providerId="ADAL" clId="{00786286-401E-4FD1-BD85-040950DC1534}" dt="2024-02-07T23:43:19.178" v="326"/>
          <ac:spMkLst>
            <pc:docMk/>
            <pc:sldMk cId="82363970" sldId="2147468621"/>
            <ac:spMk id="32" creationId="{0D649780-563F-CC5D-30B8-3F267B5F2E61}"/>
          </ac:spMkLst>
        </pc:spChg>
        <pc:spChg chg="mod">
          <ac:chgData name="Okamura, Ryo" userId="18831572-7aab-4b12-89e3-a5e58af7a83e" providerId="ADAL" clId="{00786286-401E-4FD1-BD85-040950DC1534}" dt="2024-02-07T23:43:19.178" v="326"/>
          <ac:spMkLst>
            <pc:docMk/>
            <pc:sldMk cId="82363970" sldId="2147468621"/>
            <ac:spMk id="33" creationId="{2AE11E55-E813-A8AE-CFBF-8DA4F0792770}"/>
          </ac:spMkLst>
        </pc:spChg>
        <pc:spChg chg="mod">
          <ac:chgData name="Okamura, Ryo" userId="18831572-7aab-4b12-89e3-a5e58af7a83e" providerId="ADAL" clId="{00786286-401E-4FD1-BD85-040950DC1534}" dt="2024-02-07T23:43:19.178" v="326"/>
          <ac:spMkLst>
            <pc:docMk/>
            <pc:sldMk cId="82363970" sldId="2147468621"/>
            <ac:spMk id="34" creationId="{9D9CCDF2-AE82-BAE0-745D-BD25F8EB807D}"/>
          </ac:spMkLst>
        </pc:spChg>
        <pc:spChg chg="mod">
          <ac:chgData name="Okamura, Ryo" userId="18831572-7aab-4b12-89e3-a5e58af7a83e" providerId="ADAL" clId="{00786286-401E-4FD1-BD85-040950DC1534}" dt="2024-02-07T23:43:19.178" v="326"/>
          <ac:spMkLst>
            <pc:docMk/>
            <pc:sldMk cId="82363970" sldId="2147468621"/>
            <ac:spMk id="35" creationId="{1F7DBDD4-E35B-1ACB-624B-6C67EC769867}"/>
          </ac:spMkLst>
        </pc:spChg>
        <pc:spChg chg="mod">
          <ac:chgData name="Okamura, Ryo" userId="18831572-7aab-4b12-89e3-a5e58af7a83e" providerId="ADAL" clId="{00786286-401E-4FD1-BD85-040950DC1534}" dt="2024-02-07T23:43:19.178" v="326"/>
          <ac:spMkLst>
            <pc:docMk/>
            <pc:sldMk cId="82363970" sldId="2147468621"/>
            <ac:spMk id="36" creationId="{9AB4A22A-CE89-C35C-D0B1-C2658DEB0013}"/>
          </ac:spMkLst>
        </pc:spChg>
        <pc:spChg chg="mod">
          <ac:chgData name="Okamura, Ryo" userId="18831572-7aab-4b12-89e3-a5e58af7a83e" providerId="ADAL" clId="{00786286-401E-4FD1-BD85-040950DC1534}" dt="2024-02-07T23:43:19.178" v="326"/>
          <ac:spMkLst>
            <pc:docMk/>
            <pc:sldMk cId="82363970" sldId="2147468621"/>
            <ac:spMk id="37" creationId="{D49B86E5-8B6A-C5AC-459A-F5B20857A7E7}"/>
          </ac:spMkLst>
        </pc:spChg>
        <pc:spChg chg="mod">
          <ac:chgData name="Okamura, Ryo" userId="18831572-7aab-4b12-89e3-a5e58af7a83e" providerId="ADAL" clId="{00786286-401E-4FD1-BD85-040950DC1534}" dt="2024-02-07T23:43:19.178" v="326"/>
          <ac:spMkLst>
            <pc:docMk/>
            <pc:sldMk cId="82363970" sldId="2147468621"/>
            <ac:spMk id="38" creationId="{FF17855E-2DAE-3C4F-E834-1670540F86B6}"/>
          </ac:spMkLst>
        </pc:spChg>
        <pc:spChg chg="mod">
          <ac:chgData name="Okamura, Ryo" userId="18831572-7aab-4b12-89e3-a5e58af7a83e" providerId="ADAL" clId="{00786286-401E-4FD1-BD85-040950DC1534}" dt="2024-02-07T23:43:19.178" v="326"/>
          <ac:spMkLst>
            <pc:docMk/>
            <pc:sldMk cId="82363970" sldId="2147468621"/>
            <ac:spMk id="39" creationId="{0AF8C326-CAFC-7529-E1C5-7DAA0F9CFDA2}"/>
          </ac:spMkLst>
        </pc:spChg>
        <pc:spChg chg="mod">
          <ac:chgData name="Okamura, Ryo" userId="18831572-7aab-4b12-89e3-a5e58af7a83e" providerId="ADAL" clId="{00786286-401E-4FD1-BD85-040950DC1534}" dt="2024-02-07T23:43:19.178" v="326"/>
          <ac:spMkLst>
            <pc:docMk/>
            <pc:sldMk cId="82363970" sldId="2147468621"/>
            <ac:spMk id="41" creationId="{CC46ADAC-E455-08AC-52EA-390C367F4E45}"/>
          </ac:spMkLst>
        </pc:spChg>
        <pc:spChg chg="mod">
          <ac:chgData name="Okamura, Ryo" userId="18831572-7aab-4b12-89e3-a5e58af7a83e" providerId="ADAL" clId="{00786286-401E-4FD1-BD85-040950DC1534}" dt="2024-02-07T23:43:19.178" v="326"/>
          <ac:spMkLst>
            <pc:docMk/>
            <pc:sldMk cId="82363970" sldId="2147468621"/>
            <ac:spMk id="42" creationId="{CAC5A9B6-9DC0-C582-CD1A-1EFEAB82DEA6}"/>
          </ac:spMkLst>
        </pc:spChg>
        <pc:spChg chg="mod">
          <ac:chgData name="Okamura, Ryo" userId="18831572-7aab-4b12-89e3-a5e58af7a83e" providerId="ADAL" clId="{00786286-401E-4FD1-BD85-040950DC1534}" dt="2024-02-07T23:43:19.178" v="326"/>
          <ac:spMkLst>
            <pc:docMk/>
            <pc:sldMk cId="82363970" sldId="2147468621"/>
            <ac:spMk id="43" creationId="{0ED67893-17B2-4C43-B978-3D9144DABCA0}"/>
          </ac:spMkLst>
        </pc:spChg>
        <pc:spChg chg="mod">
          <ac:chgData name="Okamura, Ryo" userId="18831572-7aab-4b12-89e3-a5e58af7a83e" providerId="ADAL" clId="{00786286-401E-4FD1-BD85-040950DC1534}" dt="2024-02-07T23:43:19.178" v="326"/>
          <ac:spMkLst>
            <pc:docMk/>
            <pc:sldMk cId="82363970" sldId="2147468621"/>
            <ac:spMk id="44" creationId="{7F8F5F7E-14D3-AA84-BB64-8A80D5E2441B}"/>
          </ac:spMkLst>
        </pc:spChg>
        <pc:spChg chg="mod">
          <ac:chgData name="Okamura, Ryo" userId="18831572-7aab-4b12-89e3-a5e58af7a83e" providerId="ADAL" clId="{00786286-401E-4FD1-BD85-040950DC1534}" dt="2024-02-07T23:43:19.178" v="326"/>
          <ac:spMkLst>
            <pc:docMk/>
            <pc:sldMk cId="82363970" sldId="2147468621"/>
            <ac:spMk id="45" creationId="{110D9AAC-3A3D-4C72-32A6-98FFFF79173D}"/>
          </ac:spMkLst>
        </pc:spChg>
        <pc:spChg chg="mod">
          <ac:chgData name="Okamura, Ryo" userId="18831572-7aab-4b12-89e3-a5e58af7a83e" providerId="ADAL" clId="{00786286-401E-4FD1-BD85-040950DC1534}" dt="2024-02-07T23:43:19.178" v="326"/>
          <ac:spMkLst>
            <pc:docMk/>
            <pc:sldMk cId="82363970" sldId="2147468621"/>
            <ac:spMk id="46" creationId="{FE9CCD82-61AF-B460-14BE-6AAF15661B66}"/>
          </ac:spMkLst>
        </pc:spChg>
        <pc:spChg chg="mod">
          <ac:chgData name="Okamura, Ryo" userId="18831572-7aab-4b12-89e3-a5e58af7a83e" providerId="ADAL" clId="{00786286-401E-4FD1-BD85-040950DC1534}" dt="2024-02-07T23:43:19.178" v="326"/>
          <ac:spMkLst>
            <pc:docMk/>
            <pc:sldMk cId="82363970" sldId="2147468621"/>
            <ac:spMk id="47" creationId="{6DC94873-B393-470D-5DFF-3BFDA12FBDC4}"/>
          </ac:spMkLst>
        </pc:spChg>
        <pc:spChg chg="mod">
          <ac:chgData name="Okamura, Ryo" userId="18831572-7aab-4b12-89e3-a5e58af7a83e" providerId="ADAL" clId="{00786286-401E-4FD1-BD85-040950DC1534}" dt="2024-02-07T23:43:19.178" v="326"/>
          <ac:spMkLst>
            <pc:docMk/>
            <pc:sldMk cId="82363970" sldId="2147468621"/>
            <ac:spMk id="48" creationId="{2B7534DB-8BAA-5B56-3C6B-C183FB24183E}"/>
          </ac:spMkLst>
        </pc:spChg>
        <pc:spChg chg="mod">
          <ac:chgData name="Okamura, Ryo" userId="18831572-7aab-4b12-89e3-a5e58af7a83e" providerId="ADAL" clId="{00786286-401E-4FD1-BD85-040950DC1534}" dt="2024-02-07T23:43:19.178" v="326"/>
          <ac:spMkLst>
            <pc:docMk/>
            <pc:sldMk cId="82363970" sldId="2147468621"/>
            <ac:spMk id="49" creationId="{36BC064B-7E2C-31C2-84C1-8C802F2F6661}"/>
          </ac:spMkLst>
        </pc:spChg>
        <pc:spChg chg="mod">
          <ac:chgData name="Okamura, Ryo" userId="18831572-7aab-4b12-89e3-a5e58af7a83e" providerId="ADAL" clId="{00786286-401E-4FD1-BD85-040950DC1534}" dt="2024-02-07T23:43:19.178" v="326"/>
          <ac:spMkLst>
            <pc:docMk/>
            <pc:sldMk cId="82363970" sldId="2147468621"/>
            <ac:spMk id="50" creationId="{779C3BF1-33F6-5DC1-F211-A43B639ECD2F}"/>
          </ac:spMkLst>
        </pc:spChg>
        <pc:spChg chg="mod">
          <ac:chgData name="Okamura, Ryo" userId="18831572-7aab-4b12-89e3-a5e58af7a83e" providerId="ADAL" clId="{00786286-401E-4FD1-BD85-040950DC1534}" dt="2024-02-07T23:43:19.178" v="326"/>
          <ac:spMkLst>
            <pc:docMk/>
            <pc:sldMk cId="82363970" sldId="2147468621"/>
            <ac:spMk id="51" creationId="{72413532-46B4-ADDD-7BAA-742B179DBFD3}"/>
          </ac:spMkLst>
        </pc:spChg>
        <pc:spChg chg="mod">
          <ac:chgData name="Okamura, Ryo" userId="18831572-7aab-4b12-89e3-a5e58af7a83e" providerId="ADAL" clId="{00786286-401E-4FD1-BD85-040950DC1534}" dt="2024-02-07T23:43:19.178" v="326"/>
          <ac:spMkLst>
            <pc:docMk/>
            <pc:sldMk cId="82363970" sldId="2147468621"/>
            <ac:spMk id="52" creationId="{A8CA5EF9-D536-99E0-4630-92624BFAB238}"/>
          </ac:spMkLst>
        </pc:spChg>
        <pc:spChg chg="mod">
          <ac:chgData name="Okamura, Ryo" userId="18831572-7aab-4b12-89e3-a5e58af7a83e" providerId="ADAL" clId="{00786286-401E-4FD1-BD85-040950DC1534}" dt="2024-02-07T23:43:19.178" v="326"/>
          <ac:spMkLst>
            <pc:docMk/>
            <pc:sldMk cId="82363970" sldId="2147468621"/>
            <ac:spMk id="54" creationId="{5122EDB5-60A0-4D32-4205-7E5E6E4BD4F4}"/>
          </ac:spMkLst>
        </pc:spChg>
        <pc:spChg chg="mod">
          <ac:chgData name="Okamura, Ryo" userId="18831572-7aab-4b12-89e3-a5e58af7a83e" providerId="ADAL" clId="{00786286-401E-4FD1-BD85-040950DC1534}" dt="2024-02-07T23:43:19.178" v="326"/>
          <ac:spMkLst>
            <pc:docMk/>
            <pc:sldMk cId="82363970" sldId="2147468621"/>
            <ac:spMk id="55" creationId="{D64BD469-6ED3-9303-C497-796BF3AF2AFA}"/>
          </ac:spMkLst>
        </pc:spChg>
        <pc:spChg chg="mod">
          <ac:chgData name="Okamura, Ryo" userId="18831572-7aab-4b12-89e3-a5e58af7a83e" providerId="ADAL" clId="{00786286-401E-4FD1-BD85-040950DC1534}" dt="2024-02-07T23:43:19.178" v="326"/>
          <ac:spMkLst>
            <pc:docMk/>
            <pc:sldMk cId="82363970" sldId="2147468621"/>
            <ac:spMk id="56" creationId="{0A4550A2-29ED-3C9B-10BD-9A236F84FFF4}"/>
          </ac:spMkLst>
        </pc:spChg>
        <pc:spChg chg="mod">
          <ac:chgData name="Okamura, Ryo" userId="18831572-7aab-4b12-89e3-a5e58af7a83e" providerId="ADAL" clId="{00786286-401E-4FD1-BD85-040950DC1534}" dt="2024-02-07T23:43:19.178" v="326"/>
          <ac:spMkLst>
            <pc:docMk/>
            <pc:sldMk cId="82363970" sldId="2147468621"/>
            <ac:spMk id="57" creationId="{D4B9276B-14C3-EDC2-4EE3-BD49C75DDE00}"/>
          </ac:spMkLst>
        </pc:spChg>
        <pc:spChg chg="mod">
          <ac:chgData name="Okamura, Ryo" userId="18831572-7aab-4b12-89e3-a5e58af7a83e" providerId="ADAL" clId="{00786286-401E-4FD1-BD85-040950DC1534}" dt="2024-02-07T23:43:19.178" v="326"/>
          <ac:spMkLst>
            <pc:docMk/>
            <pc:sldMk cId="82363970" sldId="2147468621"/>
            <ac:spMk id="58" creationId="{7F93AD58-DA45-0F09-F253-E0CDCA5B9B8C}"/>
          </ac:spMkLst>
        </pc:spChg>
        <pc:spChg chg="mod">
          <ac:chgData name="Okamura, Ryo" userId="18831572-7aab-4b12-89e3-a5e58af7a83e" providerId="ADAL" clId="{00786286-401E-4FD1-BD85-040950DC1534}" dt="2024-02-07T23:43:19.178" v="326"/>
          <ac:spMkLst>
            <pc:docMk/>
            <pc:sldMk cId="82363970" sldId="2147468621"/>
            <ac:spMk id="59" creationId="{B0B7E877-451E-C098-7A2A-5AF8CB003259}"/>
          </ac:spMkLst>
        </pc:spChg>
        <pc:spChg chg="mod">
          <ac:chgData name="Okamura, Ryo" userId="18831572-7aab-4b12-89e3-a5e58af7a83e" providerId="ADAL" clId="{00786286-401E-4FD1-BD85-040950DC1534}" dt="2024-02-07T23:43:19.178" v="326"/>
          <ac:spMkLst>
            <pc:docMk/>
            <pc:sldMk cId="82363970" sldId="2147468621"/>
            <ac:spMk id="60" creationId="{1AB98C88-ABE2-62E6-843B-EEA12FE71169}"/>
          </ac:spMkLst>
        </pc:spChg>
        <pc:spChg chg="mod">
          <ac:chgData name="Okamura, Ryo" userId="18831572-7aab-4b12-89e3-a5e58af7a83e" providerId="ADAL" clId="{00786286-401E-4FD1-BD85-040950DC1534}" dt="2024-02-07T23:43:19.178" v="326"/>
          <ac:spMkLst>
            <pc:docMk/>
            <pc:sldMk cId="82363970" sldId="2147468621"/>
            <ac:spMk id="61" creationId="{57DC6580-1C32-8FD5-A1D8-30CCB4BF1C7C}"/>
          </ac:spMkLst>
        </pc:spChg>
        <pc:spChg chg="mod">
          <ac:chgData name="Okamura, Ryo" userId="18831572-7aab-4b12-89e3-a5e58af7a83e" providerId="ADAL" clId="{00786286-401E-4FD1-BD85-040950DC1534}" dt="2024-02-07T23:43:19.178" v="326"/>
          <ac:spMkLst>
            <pc:docMk/>
            <pc:sldMk cId="82363970" sldId="2147468621"/>
            <ac:spMk id="62" creationId="{E08A19C2-1785-817D-DC4E-B40AD3E2CEF0}"/>
          </ac:spMkLst>
        </pc:spChg>
        <pc:spChg chg="mod">
          <ac:chgData name="Okamura, Ryo" userId="18831572-7aab-4b12-89e3-a5e58af7a83e" providerId="ADAL" clId="{00786286-401E-4FD1-BD85-040950DC1534}" dt="2024-02-07T23:43:19.178" v="326"/>
          <ac:spMkLst>
            <pc:docMk/>
            <pc:sldMk cId="82363970" sldId="2147468621"/>
            <ac:spMk id="63" creationId="{B8E8A720-9A20-FFB8-FBC8-0EB3AFA5BD81}"/>
          </ac:spMkLst>
        </pc:spChg>
        <pc:spChg chg="mod">
          <ac:chgData name="Okamura, Ryo" userId="18831572-7aab-4b12-89e3-a5e58af7a83e" providerId="ADAL" clId="{00786286-401E-4FD1-BD85-040950DC1534}" dt="2024-02-07T23:43:19.178" v="326"/>
          <ac:spMkLst>
            <pc:docMk/>
            <pc:sldMk cId="82363970" sldId="2147468621"/>
            <ac:spMk id="64" creationId="{0A122B94-6D4D-83CC-1791-3B1DCD3A13E0}"/>
          </ac:spMkLst>
        </pc:spChg>
        <pc:spChg chg="mod">
          <ac:chgData name="Okamura, Ryo" userId="18831572-7aab-4b12-89e3-a5e58af7a83e" providerId="ADAL" clId="{00786286-401E-4FD1-BD85-040950DC1534}" dt="2024-02-07T23:43:19.178" v="326"/>
          <ac:spMkLst>
            <pc:docMk/>
            <pc:sldMk cId="82363970" sldId="2147468621"/>
            <ac:spMk id="65" creationId="{90BAB80D-9A4E-C5C1-F804-661D67984119}"/>
          </ac:spMkLst>
        </pc:spChg>
        <pc:spChg chg="mod">
          <ac:chgData name="Okamura, Ryo" userId="18831572-7aab-4b12-89e3-a5e58af7a83e" providerId="ADAL" clId="{00786286-401E-4FD1-BD85-040950DC1534}" dt="2024-02-07T23:43:19.178" v="326"/>
          <ac:spMkLst>
            <pc:docMk/>
            <pc:sldMk cId="82363970" sldId="2147468621"/>
            <ac:spMk id="66" creationId="{13232094-092A-3083-0603-08468C8DD313}"/>
          </ac:spMkLst>
        </pc:spChg>
        <pc:spChg chg="mod">
          <ac:chgData name="Okamura, Ryo" userId="18831572-7aab-4b12-89e3-a5e58af7a83e" providerId="ADAL" clId="{00786286-401E-4FD1-BD85-040950DC1534}" dt="2024-02-07T23:43:19.178" v="326"/>
          <ac:spMkLst>
            <pc:docMk/>
            <pc:sldMk cId="82363970" sldId="2147468621"/>
            <ac:spMk id="67" creationId="{70F30D8C-06F4-EC6C-6D29-BDBA4EFC650F}"/>
          </ac:spMkLst>
        </pc:spChg>
        <pc:spChg chg="mod">
          <ac:chgData name="Okamura, Ryo" userId="18831572-7aab-4b12-89e3-a5e58af7a83e" providerId="ADAL" clId="{00786286-401E-4FD1-BD85-040950DC1534}" dt="2024-02-07T23:43:19.178" v="326"/>
          <ac:spMkLst>
            <pc:docMk/>
            <pc:sldMk cId="82363970" sldId="2147468621"/>
            <ac:spMk id="68" creationId="{E1C1759C-22ED-A26D-ACE4-4A581A91FCB4}"/>
          </ac:spMkLst>
        </pc:spChg>
        <pc:spChg chg="mod">
          <ac:chgData name="Okamura, Ryo" userId="18831572-7aab-4b12-89e3-a5e58af7a83e" providerId="ADAL" clId="{00786286-401E-4FD1-BD85-040950DC1534}" dt="2024-02-07T23:43:19.178" v="326"/>
          <ac:spMkLst>
            <pc:docMk/>
            <pc:sldMk cId="82363970" sldId="2147468621"/>
            <ac:spMk id="69" creationId="{4AAC3942-C40C-CE21-4DD3-E75DDDCB1CCE}"/>
          </ac:spMkLst>
        </pc:spChg>
        <pc:spChg chg="mod">
          <ac:chgData name="Okamura, Ryo" userId="18831572-7aab-4b12-89e3-a5e58af7a83e" providerId="ADAL" clId="{00786286-401E-4FD1-BD85-040950DC1534}" dt="2024-02-07T23:43:19.178" v="326"/>
          <ac:spMkLst>
            <pc:docMk/>
            <pc:sldMk cId="82363970" sldId="2147468621"/>
            <ac:spMk id="70" creationId="{4C458A2E-2F14-7E49-6380-A295ADD64176}"/>
          </ac:spMkLst>
        </pc:spChg>
        <pc:spChg chg="mod">
          <ac:chgData name="Okamura, Ryo" userId="18831572-7aab-4b12-89e3-a5e58af7a83e" providerId="ADAL" clId="{00786286-401E-4FD1-BD85-040950DC1534}" dt="2024-02-07T23:43:19.178" v="326"/>
          <ac:spMkLst>
            <pc:docMk/>
            <pc:sldMk cId="82363970" sldId="2147468621"/>
            <ac:spMk id="71" creationId="{02E7D72B-2392-0C8F-7779-FEEC40A1DF0E}"/>
          </ac:spMkLst>
        </pc:spChg>
        <pc:spChg chg="mod">
          <ac:chgData name="Okamura, Ryo" userId="18831572-7aab-4b12-89e3-a5e58af7a83e" providerId="ADAL" clId="{00786286-401E-4FD1-BD85-040950DC1534}" dt="2024-02-07T23:43:19.178" v="326"/>
          <ac:spMkLst>
            <pc:docMk/>
            <pc:sldMk cId="82363970" sldId="2147468621"/>
            <ac:spMk id="72" creationId="{32A8DB65-B41A-DF2C-E5F7-B5E0DB58E637}"/>
          </ac:spMkLst>
        </pc:spChg>
        <pc:spChg chg="mod">
          <ac:chgData name="Okamura, Ryo" userId="18831572-7aab-4b12-89e3-a5e58af7a83e" providerId="ADAL" clId="{00786286-401E-4FD1-BD85-040950DC1534}" dt="2024-02-07T23:43:19.178" v="326"/>
          <ac:spMkLst>
            <pc:docMk/>
            <pc:sldMk cId="82363970" sldId="2147468621"/>
            <ac:spMk id="73" creationId="{EE25B573-A943-AA0A-C339-F38A20EE7E36}"/>
          </ac:spMkLst>
        </pc:spChg>
        <pc:spChg chg="mod">
          <ac:chgData name="Okamura, Ryo" userId="18831572-7aab-4b12-89e3-a5e58af7a83e" providerId="ADAL" clId="{00786286-401E-4FD1-BD85-040950DC1534}" dt="2024-02-07T23:43:19.178" v="326"/>
          <ac:spMkLst>
            <pc:docMk/>
            <pc:sldMk cId="82363970" sldId="2147468621"/>
            <ac:spMk id="74" creationId="{B8F41ABE-15A8-1F72-8153-EDA58D859F9A}"/>
          </ac:spMkLst>
        </pc:spChg>
        <pc:spChg chg="mod">
          <ac:chgData name="Okamura, Ryo" userId="18831572-7aab-4b12-89e3-a5e58af7a83e" providerId="ADAL" clId="{00786286-401E-4FD1-BD85-040950DC1534}" dt="2024-02-07T23:43:19.178" v="326"/>
          <ac:spMkLst>
            <pc:docMk/>
            <pc:sldMk cId="82363970" sldId="2147468621"/>
            <ac:spMk id="76" creationId="{A12285FA-BADE-FE4D-4654-CE8F686528E8}"/>
          </ac:spMkLst>
        </pc:spChg>
        <pc:spChg chg="mod">
          <ac:chgData name="Okamura, Ryo" userId="18831572-7aab-4b12-89e3-a5e58af7a83e" providerId="ADAL" clId="{00786286-401E-4FD1-BD85-040950DC1534}" dt="2024-02-07T23:43:19.178" v="326"/>
          <ac:spMkLst>
            <pc:docMk/>
            <pc:sldMk cId="82363970" sldId="2147468621"/>
            <ac:spMk id="77" creationId="{169A8744-50BA-DAB8-FC22-60822ABF243A}"/>
          </ac:spMkLst>
        </pc:spChg>
        <pc:spChg chg="mod">
          <ac:chgData name="Okamura, Ryo" userId="18831572-7aab-4b12-89e3-a5e58af7a83e" providerId="ADAL" clId="{00786286-401E-4FD1-BD85-040950DC1534}" dt="2024-02-07T23:43:19.178" v="326"/>
          <ac:spMkLst>
            <pc:docMk/>
            <pc:sldMk cId="82363970" sldId="2147468621"/>
            <ac:spMk id="78" creationId="{5A85F08E-E372-6089-31A2-F5AB1E468402}"/>
          </ac:spMkLst>
        </pc:spChg>
        <pc:spChg chg="mod">
          <ac:chgData name="Okamura, Ryo" userId="18831572-7aab-4b12-89e3-a5e58af7a83e" providerId="ADAL" clId="{00786286-401E-4FD1-BD85-040950DC1534}" dt="2024-02-07T23:43:19.178" v="326"/>
          <ac:spMkLst>
            <pc:docMk/>
            <pc:sldMk cId="82363970" sldId="2147468621"/>
            <ac:spMk id="79" creationId="{C75DA0B0-B7A4-4032-D985-18A95F2335F8}"/>
          </ac:spMkLst>
        </pc:spChg>
        <pc:spChg chg="mod">
          <ac:chgData name="Okamura, Ryo" userId="18831572-7aab-4b12-89e3-a5e58af7a83e" providerId="ADAL" clId="{00786286-401E-4FD1-BD85-040950DC1534}" dt="2024-02-07T23:43:19.178" v="326"/>
          <ac:spMkLst>
            <pc:docMk/>
            <pc:sldMk cId="82363970" sldId="2147468621"/>
            <ac:spMk id="80" creationId="{DA719B96-02FB-9FC4-D704-8560F1321CFC}"/>
          </ac:spMkLst>
        </pc:spChg>
        <pc:spChg chg="mod">
          <ac:chgData name="Okamura, Ryo" userId="18831572-7aab-4b12-89e3-a5e58af7a83e" providerId="ADAL" clId="{00786286-401E-4FD1-BD85-040950DC1534}" dt="2024-02-07T23:43:19.178" v="326"/>
          <ac:spMkLst>
            <pc:docMk/>
            <pc:sldMk cId="82363970" sldId="2147468621"/>
            <ac:spMk id="81" creationId="{26288946-E6CA-A934-B1D9-521526C58AF1}"/>
          </ac:spMkLst>
        </pc:spChg>
        <pc:spChg chg="mod">
          <ac:chgData name="Okamura, Ryo" userId="18831572-7aab-4b12-89e3-a5e58af7a83e" providerId="ADAL" clId="{00786286-401E-4FD1-BD85-040950DC1534}" dt="2024-02-07T23:43:19.178" v="326"/>
          <ac:spMkLst>
            <pc:docMk/>
            <pc:sldMk cId="82363970" sldId="2147468621"/>
            <ac:spMk id="82" creationId="{13DE8A55-F190-3799-DF46-A949C4707E42}"/>
          </ac:spMkLst>
        </pc:spChg>
        <pc:spChg chg="mod">
          <ac:chgData name="Okamura, Ryo" userId="18831572-7aab-4b12-89e3-a5e58af7a83e" providerId="ADAL" clId="{00786286-401E-4FD1-BD85-040950DC1534}" dt="2024-02-07T23:43:19.178" v="326"/>
          <ac:spMkLst>
            <pc:docMk/>
            <pc:sldMk cId="82363970" sldId="2147468621"/>
            <ac:spMk id="83" creationId="{E606438E-7362-EB73-D435-BE2FFA392A79}"/>
          </ac:spMkLst>
        </pc:spChg>
        <pc:spChg chg="mod">
          <ac:chgData name="Okamura, Ryo" userId="18831572-7aab-4b12-89e3-a5e58af7a83e" providerId="ADAL" clId="{00786286-401E-4FD1-BD85-040950DC1534}" dt="2024-02-07T23:43:19.178" v="326"/>
          <ac:spMkLst>
            <pc:docMk/>
            <pc:sldMk cId="82363970" sldId="2147468621"/>
            <ac:spMk id="84" creationId="{360F8083-EF8A-37F9-06D0-D45D224C0B6B}"/>
          </ac:spMkLst>
        </pc:spChg>
        <pc:spChg chg="mod">
          <ac:chgData name="Okamura, Ryo" userId="18831572-7aab-4b12-89e3-a5e58af7a83e" providerId="ADAL" clId="{00786286-401E-4FD1-BD85-040950DC1534}" dt="2024-02-07T23:43:19.178" v="326"/>
          <ac:spMkLst>
            <pc:docMk/>
            <pc:sldMk cId="82363970" sldId="2147468621"/>
            <ac:spMk id="85" creationId="{16EDD7AC-24E9-E848-20FF-464BE8BB6A8A}"/>
          </ac:spMkLst>
        </pc:spChg>
        <pc:spChg chg="mod">
          <ac:chgData name="Okamura, Ryo" userId="18831572-7aab-4b12-89e3-a5e58af7a83e" providerId="ADAL" clId="{00786286-401E-4FD1-BD85-040950DC1534}" dt="2024-02-07T23:43:19.178" v="326"/>
          <ac:spMkLst>
            <pc:docMk/>
            <pc:sldMk cId="82363970" sldId="2147468621"/>
            <ac:spMk id="86" creationId="{A85230FF-2CF0-7676-026F-628D967A3686}"/>
          </ac:spMkLst>
        </pc:spChg>
        <pc:spChg chg="mod">
          <ac:chgData name="Okamura, Ryo" userId="18831572-7aab-4b12-89e3-a5e58af7a83e" providerId="ADAL" clId="{00786286-401E-4FD1-BD85-040950DC1534}" dt="2024-02-07T23:43:19.178" v="326"/>
          <ac:spMkLst>
            <pc:docMk/>
            <pc:sldMk cId="82363970" sldId="2147468621"/>
            <ac:spMk id="87" creationId="{97EEE225-CE96-AB8C-63C1-E432A69AD46A}"/>
          </ac:spMkLst>
        </pc:spChg>
        <pc:spChg chg="mod">
          <ac:chgData name="Okamura, Ryo" userId="18831572-7aab-4b12-89e3-a5e58af7a83e" providerId="ADAL" clId="{00786286-401E-4FD1-BD85-040950DC1534}" dt="2024-02-07T23:43:19.178" v="326"/>
          <ac:spMkLst>
            <pc:docMk/>
            <pc:sldMk cId="82363970" sldId="2147468621"/>
            <ac:spMk id="89" creationId="{39D112F8-8F0A-4BD3-D816-1B170519A39E}"/>
          </ac:spMkLst>
        </pc:spChg>
        <pc:spChg chg="mod">
          <ac:chgData name="Okamura, Ryo" userId="18831572-7aab-4b12-89e3-a5e58af7a83e" providerId="ADAL" clId="{00786286-401E-4FD1-BD85-040950DC1534}" dt="2024-02-07T23:43:19.178" v="326"/>
          <ac:spMkLst>
            <pc:docMk/>
            <pc:sldMk cId="82363970" sldId="2147468621"/>
            <ac:spMk id="90" creationId="{D890F4CA-25FA-E2D7-34FD-2FBF9C20BF6B}"/>
          </ac:spMkLst>
        </pc:spChg>
        <pc:spChg chg="mod">
          <ac:chgData name="Okamura, Ryo" userId="18831572-7aab-4b12-89e3-a5e58af7a83e" providerId="ADAL" clId="{00786286-401E-4FD1-BD85-040950DC1534}" dt="2024-02-07T23:43:19.178" v="326"/>
          <ac:spMkLst>
            <pc:docMk/>
            <pc:sldMk cId="82363970" sldId="2147468621"/>
            <ac:spMk id="91" creationId="{68701DD0-61F9-6DD1-DCAE-E2BD56B6CFE7}"/>
          </ac:spMkLst>
        </pc:spChg>
        <pc:spChg chg="mod">
          <ac:chgData name="Okamura, Ryo" userId="18831572-7aab-4b12-89e3-a5e58af7a83e" providerId="ADAL" clId="{00786286-401E-4FD1-BD85-040950DC1534}" dt="2024-02-07T23:43:19.178" v="326"/>
          <ac:spMkLst>
            <pc:docMk/>
            <pc:sldMk cId="82363970" sldId="2147468621"/>
            <ac:spMk id="92" creationId="{4B086FDF-89AE-6F5A-DABA-F2F5E5CA1BA8}"/>
          </ac:spMkLst>
        </pc:spChg>
        <pc:spChg chg="mod">
          <ac:chgData name="Okamura, Ryo" userId="18831572-7aab-4b12-89e3-a5e58af7a83e" providerId="ADAL" clId="{00786286-401E-4FD1-BD85-040950DC1534}" dt="2024-02-07T23:43:19.178" v="326"/>
          <ac:spMkLst>
            <pc:docMk/>
            <pc:sldMk cId="82363970" sldId="2147468621"/>
            <ac:spMk id="93" creationId="{42545E70-003C-089F-4307-0D403ADA50F8}"/>
          </ac:spMkLst>
        </pc:spChg>
        <pc:spChg chg="mod">
          <ac:chgData name="Okamura, Ryo" userId="18831572-7aab-4b12-89e3-a5e58af7a83e" providerId="ADAL" clId="{00786286-401E-4FD1-BD85-040950DC1534}" dt="2024-02-07T23:43:19.178" v="326"/>
          <ac:spMkLst>
            <pc:docMk/>
            <pc:sldMk cId="82363970" sldId="2147468621"/>
            <ac:spMk id="94" creationId="{1FBB526F-C932-615D-81BC-D831E93B1AAB}"/>
          </ac:spMkLst>
        </pc:spChg>
        <pc:spChg chg="mod">
          <ac:chgData name="Okamura, Ryo" userId="18831572-7aab-4b12-89e3-a5e58af7a83e" providerId="ADAL" clId="{00786286-401E-4FD1-BD85-040950DC1534}" dt="2024-02-07T23:43:19.178" v="326"/>
          <ac:spMkLst>
            <pc:docMk/>
            <pc:sldMk cId="82363970" sldId="2147468621"/>
            <ac:spMk id="95" creationId="{514599F4-DCD1-B5BC-F0B6-E22EC0B89BCE}"/>
          </ac:spMkLst>
        </pc:spChg>
        <pc:spChg chg="mod">
          <ac:chgData name="Okamura, Ryo" userId="18831572-7aab-4b12-89e3-a5e58af7a83e" providerId="ADAL" clId="{00786286-401E-4FD1-BD85-040950DC1534}" dt="2024-02-07T23:43:19.178" v="326"/>
          <ac:spMkLst>
            <pc:docMk/>
            <pc:sldMk cId="82363970" sldId="2147468621"/>
            <ac:spMk id="96" creationId="{99F24B4B-6634-4CC6-F42F-F1D872513185}"/>
          </ac:spMkLst>
        </pc:spChg>
        <pc:spChg chg="mod">
          <ac:chgData name="Okamura, Ryo" userId="18831572-7aab-4b12-89e3-a5e58af7a83e" providerId="ADAL" clId="{00786286-401E-4FD1-BD85-040950DC1534}" dt="2024-02-07T23:43:19.178" v="326"/>
          <ac:spMkLst>
            <pc:docMk/>
            <pc:sldMk cId="82363970" sldId="2147468621"/>
            <ac:spMk id="97" creationId="{B902E891-52F5-485F-B257-01BF5FB9C30A}"/>
          </ac:spMkLst>
        </pc:spChg>
        <pc:spChg chg="add mod">
          <ac:chgData name="Okamura, Ryo" userId="18831572-7aab-4b12-89e3-a5e58af7a83e" providerId="ADAL" clId="{00786286-401E-4FD1-BD85-040950DC1534}" dt="2024-02-07T23:43:19.178" v="326"/>
          <ac:spMkLst>
            <pc:docMk/>
            <pc:sldMk cId="82363970" sldId="2147468621"/>
            <ac:spMk id="98" creationId="{2D642898-1278-6BB3-334F-5422BCFA3706}"/>
          </ac:spMkLst>
        </pc:spChg>
        <pc:spChg chg="add mod">
          <ac:chgData name="Okamura, Ryo" userId="18831572-7aab-4b12-89e3-a5e58af7a83e" providerId="ADAL" clId="{00786286-401E-4FD1-BD85-040950DC1534}" dt="2024-02-07T23:43:19.178" v="326"/>
          <ac:spMkLst>
            <pc:docMk/>
            <pc:sldMk cId="82363970" sldId="2147468621"/>
            <ac:spMk id="101" creationId="{59C82BFB-F0E3-0723-E2AC-5032E2BD0BB5}"/>
          </ac:spMkLst>
        </pc:spChg>
        <pc:spChg chg="add mod">
          <ac:chgData name="Okamura, Ryo" userId="18831572-7aab-4b12-89e3-a5e58af7a83e" providerId="ADAL" clId="{00786286-401E-4FD1-BD85-040950DC1534}" dt="2024-02-07T23:43:19.178" v="326"/>
          <ac:spMkLst>
            <pc:docMk/>
            <pc:sldMk cId="82363970" sldId="2147468621"/>
            <ac:spMk id="102" creationId="{DF15EAAF-5EF8-D07E-8C11-C856890F73EA}"/>
          </ac:spMkLst>
        </pc:spChg>
        <pc:spChg chg="add mod">
          <ac:chgData name="Okamura, Ryo" userId="18831572-7aab-4b12-89e3-a5e58af7a83e" providerId="ADAL" clId="{00786286-401E-4FD1-BD85-040950DC1534}" dt="2024-02-07T23:43:19.178" v="326"/>
          <ac:spMkLst>
            <pc:docMk/>
            <pc:sldMk cId="82363970" sldId="2147468621"/>
            <ac:spMk id="103" creationId="{4009074D-91D1-5C0F-28D3-74C58BDC5BEC}"/>
          </ac:spMkLst>
        </pc:spChg>
        <pc:grpChg chg="add mod">
          <ac:chgData name="Okamura, Ryo" userId="18831572-7aab-4b12-89e3-a5e58af7a83e" providerId="ADAL" clId="{00786286-401E-4FD1-BD85-040950DC1534}" dt="2024-02-07T23:43:19.178" v="326"/>
          <ac:grpSpMkLst>
            <pc:docMk/>
            <pc:sldMk cId="82363970" sldId="2147468621"/>
            <ac:grpSpMk id="22" creationId="{92DCCC59-8FF5-5ADE-FAEF-A08DE90B2030}"/>
          </ac:grpSpMkLst>
        </pc:grpChg>
        <pc:grpChg chg="add mod">
          <ac:chgData name="Okamura, Ryo" userId="18831572-7aab-4b12-89e3-a5e58af7a83e" providerId="ADAL" clId="{00786286-401E-4FD1-BD85-040950DC1534}" dt="2024-02-07T23:43:19.178" v="326"/>
          <ac:grpSpMkLst>
            <pc:docMk/>
            <pc:sldMk cId="82363970" sldId="2147468621"/>
            <ac:grpSpMk id="40" creationId="{F3765E75-6C01-5DE7-DF58-B3CAA1584C15}"/>
          </ac:grpSpMkLst>
        </pc:grpChg>
        <pc:grpChg chg="add mod">
          <ac:chgData name="Okamura, Ryo" userId="18831572-7aab-4b12-89e3-a5e58af7a83e" providerId="ADAL" clId="{00786286-401E-4FD1-BD85-040950DC1534}" dt="2024-02-07T23:43:19.178" v="326"/>
          <ac:grpSpMkLst>
            <pc:docMk/>
            <pc:sldMk cId="82363970" sldId="2147468621"/>
            <ac:grpSpMk id="53" creationId="{7C8ED706-9E22-5341-01E7-1B4683927BB4}"/>
          </ac:grpSpMkLst>
        </pc:grpChg>
        <pc:grpChg chg="add mod">
          <ac:chgData name="Okamura, Ryo" userId="18831572-7aab-4b12-89e3-a5e58af7a83e" providerId="ADAL" clId="{00786286-401E-4FD1-BD85-040950DC1534}" dt="2024-02-07T23:43:19.178" v="326"/>
          <ac:grpSpMkLst>
            <pc:docMk/>
            <pc:sldMk cId="82363970" sldId="2147468621"/>
            <ac:grpSpMk id="75" creationId="{F64483E1-2E3D-51D3-9B51-18C561A0439F}"/>
          </ac:grpSpMkLst>
        </pc:grpChg>
        <pc:grpChg chg="add mod">
          <ac:chgData name="Okamura, Ryo" userId="18831572-7aab-4b12-89e3-a5e58af7a83e" providerId="ADAL" clId="{00786286-401E-4FD1-BD85-040950DC1534}" dt="2024-02-07T23:43:19.178" v="326"/>
          <ac:grpSpMkLst>
            <pc:docMk/>
            <pc:sldMk cId="82363970" sldId="2147468621"/>
            <ac:grpSpMk id="88" creationId="{731C9CFB-F72B-FBB4-EFE0-FC8D0AFA62A8}"/>
          </ac:grpSpMkLst>
        </pc:grpChg>
        <pc:picChg chg="del">
          <ac:chgData name="Okamura, Ryo" userId="18831572-7aab-4b12-89e3-a5e58af7a83e" providerId="ADAL" clId="{00786286-401E-4FD1-BD85-040950DC1534}" dt="2024-02-07T23:42:28.989" v="319" actId="478"/>
          <ac:picMkLst>
            <pc:docMk/>
            <pc:sldMk cId="82363970" sldId="2147468621"/>
            <ac:picMk id="14" creationId="{DBE2FF3D-539C-92E8-BCF9-DDE1A6FF3BDC}"/>
          </ac:picMkLst>
        </pc:picChg>
        <pc:cxnChg chg="add mod">
          <ac:chgData name="Okamura, Ryo" userId="18831572-7aab-4b12-89e3-a5e58af7a83e" providerId="ADAL" clId="{00786286-401E-4FD1-BD85-040950DC1534}" dt="2024-02-07T23:43:19.178" v="326"/>
          <ac:cxnSpMkLst>
            <pc:docMk/>
            <pc:sldMk cId="82363970" sldId="2147468621"/>
            <ac:cxnSpMk id="3" creationId="{2D33F55E-21D3-D397-6520-32859440EDB3}"/>
          </ac:cxnSpMkLst>
        </pc:cxnChg>
        <pc:cxnChg chg="add mod">
          <ac:chgData name="Okamura, Ryo" userId="18831572-7aab-4b12-89e3-a5e58af7a83e" providerId="ADAL" clId="{00786286-401E-4FD1-BD85-040950DC1534}" dt="2024-02-07T23:43:19.178" v="326"/>
          <ac:cxnSpMkLst>
            <pc:docMk/>
            <pc:sldMk cId="82363970" sldId="2147468621"/>
            <ac:cxnSpMk id="4" creationId="{A04A54C4-E9A6-C388-07BB-2A7A9D885666}"/>
          </ac:cxnSpMkLst>
        </pc:cxnChg>
        <pc:cxnChg chg="add mod">
          <ac:chgData name="Okamura, Ryo" userId="18831572-7aab-4b12-89e3-a5e58af7a83e" providerId="ADAL" clId="{00786286-401E-4FD1-BD85-040950DC1534}" dt="2024-02-07T23:43:19.178" v="326"/>
          <ac:cxnSpMkLst>
            <pc:docMk/>
            <pc:sldMk cId="82363970" sldId="2147468621"/>
            <ac:cxnSpMk id="7" creationId="{EF87294F-5BF7-ECE6-A542-5A76ECED84B0}"/>
          </ac:cxnSpMkLst>
        </pc:cxnChg>
        <pc:cxnChg chg="add mod">
          <ac:chgData name="Okamura, Ryo" userId="18831572-7aab-4b12-89e3-a5e58af7a83e" providerId="ADAL" clId="{00786286-401E-4FD1-BD85-040950DC1534}" dt="2024-02-07T23:43:19.178" v="326"/>
          <ac:cxnSpMkLst>
            <pc:docMk/>
            <pc:sldMk cId="82363970" sldId="2147468621"/>
            <ac:cxnSpMk id="99" creationId="{B29C70D0-E7BA-5EBA-74E7-4CCD0E361564}"/>
          </ac:cxnSpMkLst>
        </pc:cxnChg>
        <pc:cxnChg chg="add mod">
          <ac:chgData name="Okamura, Ryo" userId="18831572-7aab-4b12-89e3-a5e58af7a83e" providerId="ADAL" clId="{00786286-401E-4FD1-BD85-040950DC1534}" dt="2024-02-07T23:43:19.178" v="326"/>
          <ac:cxnSpMkLst>
            <pc:docMk/>
            <pc:sldMk cId="82363970" sldId="2147468621"/>
            <ac:cxnSpMk id="100" creationId="{06F2D8AB-37A9-CE45-B56D-3DED6D4C3025}"/>
          </ac:cxnSpMkLst>
        </pc:cxnChg>
      </pc:sldChg>
      <pc:sldChg chg="modSp mod ord">
        <pc:chgData name="Okamura, Ryo" userId="18831572-7aab-4b12-89e3-a5e58af7a83e" providerId="ADAL" clId="{00786286-401E-4FD1-BD85-040950DC1534}" dt="2024-02-08T00:38:22.521" v="761" actId="20577"/>
        <pc:sldMkLst>
          <pc:docMk/>
          <pc:sldMk cId="4237770355" sldId="2147468622"/>
        </pc:sldMkLst>
        <pc:spChg chg="mod">
          <ac:chgData name="Okamura, Ryo" userId="18831572-7aab-4b12-89e3-a5e58af7a83e" providerId="ADAL" clId="{00786286-401E-4FD1-BD85-040950DC1534}" dt="2024-02-08T00:38:22.521" v="761" actId="20577"/>
          <ac:spMkLst>
            <pc:docMk/>
            <pc:sldMk cId="4237770355" sldId="2147468622"/>
            <ac:spMk id="9" creationId="{4E05B00D-D5E8-8BAE-C423-5F607E82C02A}"/>
          </ac:spMkLst>
        </pc:spChg>
      </pc:sldChg>
      <pc:sldChg chg="del">
        <pc:chgData name="Okamura, Ryo" userId="18831572-7aab-4b12-89e3-a5e58af7a83e" providerId="ADAL" clId="{00786286-401E-4FD1-BD85-040950DC1534}" dt="2024-02-07T23:26:18.904" v="263" actId="47"/>
        <pc:sldMkLst>
          <pc:docMk/>
          <pc:sldMk cId="1628512519" sldId="2147468623"/>
        </pc:sldMkLst>
      </pc:sldChg>
      <pc:sldChg chg="modSp mod">
        <pc:chgData name="Okamura, Ryo" userId="18831572-7aab-4b12-89e3-a5e58af7a83e" providerId="ADAL" clId="{00786286-401E-4FD1-BD85-040950DC1534}" dt="2024-02-09T06:45:01.906" v="1069" actId="20577"/>
        <pc:sldMkLst>
          <pc:docMk/>
          <pc:sldMk cId="1384116281" sldId="2147468624"/>
        </pc:sldMkLst>
        <pc:spChg chg="mod">
          <ac:chgData name="Okamura, Ryo" userId="18831572-7aab-4b12-89e3-a5e58af7a83e" providerId="ADAL" clId="{00786286-401E-4FD1-BD85-040950DC1534}" dt="2024-02-09T06:45:01.906" v="1069" actId="20577"/>
          <ac:spMkLst>
            <pc:docMk/>
            <pc:sldMk cId="1384116281" sldId="2147468624"/>
            <ac:spMk id="9" creationId="{979A23DC-13B7-1AAC-9947-7B49E03F9F73}"/>
          </ac:spMkLst>
        </pc:spChg>
      </pc:sldChg>
      <pc:sldChg chg="modSp mod">
        <pc:chgData name="Okamura, Ryo" userId="18831572-7aab-4b12-89e3-a5e58af7a83e" providerId="ADAL" clId="{00786286-401E-4FD1-BD85-040950DC1534}" dt="2024-02-08T00:10:37.081" v="695" actId="1035"/>
        <pc:sldMkLst>
          <pc:docMk/>
          <pc:sldMk cId="3623702813" sldId="2147468626"/>
        </pc:sldMkLst>
        <pc:spChg chg="mod">
          <ac:chgData name="Okamura, Ryo" userId="18831572-7aab-4b12-89e3-a5e58af7a83e" providerId="ADAL" clId="{00786286-401E-4FD1-BD85-040950DC1534}" dt="2024-02-08T00:10:37.081" v="695" actId="1035"/>
          <ac:spMkLst>
            <pc:docMk/>
            <pc:sldMk cId="3623702813" sldId="2147468626"/>
            <ac:spMk id="48" creationId="{0EBD9D0A-83B2-323A-1FE1-2D477E368712}"/>
          </ac:spMkLst>
        </pc:spChg>
        <pc:cxnChg chg="mod">
          <ac:chgData name="Okamura, Ryo" userId="18831572-7aab-4b12-89e3-a5e58af7a83e" providerId="ADAL" clId="{00786286-401E-4FD1-BD85-040950DC1534}" dt="2024-02-08T00:10:37.081" v="695" actId="1035"/>
          <ac:cxnSpMkLst>
            <pc:docMk/>
            <pc:sldMk cId="3623702813" sldId="2147468626"/>
            <ac:cxnSpMk id="49" creationId="{EB0D8779-095D-64BC-8E5E-C3B7CED3138F}"/>
          </ac:cxnSpMkLst>
        </pc:cxnChg>
      </pc:sldChg>
      <pc:sldChg chg="modSp mod">
        <pc:chgData name="Okamura, Ryo" userId="18831572-7aab-4b12-89e3-a5e58af7a83e" providerId="ADAL" clId="{00786286-401E-4FD1-BD85-040950DC1534}" dt="2024-02-09T06:46:08.524" v="1080" actId="20577"/>
        <pc:sldMkLst>
          <pc:docMk/>
          <pc:sldMk cId="2852462527" sldId="2147468627"/>
        </pc:sldMkLst>
        <pc:spChg chg="mod">
          <ac:chgData name="Okamura, Ryo" userId="18831572-7aab-4b12-89e3-a5e58af7a83e" providerId="ADAL" clId="{00786286-401E-4FD1-BD85-040950DC1534}" dt="2024-02-09T06:46:03.789" v="1079" actId="20577"/>
          <ac:spMkLst>
            <pc:docMk/>
            <pc:sldMk cId="2852462527" sldId="2147468627"/>
            <ac:spMk id="8" creationId="{923B84C9-CCFA-4CEF-D98C-E351F927DA5E}"/>
          </ac:spMkLst>
        </pc:spChg>
        <pc:spChg chg="mod">
          <ac:chgData name="Okamura, Ryo" userId="18831572-7aab-4b12-89e3-a5e58af7a83e" providerId="ADAL" clId="{00786286-401E-4FD1-BD85-040950DC1534}" dt="2024-02-09T06:46:08.524" v="1080" actId="20577"/>
          <ac:spMkLst>
            <pc:docMk/>
            <pc:sldMk cId="2852462527" sldId="2147468627"/>
            <ac:spMk id="18" creationId="{5AEA82A0-375D-E255-3E36-2D9E28F1CCB4}"/>
          </ac:spMkLst>
        </pc:spChg>
      </pc:sldChg>
      <pc:sldChg chg="modSp mod">
        <pc:chgData name="Okamura, Ryo" userId="18831572-7aab-4b12-89e3-a5e58af7a83e" providerId="ADAL" clId="{00786286-401E-4FD1-BD85-040950DC1534}" dt="2024-02-09T06:46:32.095" v="1081" actId="20577"/>
        <pc:sldMkLst>
          <pc:docMk/>
          <pc:sldMk cId="2407511374" sldId="2147468628"/>
        </pc:sldMkLst>
        <pc:spChg chg="mod">
          <ac:chgData name="Okamura, Ryo" userId="18831572-7aab-4b12-89e3-a5e58af7a83e" providerId="ADAL" clId="{00786286-401E-4FD1-BD85-040950DC1534}" dt="2024-02-09T06:46:32.095" v="1081" actId="20577"/>
          <ac:spMkLst>
            <pc:docMk/>
            <pc:sldMk cId="2407511374" sldId="2147468628"/>
            <ac:spMk id="8" creationId="{4D315225-6D58-BD86-C4B4-7FC74E9C6DFB}"/>
          </ac:spMkLst>
        </pc:spChg>
      </pc:sldChg>
      <pc:sldChg chg="del">
        <pc:chgData name="Okamura, Ryo" userId="18831572-7aab-4b12-89e3-a5e58af7a83e" providerId="ADAL" clId="{00786286-401E-4FD1-BD85-040950DC1534}" dt="2024-02-07T23:27:13.324" v="277" actId="47"/>
        <pc:sldMkLst>
          <pc:docMk/>
          <pc:sldMk cId="1508758485" sldId="2147468636"/>
        </pc:sldMkLst>
      </pc:sldChg>
      <pc:sldChg chg="addSp delSp modSp del mod">
        <pc:chgData name="Okamura, Ryo" userId="18831572-7aab-4b12-89e3-a5e58af7a83e" providerId="ADAL" clId="{00786286-401E-4FD1-BD85-040950DC1534}" dt="2024-02-08T00:40:14.970" v="783" actId="47"/>
        <pc:sldMkLst>
          <pc:docMk/>
          <pc:sldMk cId="3382960888" sldId="2147468638"/>
        </pc:sldMkLst>
        <pc:spChg chg="add mod">
          <ac:chgData name="Okamura, Ryo" userId="18831572-7aab-4b12-89e3-a5e58af7a83e" providerId="ADAL" clId="{00786286-401E-4FD1-BD85-040950DC1534}" dt="2024-02-07T23:37:39.209" v="290"/>
          <ac:spMkLst>
            <pc:docMk/>
            <pc:sldMk cId="3382960888" sldId="2147468638"/>
            <ac:spMk id="3" creationId="{CA862172-2994-EB04-BAD9-3085949AD362}"/>
          </ac:spMkLst>
        </pc:spChg>
        <pc:spChg chg="add mod">
          <ac:chgData name="Okamura, Ryo" userId="18831572-7aab-4b12-89e3-a5e58af7a83e" providerId="ADAL" clId="{00786286-401E-4FD1-BD85-040950DC1534}" dt="2024-02-07T23:37:39.209" v="290"/>
          <ac:spMkLst>
            <pc:docMk/>
            <pc:sldMk cId="3382960888" sldId="2147468638"/>
            <ac:spMk id="4" creationId="{59FB3437-9D92-D6FA-94E4-7D23AEFB5C20}"/>
          </ac:spMkLst>
        </pc:spChg>
        <pc:spChg chg="add mod">
          <ac:chgData name="Okamura, Ryo" userId="18831572-7aab-4b12-89e3-a5e58af7a83e" providerId="ADAL" clId="{00786286-401E-4FD1-BD85-040950DC1534}" dt="2024-02-07T23:37:39.209" v="290"/>
          <ac:spMkLst>
            <pc:docMk/>
            <pc:sldMk cId="3382960888" sldId="2147468638"/>
            <ac:spMk id="8" creationId="{AD801B7A-9BAE-BBC9-8A4E-F42B9B2CA88E}"/>
          </ac:spMkLst>
        </pc:spChg>
        <pc:spChg chg="add mod">
          <ac:chgData name="Okamura, Ryo" userId="18831572-7aab-4b12-89e3-a5e58af7a83e" providerId="ADAL" clId="{00786286-401E-4FD1-BD85-040950DC1534}" dt="2024-02-07T23:37:39.209" v="290"/>
          <ac:spMkLst>
            <pc:docMk/>
            <pc:sldMk cId="3382960888" sldId="2147468638"/>
            <ac:spMk id="10" creationId="{4F7C25AA-FAF2-FB65-86EC-AE94F22BB61C}"/>
          </ac:spMkLst>
        </pc:spChg>
        <pc:spChg chg="add mod">
          <ac:chgData name="Okamura, Ryo" userId="18831572-7aab-4b12-89e3-a5e58af7a83e" providerId="ADAL" clId="{00786286-401E-4FD1-BD85-040950DC1534}" dt="2024-02-07T23:37:39.209" v="290"/>
          <ac:spMkLst>
            <pc:docMk/>
            <pc:sldMk cId="3382960888" sldId="2147468638"/>
            <ac:spMk id="11" creationId="{F9D48E0E-3B76-E794-0449-CA9573077314}"/>
          </ac:spMkLst>
        </pc:spChg>
        <pc:spChg chg="add mod">
          <ac:chgData name="Okamura, Ryo" userId="18831572-7aab-4b12-89e3-a5e58af7a83e" providerId="ADAL" clId="{00786286-401E-4FD1-BD85-040950DC1534}" dt="2024-02-07T23:37:39.209" v="290"/>
          <ac:spMkLst>
            <pc:docMk/>
            <pc:sldMk cId="3382960888" sldId="2147468638"/>
            <ac:spMk id="13" creationId="{9A490880-2CC6-4563-774C-957825BD211E}"/>
          </ac:spMkLst>
        </pc:spChg>
        <pc:spChg chg="add mod">
          <ac:chgData name="Okamura, Ryo" userId="18831572-7aab-4b12-89e3-a5e58af7a83e" providerId="ADAL" clId="{00786286-401E-4FD1-BD85-040950DC1534}" dt="2024-02-07T23:37:39.209" v="290"/>
          <ac:spMkLst>
            <pc:docMk/>
            <pc:sldMk cId="3382960888" sldId="2147468638"/>
            <ac:spMk id="14" creationId="{440DD4BA-6B2A-E3DA-B290-59F8F2ACDC9B}"/>
          </ac:spMkLst>
        </pc:spChg>
        <pc:spChg chg="add mod">
          <ac:chgData name="Okamura, Ryo" userId="18831572-7aab-4b12-89e3-a5e58af7a83e" providerId="ADAL" clId="{00786286-401E-4FD1-BD85-040950DC1534}" dt="2024-02-07T23:37:39.209" v="290"/>
          <ac:spMkLst>
            <pc:docMk/>
            <pc:sldMk cId="3382960888" sldId="2147468638"/>
            <ac:spMk id="15" creationId="{CAA15110-D900-D5EA-4AE5-3E0DED382EB7}"/>
          </ac:spMkLst>
        </pc:spChg>
        <pc:spChg chg="add mod">
          <ac:chgData name="Okamura, Ryo" userId="18831572-7aab-4b12-89e3-a5e58af7a83e" providerId="ADAL" clId="{00786286-401E-4FD1-BD85-040950DC1534}" dt="2024-02-07T23:37:39.209" v="290"/>
          <ac:spMkLst>
            <pc:docMk/>
            <pc:sldMk cId="3382960888" sldId="2147468638"/>
            <ac:spMk id="16" creationId="{AC1CE635-5348-7694-1E13-74FD4747F1FE}"/>
          </ac:spMkLst>
        </pc:spChg>
        <pc:spChg chg="add mod">
          <ac:chgData name="Okamura, Ryo" userId="18831572-7aab-4b12-89e3-a5e58af7a83e" providerId="ADAL" clId="{00786286-401E-4FD1-BD85-040950DC1534}" dt="2024-02-07T23:37:39.209" v="290"/>
          <ac:spMkLst>
            <pc:docMk/>
            <pc:sldMk cId="3382960888" sldId="2147468638"/>
            <ac:spMk id="17" creationId="{8DCEE231-02FE-8463-2A27-70C25CD7C7E9}"/>
          </ac:spMkLst>
        </pc:spChg>
        <pc:spChg chg="add mod">
          <ac:chgData name="Okamura, Ryo" userId="18831572-7aab-4b12-89e3-a5e58af7a83e" providerId="ADAL" clId="{00786286-401E-4FD1-BD85-040950DC1534}" dt="2024-02-07T23:37:39.209" v="290"/>
          <ac:spMkLst>
            <pc:docMk/>
            <pc:sldMk cId="3382960888" sldId="2147468638"/>
            <ac:spMk id="18" creationId="{E5AF39F9-9885-D981-FC38-03EAACBBFFFB}"/>
          </ac:spMkLst>
        </pc:spChg>
        <pc:spChg chg="add mod">
          <ac:chgData name="Okamura, Ryo" userId="18831572-7aab-4b12-89e3-a5e58af7a83e" providerId="ADAL" clId="{00786286-401E-4FD1-BD85-040950DC1534}" dt="2024-02-07T23:37:39.209" v="290"/>
          <ac:spMkLst>
            <pc:docMk/>
            <pc:sldMk cId="3382960888" sldId="2147468638"/>
            <ac:spMk id="19" creationId="{4692A212-AB3C-6FBC-FBF7-7E1705996D1E}"/>
          </ac:spMkLst>
        </pc:spChg>
        <pc:spChg chg="add mod">
          <ac:chgData name="Okamura, Ryo" userId="18831572-7aab-4b12-89e3-a5e58af7a83e" providerId="ADAL" clId="{00786286-401E-4FD1-BD85-040950DC1534}" dt="2024-02-07T23:37:39.209" v="290"/>
          <ac:spMkLst>
            <pc:docMk/>
            <pc:sldMk cId="3382960888" sldId="2147468638"/>
            <ac:spMk id="21" creationId="{EBAC18E8-48C1-985E-BBB2-7436CDE2878E}"/>
          </ac:spMkLst>
        </pc:spChg>
        <pc:spChg chg="add mod">
          <ac:chgData name="Okamura, Ryo" userId="18831572-7aab-4b12-89e3-a5e58af7a83e" providerId="ADAL" clId="{00786286-401E-4FD1-BD85-040950DC1534}" dt="2024-02-07T23:37:39.209" v="290"/>
          <ac:spMkLst>
            <pc:docMk/>
            <pc:sldMk cId="3382960888" sldId="2147468638"/>
            <ac:spMk id="22" creationId="{A10FEE83-6C1F-A8E0-6175-4C0EC1C0DD93}"/>
          </ac:spMkLst>
        </pc:spChg>
        <pc:spChg chg="add mod">
          <ac:chgData name="Okamura, Ryo" userId="18831572-7aab-4b12-89e3-a5e58af7a83e" providerId="ADAL" clId="{00786286-401E-4FD1-BD85-040950DC1534}" dt="2024-02-07T23:37:39.209" v="290"/>
          <ac:spMkLst>
            <pc:docMk/>
            <pc:sldMk cId="3382960888" sldId="2147468638"/>
            <ac:spMk id="23" creationId="{7DF1405C-4607-55F1-3EAC-6AC06DE2F190}"/>
          </ac:spMkLst>
        </pc:spChg>
        <pc:spChg chg="add mod">
          <ac:chgData name="Okamura, Ryo" userId="18831572-7aab-4b12-89e3-a5e58af7a83e" providerId="ADAL" clId="{00786286-401E-4FD1-BD85-040950DC1534}" dt="2024-02-07T23:37:39.209" v="290"/>
          <ac:spMkLst>
            <pc:docMk/>
            <pc:sldMk cId="3382960888" sldId="2147468638"/>
            <ac:spMk id="24" creationId="{9B34C85D-31F6-902B-E43E-FED0853AF0D3}"/>
          </ac:spMkLst>
        </pc:spChg>
        <pc:spChg chg="add mod">
          <ac:chgData name="Okamura, Ryo" userId="18831572-7aab-4b12-89e3-a5e58af7a83e" providerId="ADAL" clId="{00786286-401E-4FD1-BD85-040950DC1534}" dt="2024-02-07T23:37:39.209" v="290"/>
          <ac:spMkLst>
            <pc:docMk/>
            <pc:sldMk cId="3382960888" sldId="2147468638"/>
            <ac:spMk id="27" creationId="{8FAAF9C3-0D6B-03E1-17D0-F76F87853D8E}"/>
          </ac:spMkLst>
        </pc:spChg>
        <pc:spChg chg="add mod">
          <ac:chgData name="Okamura, Ryo" userId="18831572-7aab-4b12-89e3-a5e58af7a83e" providerId="ADAL" clId="{00786286-401E-4FD1-BD85-040950DC1534}" dt="2024-02-07T23:37:39.209" v="290"/>
          <ac:spMkLst>
            <pc:docMk/>
            <pc:sldMk cId="3382960888" sldId="2147468638"/>
            <ac:spMk id="28" creationId="{317B0D1A-EFCE-37E3-BD59-DCD83C005291}"/>
          </ac:spMkLst>
        </pc:spChg>
        <pc:spChg chg="add mod">
          <ac:chgData name="Okamura, Ryo" userId="18831572-7aab-4b12-89e3-a5e58af7a83e" providerId="ADAL" clId="{00786286-401E-4FD1-BD85-040950DC1534}" dt="2024-02-07T23:37:39.209" v="290"/>
          <ac:spMkLst>
            <pc:docMk/>
            <pc:sldMk cId="3382960888" sldId="2147468638"/>
            <ac:spMk id="29" creationId="{E9207025-79A8-C47A-CE2B-C0996B46070B}"/>
          </ac:spMkLst>
        </pc:spChg>
        <pc:spChg chg="add mod">
          <ac:chgData name="Okamura, Ryo" userId="18831572-7aab-4b12-89e3-a5e58af7a83e" providerId="ADAL" clId="{00786286-401E-4FD1-BD85-040950DC1534}" dt="2024-02-07T23:37:39.209" v="290"/>
          <ac:spMkLst>
            <pc:docMk/>
            <pc:sldMk cId="3382960888" sldId="2147468638"/>
            <ac:spMk id="30" creationId="{B0E27660-90B2-256C-FE9D-FFEA3B447C71}"/>
          </ac:spMkLst>
        </pc:spChg>
        <pc:spChg chg="add mod">
          <ac:chgData name="Okamura, Ryo" userId="18831572-7aab-4b12-89e3-a5e58af7a83e" providerId="ADAL" clId="{00786286-401E-4FD1-BD85-040950DC1534}" dt="2024-02-07T23:37:39.209" v="290"/>
          <ac:spMkLst>
            <pc:docMk/>
            <pc:sldMk cId="3382960888" sldId="2147468638"/>
            <ac:spMk id="31" creationId="{C97C5E8F-45CC-C8B1-DE59-2BBB37F51591}"/>
          </ac:spMkLst>
        </pc:spChg>
        <pc:spChg chg="add mod">
          <ac:chgData name="Okamura, Ryo" userId="18831572-7aab-4b12-89e3-a5e58af7a83e" providerId="ADAL" clId="{00786286-401E-4FD1-BD85-040950DC1534}" dt="2024-02-07T23:37:39.209" v="290"/>
          <ac:spMkLst>
            <pc:docMk/>
            <pc:sldMk cId="3382960888" sldId="2147468638"/>
            <ac:spMk id="33" creationId="{D515B6C9-EFAD-5F72-23EA-387957F0B6BD}"/>
          </ac:spMkLst>
        </pc:spChg>
        <pc:spChg chg="add mod">
          <ac:chgData name="Okamura, Ryo" userId="18831572-7aab-4b12-89e3-a5e58af7a83e" providerId="ADAL" clId="{00786286-401E-4FD1-BD85-040950DC1534}" dt="2024-02-07T23:37:39.209" v="290"/>
          <ac:spMkLst>
            <pc:docMk/>
            <pc:sldMk cId="3382960888" sldId="2147468638"/>
            <ac:spMk id="34" creationId="{93BF7D43-9B11-7A59-725D-42769BF7E60B}"/>
          </ac:spMkLst>
        </pc:spChg>
        <pc:spChg chg="add mod">
          <ac:chgData name="Okamura, Ryo" userId="18831572-7aab-4b12-89e3-a5e58af7a83e" providerId="ADAL" clId="{00786286-401E-4FD1-BD85-040950DC1534}" dt="2024-02-07T23:38:14.205" v="293" actId="20577"/>
          <ac:spMkLst>
            <pc:docMk/>
            <pc:sldMk cId="3382960888" sldId="2147468638"/>
            <ac:spMk id="35" creationId="{1B5F9BE6-4D39-AD99-DE99-34145ECD9617}"/>
          </ac:spMkLst>
        </pc:spChg>
        <pc:picChg chg="add mod">
          <ac:chgData name="Okamura, Ryo" userId="18831572-7aab-4b12-89e3-a5e58af7a83e" providerId="ADAL" clId="{00786286-401E-4FD1-BD85-040950DC1534}" dt="2024-02-07T23:37:39.209" v="290"/>
          <ac:picMkLst>
            <pc:docMk/>
            <pc:sldMk cId="3382960888" sldId="2147468638"/>
            <ac:picMk id="2" creationId="{FE6BA6EA-8EBE-1992-93C6-FDA5A0B44CB6}"/>
          </ac:picMkLst>
        </pc:picChg>
        <pc:picChg chg="del">
          <ac:chgData name="Okamura, Ryo" userId="18831572-7aab-4b12-89e3-a5e58af7a83e" providerId="ADAL" clId="{00786286-401E-4FD1-BD85-040950DC1534}" dt="2024-02-07T23:37:29.518" v="289" actId="478"/>
          <ac:picMkLst>
            <pc:docMk/>
            <pc:sldMk cId="3382960888" sldId="2147468638"/>
            <ac:picMk id="12" creationId="{A594AA59-755A-0828-18D6-07C74C3B0F87}"/>
          </ac:picMkLst>
        </pc:picChg>
        <pc:picChg chg="add mod">
          <ac:chgData name="Okamura, Ryo" userId="18831572-7aab-4b12-89e3-a5e58af7a83e" providerId="ADAL" clId="{00786286-401E-4FD1-BD85-040950DC1534}" dt="2024-02-07T23:37:39.209" v="290"/>
          <ac:picMkLst>
            <pc:docMk/>
            <pc:sldMk cId="3382960888" sldId="2147468638"/>
            <ac:picMk id="20" creationId="{880FDE58-A2DA-3EF0-78CC-DCE9A9597E01}"/>
          </ac:picMkLst>
        </pc:picChg>
        <pc:picChg chg="add mod">
          <ac:chgData name="Okamura, Ryo" userId="18831572-7aab-4b12-89e3-a5e58af7a83e" providerId="ADAL" clId="{00786286-401E-4FD1-BD85-040950DC1534}" dt="2024-02-07T23:37:39.209" v="290"/>
          <ac:picMkLst>
            <pc:docMk/>
            <pc:sldMk cId="3382960888" sldId="2147468638"/>
            <ac:picMk id="25" creationId="{0233FAE7-B14C-038F-064F-D01D8DA474FF}"/>
          </ac:picMkLst>
        </pc:picChg>
        <pc:picChg chg="add mod">
          <ac:chgData name="Okamura, Ryo" userId="18831572-7aab-4b12-89e3-a5e58af7a83e" providerId="ADAL" clId="{00786286-401E-4FD1-BD85-040950DC1534}" dt="2024-02-07T23:37:39.209" v="290"/>
          <ac:picMkLst>
            <pc:docMk/>
            <pc:sldMk cId="3382960888" sldId="2147468638"/>
            <ac:picMk id="26" creationId="{CCF34C85-EF32-D3EC-320F-CCDC639DF53C}"/>
          </ac:picMkLst>
        </pc:picChg>
        <pc:picChg chg="add mod">
          <ac:chgData name="Okamura, Ryo" userId="18831572-7aab-4b12-89e3-a5e58af7a83e" providerId="ADAL" clId="{00786286-401E-4FD1-BD85-040950DC1534}" dt="2024-02-07T23:37:39.209" v="290"/>
          <ac:picMkLst>
            <pc:docMk/>
            <pc:sldMk cId="3382960888" sldId="2147468638"/>
            <ac:picMk id="32" creationId="{1787409A-60D3-7EDE-1042-C0960F799480}"/>
          </ac:picMkLst>
        </pc:picChg>
      </pc:sldChg>
      <pc:sldChg chg="addSp modSp mod">
        <pc:chgData name="Okamura, Ryo" userId="18831572-7aab-4b12-89e3-a5e58af7a83e" providerId="ADAL" clId="{00786286-401E-4FD1-BD85-040950DC1534}" dt="2024-02-09T06:32:11.714" v="920" actId="2711"/>
        <pc:sldMkLst>
          <pc:docMk/>
          <pc:sldMk cId="530578480" sldId="2147468639"/>
        </pc:sldMkLst>
        <pc:spChg chg="mod">
          <ac:chgData name="Okamura, Ryo" userId="18831572-7aab-4b12-89e3-a5e58af7a83e" providerId="ADAL" clId="{00786286-401E-4FD1-BD85-040950DC1534}" dt="2024-02-09T06:31:54.047" v="919" actId="6549"/>
          <ac:spMkLst>
            <pc:docMk/>
            <pc:sldMk cId="530578480" sldId="2147468639"/>
            <ac:spMk id="2" creationId="{97129D13-0706-FA2E-E58B-BDC26B591740}"/>
          </ac:spMkLst>
        </pc:spChg>
        <pc:spChg chg="add mod">
          <ac:chgData name="Okamura, Ryo" userId="18831572-7aab-4b12-89e3-a5e58af7a83e" providerId="ADAL" clId="{00786286-401E-4FD1-BD85-040950DC1534}" dt="2024-02-09T06:32:11.714" v="920" actId="2711"/>
          <ac:spMkLst>
            <pc:docMk/>
            <pc:sldMk cId="530578480" sldId="2147468639"/>
            <ac:spMk id="3" creationId="{2453F38B-907D-466B-E3E0-A366FED57F6D}"/>
          </ac:spMkLst>
        </pc:spChg>
        <pc:spChg chg="mod">
          <ac:chgData name="Okamura, Ryo" userId="18831572-7aab-4b12-89e3-a5e58af7a83e" providerId="ADAL" clId="{00786286-401E-4FD1-BD85-040950DC1534}" dt="2024-02-09T06:32:11.714" v="920" actId="2711"/>
          <ac:spMkLst>
            <pc:docMk/>
            <pc:sldMk cId="530578480" sldId="2147468639"/>
            <ac:spMk id="54" creationId="{B29B728D-AAF2-3CBF-D6E5-77C7D61883F4}"/>
          </ac:spMkLst>
        </pc:spChg>
        <pc:spChg chg="mod">
          <ac:chgData name="Okamura, Ryo" userId="18831572-7aab-4b12-89e3-a5e58af7a83e" providerId="ADAL" clId="{00786286-401E-4FD1-BD85-040950DC1534}" dt="2024-02-09T06:32:11.714" v="920" actId="2711"/>
          <ac:spMkLst>
            <pc:docMk/>
            <pc:sldMk cId="530578480" sldId="2147468639"/>
            <ac:spMk id="55" creationId="{CE2A951B-2D06-6639-0FD1-A97BD1AE9E6A}"/>
          </ac:spMkLst>
        </pc:spChg>
        <pc:spChg chg="mod">
          <ac:chgData name="Okamura, Ryo" userId="18831572-7aab-4b12-89e3-a5e58af7a83e" providerId="ADAL" clId="{00786286-401E-4FD1-BD85-040950DC1534}" dt="2024-02-09T06:32:11.714" v="920" actId="2711"/>
          <ac:spMkLst>
            <pc:docMk/>
            <pc:sldMk cId="530578480" sldId="2147468639"/>
            <ac:spMk id="56" creationId="{565EE186-11D3-ECB2-0D35-2BB2D557A7B2}"/>
          </ac:spMkLst>
        </pc:spChg>
        <pc:spChg chg="mod">
          <ac:chgData name="Okamura, Ryo" userId="18831572-7aab-4b12-89e3-a5e58af7a83e" providerId="ADAL" clId="{00786286-401E-4FD1-BD85-040950DC1534}" dt="2024-02-09T06:32:11.714" v="920" actId="2711"/>
          <ac:spMkLst>
            <pc:docMk/>
            <pc:sldMk cId="530578480" sldId="2147468639"/>
            <ac:spMk id="57" creationId="{E8A14A99-DE09-4B51-0427-45F32641360A}"/>
          </ac:spMkLst>
        </pc:spChg>
        <pc:spChg chg="mod">
          <ac:chgData name="Okamura, Ryo" userId="18831572-7aab-4b12-89e3-a5e58af7a83e" providerId="ADAL" clId="{00786286-401E-4FD1-BD85-040950DC1534}" dt="2024-02-09T06:32:11.714" v="920" actId="2711"/>
          <ac:spMkLst>
            <pc:docMk/>
            <pc:sldMk cId="530578480" sldId="2147468639"/>
            <ac:spMk id="58" creationId="{7DA80826-945E-389C-3DD2-11D953860D08}"/>
          </ac:spMkLst>
        </pc:spChg>
        <pc:spChg chg="mod">
          <ac:chgData name="Okamura, Ryo" userId="18831572-7aab-4b12-89e3-a5e58af7a83e" providerId="ADAL" clId="{00786286-401E-4FD1-BD85-040950DC1534}" dt="2024-02-09T06:32:11.714" v="920" actId="2711"/>
          <ac:spMkLst>
            <pc:docMk/>
            <pc:sldMk cId="530578480" sldId="2147468639"/>
            <ac:spMk id="59" creationId="{68968367-DDF6-26A3-1C2C-4314876EEF28}"/>
          </ac:spMkLst>
        </pc:spChg>
        <pc:spChg chg="mod">
          <ac:chgData name="Okamura, Ryo" userId="18831572-7aab-4b12-89e3-a5e58af7a83e" providerId="ADAL" clId="{00786286-401E-4FD1-BD85-040950DC1534}" dt="2024-02-09T06:32:11.714" v="920" actId="2711"/>
          <ac:spMkLst>
            <pc:docMk/>
            <pc:sldMk cId="530578480" sldId="2147468639"/>
            <ac:spMk id="60" creationId="{3AE7A94B-378F-BC9C-E8E8-B0A29F4E7BFB}"/>
          </ac:spMkLst>
        </pc:spChg>
        <pc:spChg chg="mod">
          <ac:chgData name="Okamura, Ryo" userId="18831572-7aab-4b12-89e3-a5e58af7a83e" providerId="ADAL" clId="{00786286-401E-4FD1-BD85-040950DC1534}" dt="2024-02-09T06:32:11.714" v="920" actId="2711"/>
          <ac:spMkLst>
            <pc:docMk/>
            <pc:sldMk cId="530578480" sldId="2147468639"/>
            <ac:spMk id="61" creationId="{C9FA1155-9E3A-3D67-CA44-43BD55A3403F}"/>
          </ac:spMkLst>
        </pc:spChg>
        <pc:spChg chg="mod">
          <ac:chgData name="Okamura, Ryo" userId="18831572-7aab-4b12-89e3-a5e58af7a83e" providerId="ADAL" clId="{00786286-401E-4FD1-BD85-040950DC1534}" dt="2024-02-09T06:32:11.714" v="920" actId="2711"/>
          <ac:spMkLst>
            <pc:docMk/>
            <pc:sldMk cId="530578480" sldId="2147468639"/>
            <ac:spMk id="62" creationId="{FF37CC1F-5235-83D3-511D-B28172151269}"/>
          </ac:spMkLst>
        </pc:spChg>
        <pc:spChg chg="mod">
          <ac:chgData name="Okamura, Ryo" userId="18831572-7aab-4b12-89e3-a5e58af7a83e" providerId="ADAL" clId="{00786286-401E-4FD1-BD85-040950DC1534}" dt="2024-02-09T06:32:11.714" v="920" actId="2711"/>
          <ac:spMkLst>
            <pc:docMk/>
            <pc:sldMk cId="530578480" sldId="2147468639"/>
            <ac:spMk id="63" creationId="{B28E20B5-249D-737B-05BE-E2C14BA2D762}"/>
          </ac:spMkLst>
        </pc:spChg>
        <pc:spChg chg="mod">
          <ac:chgData name="Okamura, Ryo" userId="18831572-7aab-4b12-89e3-a5e58af7a83e" providerId="ADAL" clId="{00786286-401E-4FD1-BD85-040950DC1534}" dt="2024-02-09T06:32:11.714" v="920" actId="2711"/>
          <ac:spMkLst>
            <pc:docMk/>
            <pc:sldMk cId="530578480" sldId="2147468639"/>
            <ac:spMk id="64" creationId="{50BD0D1A-0D5E-CDB8-4F98-DF8408CBEFB8}"/>
          </ac:spMkLst>
        </pc:spChg>
        <pc:spChg chg="mod">
          <ac:chgData name="Okamura, Ryo" userId="18831572-7aab-4b12-89e3-a5e58af7a83e" providerId="ADAL" clId="{00786286-401E-4FD1-BD85-040950DC1534}" dt="2024-02-09T06:32:11.714" v="920" actId="2711"/>
          <ac:spMkLst>
            <pc:docMk/>
            <pc:sldMk cId="530578480" sldId="2147468639"/>
            <ac:spMk id="65" creationId="{3A8A85C2-ADA7-0612-203D-B2E4DA375186}"/>
          </ac:spMkLst>
        </pc:spChg>
        <pc:spChg chg="mod">
          <ac:chgData name="Okamura, Ryo" userId="18831572-7aab-4b12-89e3-a5e58af7a83e" providerId="ADAL" clId="{00786286-401E-4FD1-BD85-040950DC1534}" dt="2024-02-09T06:32:11.714" v="920" actId="2711"/>
          <ac:spMkLst>
            <pc:docMk/>
            <pc:sldMk cId="530578480" sldId="2147468639"/>
            <ac:spMk id="68" creationId="{3EA6B889-B23A-FCB5-4CE9-A0F4A77942BE}"/>
          </ac:spMkLst>
        </pc:spChg>
        <pc:spChg chg="mod">
          <ac:chgData name="Okamura, Ryo" userId="18831572-7aab-4b12-89e3-a5e58af7a83e" providerId="ADAL" clId="{00786286-401E-4FD1-BD85-040950DC1534}" dt="2024-02-09T06:32:11.714" v="920" actId="2711"/>
          <ac:spMkLst>
            <pc:docMk/>
            <pc:sldMk cId="530578480" sldId="2147468639"/>
            <ac:spMk id="69" creationId="{133A4608-8EC8-FE00-C672-22D8DFDFC6E9}"/>
          </ac:spMkLst>
        </pc:spChg>
        <pc:spChg chg="mod">
          <ac:chgData name="Okamura, Ryo" userId="18831572-7aab-4b12-89e3-a5e58af7a83e" providerId="ADAL" clId="{00786286-401E-4FD1-BD85-040950DC1534}" dt="2024-02-09T06:32:11.714" v="920" actId="2711"/>
          <ac:spMkLst>
            <pc:docMk/>
            <pc:sldMk cId="530578480" sldId="2147468639"/>
            <ac:spMk id="71" creationId="{FC74A964-7170-8912-5B09-7AFA1A379330}"/>
          </ac:spMkLst>
        </pc:spChg>
        <pc:spChg chg="mod">
          <ac:chgData name="Okamura, Ryo" userId="18831572-7aab-4b12-89e3-a5e58af7a83e" providerId="ADAL" clId="{00786286-401E-4FD1-BD85-040950DC1534}" dt="2024-02-09T06:32:11.714" v="920" actId="2711"/>
          <ac:spMkLst>
            <pc:docMk/>
            <pc:sldMk cId="530578480" sldId="2147468639"/>
            <ac:spMk id="72" creationId="{D756E777-02A4-1BE1-4E8A-CA2C0DCA2E58}"/>
          </ac:spMkLst>
        </pc:spChg>
        <pc:spChg chg="mod">
          <ac:chgData name="Okamura, Ryo" userId="18831572-7aab-4b12-89e3-a5e58af7a83e" providerId="ADAL" clId="{00786286-401E-4FD1-BD85-040950DC1534}" dt="2024-02-09T06:32:11.714" v="920" actId="2711"/>
          <ac:spMkLst>
            <pc:docMk/>
            <pc:sldMk cId="530578480" sldId="2147468639"/>
            <ac:spMk id="73" creationId="{013862E3-3801-05FB-BBC4-9D15677ABAC5}"/>
          </ac:spMkLst>
        </pc:spChg>
        <pc:spChg chg="mod">
          <ac:chgData name="Okamura, Ryo" userId="18831572-7aab-4b12-89e3-a5e58af7a83e" providerId="ADAL" clId="{00786286-401E-4FD1-BD85-040950DC1534}" dt="2024-02-09T06:32:11.714" v="920" actId="2711"/>
          <ac:spMkLst>
            <pc:docMk/>
            <pc:sldMk cId="530578480" sldId="2147468639"/>
            <ac:spMk id="74" creationId="{2865077D-E191-AF5B-902E-F67CF1F6D81C}"/>
          </ac:spMkLst>
        </pc:spChg>
        <pc:spChg chg="mod">
          <ac:chgData name="Okamura, Ryo" userId="18831572-7aab-4b12-89e3-a5e58af7a83e" providerId="ADAL" clId="{00786286-401E-4FD1-BD85-040950DC1534}" dt="2024-02-09T06:32:11.714" v="920" actId="2711"/>
          <ac:spMkLst>
            <pc:docMk/>
            <pc:sldMk cId="530578480" sldId="2147468639"/>
            <ac:spMk id="75" creationId="{C27EE9FA-427C-A3DA-6A9A-3A605C406E25}"/>
          </ac:spMkLst>
        </pc:spChg>
        <pc:spChg chg="mod">
          <ac:chgData name="Okamura, Ryo" userId="18831572-7aab-4b12-89e3-a5e58af7a83e" providerId="ADAL" clId="{00786286-401E-4FD1-BD85-040950DC1534}" dt="2024-02-09T06:32:11.714" v="920" actId="2711"/>
          <ac:spMkLst>
            <pc:docMk/>
            <pc:sldMk cId="530578480" sldId="2147468639"/>
            <ac:spMk id="76" creationId="{7DF29D83-45E7-B129-6D09-CABA918714CE}"/>
          </ac:spMkLst>
        </pc:spChg>
        <pc:spChg chg="mod">
          <ac:chgData name="Okamura, Ryo" userId="18831572-7aab-4b12-89e3-a5e58af7a83e" providerId="ADAL" clId="{00786286-401E-4FD1-BD85-040950DC1534}" dt="2024-02-09T06:32:11.714" v="920" actId="2711"/>
          <ac:spMkLst>
            <pc:docMk/>
            <pc:sldMk cId="530578480" sldId="2147468639"/>
            <ac:spMk id="77" creationId="{A1080DAD-214E-BB38-C6E1-A900883E6EA2}"/>
          </ac:spMkLst>
        </pc:spChg>
        <pc:spChg chg="mod">
          <ac:chgData name="Okamura, Ryo" userId="18831572-7aab-4b12-89e3-a5e58af7a83e" providerId="ADAL" clId="{00786286-401E-4FD1-BD85-040950DC1534}" dt="2024-02-09T06:32:11.714" v="920" actId="2711"/>
          <ac:spMkLst>
            <pc:docMk/>
            <pc:sldMk cId="530578480" sldId="2147468639"/>
            <ac:spMk id="78" creationId="{B6795242-A43F-8C3C-FB73-E9FFB811EE08}"/>
          </ac:spMkLst>
        </pc:spChg>
        <pc:spChg chg="mod">
          <ac:chgData name="Okamura, Ryo" userId="18831572-7aab-4b12-89e3-a5e58af7a83e" providerId="ADAL" clId="{00786286-401E-4FD1-BD85-040950DC1534}" dt="2024-02-09T06:32:11.714" v="920" actId="2711"/>
          <ac:spMkLst>
            <pc:docMk/>
            <pc:sldMk cId="530578480" sldId="2147468639"/>
            <ac:spMk id="79" creationId="{48FE400E-4F2A-AE16-BA39-C8685B93CA17}"/>
          </ac:spMkLst>
        </pc:spChg>
        <pc:spChg chg="mod">
          <ac:chgData name="Okamura, Ryo" userId="18831572-7aab-4b12-89e3-a5e58af7a83e" providerId="ADAL" clId="{00786286-401E-4FD1-BD85-040950DC1534}" dt="2024-02-09T06:32:11.714" v="920" actId="2711"/>
          <ac:spMkLst>
            <pc:docMk/>
            <pc:sldMk cId="530578480" sldId="2147468639"/>
            <ac:spMk id="80" creationId="{8BF7D9AC-BDF4-4053-44F7-6BCA68F137B3}"/>
          </ac:spMkLst>
        </pc:spChg>
        <pc:spChg chg="mod">
          <ac:chgData name="Okamura, Ryo" userId="18831572-7aab-4b12-89e3-a5e58af7a83e" providerId="ADAL" clId="{00786286-401E-4FD1-BD85-040950DC1534}" dt="2024-02-09T06:32:11.714" v="920" actId="2711"/>
          <ac:spMkLst>
            <pc:docMk/>
            <pc:sldMk cId="530578480" sldId="2147468639"/>
            <ac:spMk id="81" creationId="{A5641140-D82C-E160-700D-DB3FC93F8699}"/>
          </ac:spMkLst>
        </pc:spChg>
        <pc:spChg chg="mod">
          <ac:chgData name="Okamura, Ryo" userId="18831572-7aab-4b12-89e3-a5e58af7a83e" providerId="ADAL" clId="{00786286-401E-4FD1-BD85-040950DC1534}" dt="2024-02-09T06:32:11.714" v="920" actId="2711"/>
          <ac:spMkLst>
            <pc:docMk/>
            <pc:sldMk cId="530578480" sldId="2147468639"/>
            <ac:spMk id="82" creationId="{30930C30-A4E2-7907-8A99-4E37BE414309}"/>
          </ac:spMkLst>
        </pc:spChg>
        <pc:spChg chg="mod">
          <ac:chgData name="Okamura, Ryo" userId="18831572-7aab-4b12-89e3-a5e58af7a83e" providerId="ADAL" clId="{00786286-401E-4FD1-BD85-040950DC1534}" dt="2024-02-09T06:32:11.714" v="920" actId="2711"/>
          <ac:spMkLst>
            <pc:docMk/>
            <pc:sldMk cId="530578480" sldId="2147468639"/>
            <ac:spMk id="87" creationId="{D9B0769F-6D92-9EE1-6863-0D9AC15FFDFB}"/>
          </ac:spMkLst>
        </pc:spChg>
        <pc:spChg chg="mod">
          <ac:chgData name="Okamura, Ryo" userId="18831572-7aab-4b12-89e3-a5e58af7a83e" providerId="ADAL" clId="{00786286-401E-4FD1-BD85-040950DC1534}" dt="2024-02-09T06:32:11.714" v="920" actId="2711"/>
          <ac:spMkLst>
            <pc:docMk/>
            <pc:sldMk cId="530578480" sldId="2147468639"/>
            <ac:spMk id="88" creationId="{EEEDA5ED-49B0-CB1E-4FD0-68F44A129E27}"/>
          </ac:spMkLst>
        </pc:spChg>
        <pc:spChg chg="mod">
          <ac:chgData name="Okamura, Ryo" userId="18831572-7aab-4b12-89e3-a5e58af7a83e" providerId="ADAL" clId="{00786286-401E-4FD1-BD85-040950DC1534}" dt="2024-02-09T06:32:11.714" v="920" actId="2711"/>
          <ac:spMkLst>
            <pc:docMk/>
            <pc:sldMk cId="530578480" sldId="2147468639"/>
            <ac:spMk id="94" creationId="{D140267D-A759-7557-A1F7-2E946B4F9AB8}"/>
          </ac:spMkLst>
        </pc:spChg>
        <pc:spChg chg="mod">
          <ac:chgData name="Okamura, Ryo" userId="18831572-7aab-4b12-89e3-a5e58af7a83e" providerId="ADAL" clId="{00786286-401E-4FD1-BD85-040950DC1534}" dt="2024-02-09T06:32:11.714" v="920" actId="2711"/>
          <ac:spMkLst>
            <pc:docMk/>
            <pc:sldMk cId="530578480" sldId="2147468639"/>
            <ac:spMk id="95" creationId="{F2862BA2-ACCA-D476-F35E-738BF51EBAA4}"/>
          </ac:spMkLst>
        </pc:spChg>
      </pc:sldChg>
      <pc:sldChg chg="modSp">
        <pc:chgData name="Okamura, Ryo" userId="18831572-7aab-4b12-89e3-a5e58af7a83e" providerId="ADAL" clId="{00786286-401E-4FD1-BD85-040950DC1534}" dt="2024-02-09T06:36:47.278" v="977" actId="1036"/>
        <pc:sldMkLst>
          <pc:docMk/>
          <pc:sldMk cId="4233624584" sldId="2147468640"/>
        </pc:sldMkLst>
        <pc:spChg chg="mod">
          <ac:chgData name="Okamura, Ryo" userId="18831572-7aab-4b12-89e3-a5e58af7a83e" providerId="ADAL" clId="{00786286-401E-4FD1-BD85-040950DC1534}" dt="2024-02-09T06:36:47.278" v="977" actId="1036"/>
          <ac:spMkLst>
            <pc:docMk/>
            <pc:sldMk cId="4233624584" sldId="2147468640"/>
            <ac:spMk id="7" creationId="{C7BE1AAC-F023-263A-1834-28FDC881EC91}"/>
          </ac:spMkLst>
        </pc:spChg>
        <pc:spChg chg="mod">
          <ac:chgData name="Okamura, Ryo" userId="18831572-7aab-4b12-89e3-a5e58af7a83e" providerId="ADAL" clId="{00786286-401E-4FD1-BD85-040950DC1534}" dt="2024-02-09T06:36:47.278" v="977" actId="1036"/>
          <ac:spMkLst>
            <pc:docMk/>
            <pc:sldMk cId="4233624584" sldId="2147468640"/>
            <ac:spMk id="8" creationId="{0156E5C9-4D00-C64F-0E60-0388CC3B79A5}"/>
          </ac:spMkLst>
        </pc:spChg>
        <pc:spChg chg="mod">
          <ac:chgData name="Okamura, Ryo" userId="18831572-7aab-4b12-89e3-a5e58af7a83e" providerId="ADAL" clId="{00786286-401E-4FD1-BD85-040950DC1534}" dt="2024-02-09T06:36:47.278" v="977" actId="1036"/>
          <ac:spMkLst>
            <pc:docMk/>
            <pc:sldMk cId="4233624584" sldId="2147468640"/>
            <ac:spMk id="9" creationId="{9426151D-CB99-F7C3-C755-0820F497088B}"/>
          </ac:spMkLst>
        </pc:spChg>
        <pc:spChg chg="mod">
          <ac:chgData name="Okamura, Ryo" userId="18831572-7aab-4b12-89e3-a5e58af7a83e" providerId="ADAL" clId="{00786286-401E-4FD1-BD85-040950DC1534}" dt="2024-02-09T06:36:47.278" v="977" actId="1036"/>
          <ac:spMkLst>
            <pc:docMk/>
            <pc:sldMk cId="4233624584" sldId="2147468640"/>
            <ac:spMk id="10" creationId="{933C57A6-0998-FE23-3F94-D96484C99F40}"/>
          </ac:spMkLst>
        </pc:spChg>
        <pc:spChg chg="mod">
          <ac:chgData name="Okamura, Ryo" userId="18831572-7aab-4b12-89e3-a5e58af7a83e" providerId="ADAL" clId="{00786286-401E-4FD1-BD85-040950DC1534}" dt="2024-02-09T06:36:47.278" v="977" actId="1036"/>
          <ac:spMkLst>
            <pc:docMk/>
            <pc:sldMk cId="4233624584" sldId="2147468640"/>
            <ac:spMk id="13" creationId="{A2E6AF42-0701-9389-3E3C-0A9E694C33C9}"/>
          </ac:spMkLst>
        </pc:spChg>
        <pc:spChg chg="mod">
          <ac:chgData name="Okamura, Ryo" userId="18831572-7aab-4b12-89e3-a5e58af7a83e" providerId="ADAL" clId="{00786286-401E-4FD1-BD85-040950DC1534}" dt="2024-02-09T06:36:47.278" v="977" actId="1036"/>
          <ac:spMkLst>
            <pc:docMk/>
            <pc:sldMk cId="4233624584" sldId="2147468640"/>
            <ac:spMk id="14" creationId="{73F6A5EA-6B9A-4ADF-052B-92B3AEF7E058}"/>
          </ac:spMkLst>
        </pc:spChg>
        <pc:spChg chg="mod">
          <ac:chgData name="Okamura, Ryo" userId="18831572-7aab-4b12-89e3-a5e58af7a83e" providerId="ADAL" clId="{00786286-401E-4FD1-BD85-040950DC1534}" dt="2024-02-09T06:36:47.278" v="977" actId="1036"/>
          <ac:spMkLst>
            <pc:docMk/>
            <pc:sldMk cId="4233624584" sldId="2147468640"/>
            <ac:spMk id="17" creationId="{36D2A5DD-BDA8-D268-1B9C-60AEB9EE59AB}"/>
          </ac:spMkLst>
        </pc:spChg>
        <pc:spChg chg="mod">
          <ac:chgData name="Okamura, Ryo" userId="18831572-7aab-4b12-89e3-a5e58af7a83e" providerId="ADAL" clId="{00786286-401E-4FD1-BD85-040950DC1534}" dt="2024-02-09T06:36:47.278" v="977" actId="1036"/>
          <ac:spMkLst>
            <pc:docMk/>
            <pc:sldMk cId="4233624584" sldId="2147468640"/>
            <ac:spMk id="18" creationId="{BDC74571-539B-D68A-6A02-5A07CE69C800}"/>
          </ac:spMkLst>
        </pc:spChg>
        <pc:spChg chg="mod">
          <ac:chgData name="Okamura, Ryo" userId="18831572-7aab-4b12-89e3-a5e58af7a83e" providerId="ADAL" clId="{00786286-401E-4FD1-BD85-040950DC1534}" dt="2024-02-09T06:36:47.278" v="977" actId="1036"/>
          <ac:spMkLst>
            <pc:docMk/>
            <pc:sldMk cId="4233624584" sldId="2147468640"/>
            <ac:spMk id="22" creationId="{93B0BAA9-15C5-784C-CB86-7B942C68EC7B}"/>
          </ac:spMkLst>
        </pc:spChg>
        <pc:spChg chg="mod">
          <ac:chgData name="Okamura, Ryo" userId="18831572-7aab-4b12-89e3-a5e58af7a83e" providerId="ADAL" clId="{00786286-401E-4FD1-BD85-040950DC1534}" dt="2024-02-09T06:36:47.278" v="977" actId="1036"/>
          <ac:spMkLst>
            <pc:docMk/>
            <pc:sldMk cId="4233624584" sldId="2147468640"/>
            <ac:spMk id="23" creationId="{FB515D38-3A9F-868D-4494-58F3C2ADA5CD}"/>
          </ac:spMkLst>
        </pc:spChg>
        <pc:spChg chg="mod">
          <ac:chgData name="Okamura, Ryo" userId="18831572-7aab-4b12-89e3-a5e58af7a83e" providerId="ADAL" clId="{00786286-401E-4FD1-BD85-040950DC1534}" dt="2024-02-09T06:36:47.278" v="977" actId="1036"/>
          <ac:spMkLst>
            <pc:docMk/>
            <pc:sldMk cId="4233624584" sldId="2147468640"/>
            <ac:spMk id="25" creationId="{FD397FCC-06D2-E0DC-E037-503DC5CCA496}"/>
          </ac:spMkLst>
        </pc:spChg>
        <pc:spChg chg="mod">
          <ac:chgData name="Okamura, Ryo" userId="18831572-7aab-4b12-89e3-a5e58af7a83e" providerId="ADAL" clId="{00786286-401E-4FD1-BD85-040950DC1534}" dt="2024-02-09T06:36:47.278" v="977" actId="1036"/>
          <ac:spMkLst>
            <pc:docMk/>
            <pc:sldMk cId="4233624584" sldId="2147468640"/>
            <ac:spMk id="27" creationId="{C47B27BD-77F4-B490-2C47-5D9F25E203E3}"/>
          </ac:spMkLst>
        </pc:spChg>
        <pc:spChg chg="mod">
          <ac:chgData name="Okamura, Ryo" userId="18831572-7aab-4b12-89e3-a5e58af7a83e" providerId="ADAL" clId="{00786286-401E-4FD1-BD85-040950DC1534}" dt="2024-02-09T06:36:47.278" v="977" actId="1036"/>
          <ac:spMkLst>
            <pc:docMk/>
            <pc:sldMk cId="4233624584" sldId="2147468640"/>
            <ac:spMk id="29" creationId="{2BAAAD9A-1302-9FFA-2379-E301D3725167}"/>
          </ac:spMkLst>
        </pc:spChg>
        <pc:grpChg chg="mod">
          <ac:chgData name="Okamura, Ryo" userId="18831572-7aab-4b12-89e3-a5e58af7a83e" providerId="ADAL" clId="{00786286-401E-4FD1-BD85-040950DC1534}" dt="2024-02-09T06:36:47.278" v="977" actId="1036"/>
          <ac:grpSpMkLst>
            <pc:docMk/>
            <pc:sldMk cId="4233624584" sldId="2147468640"/>
            <ac:grpSpMk id="11" creationId="{AEC8940B-0911-E305-2217-1A15EBEC39F8}"/>
          </ac:grpSpMkLst>
        </pc:grpChg>
        <pc:grpChg chg="mod">
          <ac:chgData name="Okamura, Ryo" userId="18831572-7aab-4b12-89e3-a5e58af7a83e" providerId="ADAL" clId="{00786286-401E-4FD1-BD85-040950DC1534}" dt="2024-02-09T06:36:47.278" v="977" actId="1036"/>
          <ac:grpSpMkLst>
            <pc:docMk/>
            <pc:sldMk cId="4233624584" sldId="2147468640"/>
            <ac:grpSpMk id="15" creationId="{FB22D7B6-BD17-AB5F-0E94-7478CF560E9C}"/>
          </ac:grpSpMkLst>
        </pc:grpChg>
        <pc:grpChg chg="mod">
          <ac:chgData name="Okamura, Ryo" userId="18831572-7aab-4b12-89e3-a5e58af7a83e" providerId="ADAL" clId="{00786286-401E-4FD1-BD85-040950DC1534}" dt="2024-02-09T06:36:47.278" v="977" actId="1036"/>
          <ac:grpSpMkLst>
            <pc:docMk/>
            <pc:sldMk cId="4233624584" sldId="2147468640"/>
            <ac:grpSpMk id="20" creationId="{91ED1CB6-AB6C-D5FB-0A68-F1B36F93DAA8}"/>
          </ac:grpSpMkLst>
        </pc:grpChg>
        <pc:picChg chg="mod">
          <ac:chgData name="Okamura, Ryo" userId="18831572-7aab-4b12-89e3-a5e58af7a83e" providerId="ADAL" clId="{00786286-401E-4FD1-BD85-040950DC1534}" dt="2024-02-09T06:36:47.278" v="977" actId="1036"/>
          <ac:picMkLst>
            <pc:docMk/>
            <pc:sldMk cId="4233624584" sldId="2147468640"/>
            <ac:picMk id="12" creationId="{843D3339-D1CC-B18D-B8D6-ADDBDDEC6731}"/>
          </ac:picMkLst>
        </pc:picChg>
        <pc:picChg chg="mod">
          <ac:chgData name="Okamura, Ryo" userId="18831572-7aab-4b12-89e3-a5e58af7a83e" providerId="ADAL" clId="{00786286-401E-4FD1-BD85-040950DC1534}" dt="2024-02-09T06:36:47.278" v="977" actId="1036"/>
          <ac:picMkLst>
            <pc:docMk/>
            <pc:sldMk cId="4233624584" sldId="2147468640"/>
            <ac:picMk id="16" creationId="{43C0B435-AFC8-0658-1C37-58F070A50F3A}"/>
          </ac:picMkLst>
        </pc:picChg>
        <pc:picChg chg="mod">
          <ac:chgData name="Okamura, Ryo" userId="18831572-7aab-4b12-89e3-a5e58af7a83e" providerId="ADAL" clId="{00786286-401E-4FD1-BD85-040950DC1534}" dt="2024-02-09T06:36:47.278" v="977" actId="1036"/>
          <ac:picMkLst>
            <pc:docMk/>
            <pc:sldMk cId="4233624584" sldId="2147468640"/>
            <ac:picMk id="21" creationId="{D20A1A88-0754-A235-2831-24E9BCF5A9FB}"/>
          </ac:picMkLst>
        </pc:picChg>
        <pc:picChg chg="mod">
          <ac:chgData name="Okamura, Ryo" userId="18831572-7aab-4b12-89e3-a5e58af7a83e" providerId="ADAL" clId="{00786286-401E-4FD1-BD85-040950DC1534}" dt="2024-02-09T06:36:47.278" v="977" actId="1036"/>
          <ac:picMkLst>
            <pc:docMk/>
            <pc:sldMk cId="4233624584" sldId="2147468640"/>
            <ac:picMk id="24" creationId="{6B011DEB-10A9-10A7-8E8D-BB5C26D6A14C}"/>
          </ac:picMkLst>
        </pc:picChg>
        <pc:picChg chg="mod">
          <ac:chgData name="Okamura, Ryo" userId="18831572-7aab-4b12-89e3-a5e58af7a83e" providerId="ADAL" clId="{00786286-401E-4FD1-BD85-040950DC1534}" dt="2024-02-09T06:36:47.278" v="977" actId="1036"/>
          <ac:picMkLst>
            <pc:docMk/>
            <pc:sldMk cId="4233624584" sldId="2147468640"/>
            <ac:picMk id="26" creationId="{5CA38743-283E-D552-A90E-D2938B248C59}"/>
          </ac:picMkLst>
        </pc:picChg>
        <pc:picChg chg="mod">
          <ac:chgData name="Okamura, Ryo" userId="18831572-7aab-4b12-89e3-a5e58af7a83e" providerId="ADAL" clId="{00786286-401E-4FD1-BD85-040950DC1534}" dt="2024-02-09T06:36:47.278" v="977" actId="1036"/>
          <ac:picMkLst>
            <pc:docMk/>
            <pc:sldMk cId="4233624584" sldId="2147468640"/>
            <ac:picMk id="28" creationId="{9449CA0A-2E2E-9CDE-6A66-93E232C50B34}"/>
          </ac:picMkLst>
        </pc:picChg>
        <pc:picChg chg="mod">
          <ac:chgData name="Okamura, Ryo" userId="18831572-7aab-4b12-89e3-a5e58af7a83e" providerId="ADAL" clId="{00786286-401E-4FD1-BD85-040950DC1534}" dt="2024-02-09T06:36:47.278" v="977" actId="1036"/>
          <ac:picMkLst>
            <pc:docMk/>
            <pc:sldMk cId="4233624584" sldId="2147468640"/>
            <ac:picMk id="30" creationId="{4258A437-B512-795A-C0FC-77C4D3D9BA9C}"/>
          </ac:picMkLst>
        </pc:picChg>
        <pc:cxnChg chg="mod">
          <ac:chgData name="Okamura, Ryo" userId="18831572-7aab-4b12-89e3-a5e58af7a83e" providerId="ADAL" clId="{00786286-401E-4FD1-BD85-040950DC1534}" dt="2024-02-09T06:36:47.278" v="977" actId="1036"/>
          <ac:cxnSpMkLst>
            <pc:docMk/>
            <pc:sldMk cId="4233624584" sldId="2147468640"/>
            <ac:cxnSpMk id="19" creationId="{9C148305-B63B-4578-3132-D890793F61BD}"/>
          </ac:cxnSpMkLst>
        </pc:cxnChg>
        <pc:cxnChg chg="mod">
          <ac:chgData name="Okamura, Ryo" userId="18831572-7aab-4b12-89e3-a5e58af7a83e" providerId="ADAL" clId="{00786286-401E-4FD1-BD85-040950DC1534}" dt="2024-02-09T06:36:47.278" v="977" actId="1036"/>
          <ac:cxnSpMkLst>
            <pc:docMk/>
            <pc:sldMk cId="4233624584" sldId="2147468640"/>
            <ac:cxnSpMk id="31" creationId="{C35ED6AE-1E18-F235-A441-819270B69B78}"/>
          </ac:cxnSpMkLst>
        </pc:cxnChg>
        <pc:cxnChg chg="mod">
          <ac:chgData name="Okamura, Ryo" userId="18831572-7aab-4b12-89e3-a5e58af7a83e" providerId="ADAL" clId="{00786286-401E-4FD1-BD85-040950DC1534}" dt="2024-02-09T06:36:47.278" v="977" actId="1036"/>
          <ac:cxnSpMkLst>
            <pc:docMk/>
            <pc:sldMk cId="4233624584" sldId="2147468640"/>
            <ac:cxnSpMk id="32" creationId="{3D56E025-FE5F-A7BC-CA66-DECD27BD61DE}"/>
          </ac:cxnSpMkLst>
        </pc:cxnChg>
      </pc:sldChg>
      <pc:sldChg chg="modSp mod">
        <pc:chgData name="Okamura, Ryo" userId="18831572-7aab-4b12-89e3-a5e58af7a83e" providerId="ADAL" clId="{00786286-401E-4FD1-BD85-040950DC1534}" dt="2024-02-09T06:43:00.511" v="1034" actId="20577"/>
        <pc:sldMkLst>
          <pc:docMk/>
          <pc:sldMk cId="2828514638" sldId="2147468641"/>
        </pc:sldMkLst>
        <pc:spChg chg="mod">
          <ac:chgData name="Okamura, Ryo" userId="18831572-7aab-4b12-89e3-a5e58af7a83e" providerId="ADAL" clId="{00786286-401E-4FD1-BD85-040950DC1534}" dt="2024-02-09T06:43:00.511" v="1034" actId="20577"/>
          <ac:spMkLst>
            <pc:docMk/>
            <pc:sldMk cId="2828514638" sldId="2147468641"/>
            <ac:spMk id="3" creationId="{B6C91FF8-B5E0-8508-F19A-663ECBAA7097}"/>
          </ac:spMkLst>
        </pc:spChg>
      </pc:sldChg>
      <pc:sldChg chg="modSp mod ord">
        <pc:chgData name="Okamura, Ryo" userId="18831572-7aab-4b12-89e3-a5e58af7a83e" providerId="ADAL" clId="{00786286-401E-4FD1-BD85-040950DC1534}" dt="2024-02-09T06:54:56.586" v="1126" actId="255"/>
        <pc:sldMkLst>
          <pc:docMk/>
          <pc:sldMk cId="4289075547" sldId="2147468643"/>
        </pc:sldMkLst>
        <pc:spChg chg="mod">
          <ac:chgData name="Okamura, Ryo" userId="18831572-7aab-4b12-89e3-a5e58af7a83e" providerId="ADAL" clId="{00786286-401E-4FD1-BD85-040950DC1534}" dt="2024-02-09T06:54:56.586" v="1126" actId="255"/>
          <ac:spMkLst>
            <pc:docMk/>
            <pc:sldMk cId="4289075547" sldId="2147468643"/>
            <ac:spMk id="4" creationId="{97C912AE-21AA-C281-B528-C9A048910EEC}"/>
          </ac:spMkLst>
        </pc:spChg>
      </pc:sldChg>
      <pc:sldChg chg="modSp mod ord">
        <pc:chgData name="Okamura, Ryo" userId="18831572-7aab-4b12-89e3-a5e58af7a83e" providerId="ADAL" clId="{00786286-401E-4FD1-BD85-040950DC1534}" dt="2024-02-09T06:55:01.157" v="1127" actId="255"/>
        <pc:sldMkLst>
          <pc:docMk/>
          <pc:sldMk cId="4115730665" sldId="2147468645"/>
        </pc:sldMkLst>
        <pc:spChg chg="mod">
          <ac:chgData name="Okamura, Ryo" userId="18831572-7aab-4b12-89e3-a5e58af7a83e" providerId="ADAL" clId="{00786286-401E-4FD1-BD85-040950DC1534}" dt="2024-02-09T06:51:44.642" v="1105" actId="20577"/>
          <ac:spMkLst>
            <pc:docMk/>
            <pc:sldMk cId="4115730665" sldId="2147468645"/>
            <ac:spMk id="3" creationId="{D3EB4294-9EA3-65F9-6C22-87F142D224A8}"/>
          </ac:spMkLst>
        </pc:spChg>
        <pc:spChg chg="mod">
          <ac:chgData name="Okamura, Ryo" userId="18831572-7aab-4b12-89e3-a5e58af7a83e" providerId="ADAL" clId="{00786286-401E-4FD1-BD85-040950DC1534}" dt="2024-02-09T06:55:01.157" v="1127" actId="255"/>
          <ac:spMkLst>
            <pc:docMk/>
            <pc:sldMk cId="4115730665" sldId="2147468645"/>
            <ac:spMk id="4" creationId="{97C912AE-21AA-C281-B528-C9A048910EEC}"/>
          </ac:spMkLst>
        </pc:spChg>
      </pc:sldChg>
      <pc:sldChg chg="modSp mod">
        <pc:chgData name="Okamura, Ryo" userId="18831572-7aab-4b12-89e3-a5e58af7a83e" providerId="ADAL" clId="{00786286-401E-4FD1-BD85-040950DC1534}" dt="2024-02-09T06:44:02.443" v="1043" actId="1036"/>
        <pc:sldMkLst>
          <pc:docMk/>
          <pc:sldMk cId="273794443" sldId="2147468646"/>
        </pc:sldMkLst>
        <pc:spChg chg="mod">
          <ac:chgData name="Okamura, Ryo" userId="18831572-7aab-4b12-89e3-a5e58af7a83e" providerId="ADAL" clId="{00786286-401E-4FD1-BD85-040950DC1534}" dt="2024-02-09T06:31:10.365" v="880" actId="20577"/>
          <ac:spMkLst>
            <pc:docMk/>
            <pc:sldMk cId="273794443" sldId="2147468646"/>
            <ac:spMk id="3" creationId="{D3705068-9B7D-BD8E-6A40-F69311C8814E}"/>
          </ac:spMkLst>
        </pc:spChg>
        <pc:picChg chg="mod">
          <ac:chgData name="Okamura, Ryo" userId="18831572-7aab-4b12-89e3-a5e58af7a83e" providerId="ADAL" clId="{00786286-401E-4FD1-BD85-040950DC1534}" dt="2024-02-09T06:44:02.443" v="1043" actId="1036"/>
          <ac:picMkLst>
            <pc:docMk/>
            <pc:sldMk cId="273794443" sldId="2147468646"/>
            <ac:picMk id="10" creationId="{33F7A243-9085-D6A1-0812-31D569FA7958}"/>
          </ac:picMkLst>
        </pc:picChg>
      </pc:sldChg>
      <pc:sldChg chg="addSp modSp mod">
        <pc:chgData name="Okamura, Ryo" userId="18831572-7aab-4b12-89e3-a5e58af7a83e" providerId="ADAL" clId="{00786286-401E-4FD1-BD85-040950DC1534}" dt="2024-02-09T06:54:42.535" v="1125" actId="255"/>
        <pc:sldMkLst>
          <pc:docMk/>
          <pc:sldMk cId="2025993153" sldId="2147468647"/>
        </pc:sldMkLst>
        <pc:spChg chg="add mod">
          <ac:chgData name="Okamura, Ryo" userId="18831572-7aab-4b12-89e3-a5e58af7a83e" providerId="ADAL" clId="{00786286-401E-4FD1-BD85-040950DC1534}" dt="2024-02-09T06:54:42.535" v="1125" actId="255"/>
          <ac:spMkLst>
            <pc:docMk/>
            <pc:sldMk cId="2025993153" sldId="2147468647"/>
            <ac:spMk id="2" creationId="{D330C548-A4DB-9B3B-D302-5DA6CA980022}"/>
          </ac:spMkLst>
        </pc:spChg>
        <pc:spChg chg="mod">
          <ac:chgData name="Okamura, Ryo" userId="18831572-7aab-4b12-89e3-a5e58af7a83e" providerId="ADAL" clId="{00786286-401E-4FD1-BD85-040950DC1534}" dt="2024-02-09T04:18:58.412" v="805" actId="6549"/>
          <ac:spMkLst>
            <pc:docMk/>
            <pc:sldMk cId="2025993153" sldId="2147468647"/>
            <ac:spMk id="7" creationId="{61BEE415-5D19-0E26-AAC7-D470E02EAEE4}"/>
          </ac:spMkLst>
        </pc:spChg>
        <pc:spChg chg="mod">
          <ac:chgData name="Okamura, Ryo" userId="18831572-7aab-4b12-89e3-a5e58af7a83e" providerId="ADAL" clId="{00786286-401E-4FD1-BD85-040950DC1534}" dt="2024-02-09T06:51:09.944" v="1103" actId="20577"/>
          <ac:spMkLst>
            <pc:docMk/>
            <pc:sldMk cId="2025993153" sldId="2147468647"/>
            <ac:spMk id="8" creationId="{753ADA55-D29B-FA45-9A8B-4AE5E0B23236}"/>
          </ac:spMkLst>
        </pc:spChg>
      </pc:sldChg>
      <pc:sldChg chg="addSp delSp modSp add mod ord">
        <pc:chgData name="Okamura, Ryo" userId="18831572-7aab-4b12-89e3-a5e58af7a83e" providerId="ADAL" clId="{00786286-401E-4FD1-BD85-040950DC1534}" dt="2024-02-09T04:22:41.575" v="867"/>
        <pc:sldMkLst>
          <pc:docMk/>
          <pc:sldMk cId="3961304525" sldId="2147468648"/>
        </pc:sldMkLst>
        <pc:spChg chg="add mod">
          <ac:chgData name="Okamura, Ryo" userId="18831572-7aab-4b12-89e3-a5e58af7a83e" providerId="ADAL" clId="{00786286-401E-4FD1-BD85-040950DC1534}" dt="2024-02-07T23:14:02.519" v="235" actId="1076"/>
          <ac:spMkLst>
            <pc:docMk/>
            <pc:sldMk cId="3961304525" sldId="2147468648"/>
            <ac:spMk id="2" creationId="{6DC485D3-3BBF-6B24-C6E3-D6AC4117C298}"/>
          </ac:spMkLst>
        </pc:spChg>
        <pc:spChg chg="add mod">
          <ac:chgData name="Okamura, Ryo" userId="18831572-7aab-4b12-89e3-a5e58af7a83e" providerId="ADAL" clId="{00786286-401E-4FD1-BD85-040950DC1534}" dt="2024-02-07T23:14:02.519" v="235" actId="1076"/>
          <ac:spMkLst>
            <pc:docMk/>
            <pc:sldMk cId="3961304525" sldId="2147468648"/>
            <ac:spMk id="3" creationId="{081560EC-306B-3A4E-ECC5-74D3240ED5D1}"/>
          </ac:spMkLst>
        </pc:spChg>
        <pc:spChg chg="add mod">
          <ac:chgData name="Okamura, Ryo" userId="18831572-7aab-4b12-89e3-a5e58af7a83e" providerId="ADAL" clId="{00786286-401E-4FD1-BD85-040950DC1534}" dt="2024-02-07T23:14:02.519" v="235" actId="1076"/>
          <ac:spMkLst>
            <pc:docMk/>
            <pc:sldMk cId="3961304525" sldId="2147468648"/>
            <ac:spMk id="4" creationId="{CCD27561-8326-C21A-3086-CDE6A0DB57BB}"/>
          </ac:spMkLst>
        </pc:spChg>
        <pc:spChg chg="mod">
          <ac:chgData name="Okamura, Ryo" userId="18831572-7aab-4b12-89e3-a5e58af7a83e" providerId="ADAL" clId="{00786286-401E-4FD1-BD85-040950DC1534}" dt="2024-02-08T01:08:13.366" v="784" actId="313"/>
          <ac:spMkLst>
            <pc:docMk/>
            <pc:sldMk cId="3961304525" sldId="2147468648"/>
            <ac:spMk id="7" creationId="{61BEE415-5D19-0E26-AAC7-D470E02EAEE4}"/>
          </ac:spMkLst>
        </pc:spChg>
        <pc:spChg chg="mod">
          <ac:chgData name="Okamura, Ryo" userId="18831572-7aab-4b12-89e3-a5e58af7a83e" providerId="ADAL" clId="{00786286-401E-4FD1-BD85-040950DC1534}" dt="2024-02-08T01:08:16.095" v="785" actId="313"/>
          <ac:spMkLst>
            <pc:docMk/>
            <pc:sldMk cId="3961304525" sldId="2147468648"/>
            <ac:spMk id="8" creationId="{753ADA55-D29B-FA45-9A8B-4AE5E0B23236}"/>
          </ac:spMkLst>
        </pc:spChg>
        <pc:spChg chg="mod">
          <ac:chgData name="Okamura, Ryo" userId="18831572-7aab-4b12-89e3-a5e58af7a83e" providerId="ADAL" clId="{00786286-401E-4FD1-BD85-040950DC1534}" dt="2024-02-08T01:08:17.545" v="786" actId="313"/>
          <ac:spMkLst>
            <pc:docMk/>
            <pc:sldMk cId="3961304525" sldId="2147468648"/>
            <ac:spMk id="9" creationId="{8D5079BB-06F8-7E24-4567-3610EEC2F116}"/>
          </ac:spMkLst>
        </pc:spChg>
        <pc:spChg chg="del">
          <ac:chgData name="Okamura, Ryo" userId="18831572-7aab-4b12-89e3-a5e58af7a83e" providerId="ADAL" clId="{00786286-401E-4FD1-BD85-040950DC1534}" dt="2024-02-07T23:10:06.647" v="175" actId="478"/>
          <ac:spMkLst>
            <pc:docMk/>
            <pc:sldMk cId="3961304525" sldId="2147468648"/>
            <ac:spMk id="10" creationId="{D25DD7E0-F0D4-892B-7292-B9E5C782BCC5}"/>
          </ac:spMkLst>
        </pc:spChg>
        <pc:spChg chg="del">
          <ac:chgData name="Okamura, Ryo" userId="18831572-7aab-4b12-89e3-a5e58af7a83e" providerId="ADAL" clId="{00786286-401E-4FD1-BD85-040950DC1534}" dt="2024-02-07T23:10:06.647" v="175" actId="478"/>
          <ac:spMkLst>
            <pc:docMk/>
            <pc:sldMk cId="3961304525" sldId="2147468648"/>
            <ac:spMk id="11" creationId="{4B6FFDC2-FCD8-BFED-0A7C-669839C052F3}"/>
          </ac:spMkLst>
        </pc:spChg>
        <pc:spChg chg="del">
          <ac:chgData name="Okamura, Ryo" userId="18831572-7aab-4b12-89e3-a5e58af7a83e" providerId="ADAL" clId="{00786286-401E-4FD1-BD85-040950DC1534}" dt="2024-02-07T23:10:06.647" v="175" actId="478"/>
          <ac:spMkLst>
            <pc:docMk/>
            <pc:sldMk cId="3961304525" sldId="2147468648"/>
            <ac:spMk id="15" creationId="{9B4BD7B1-A314-2DCF-46EC-B8518A41FEA6}"/>
          </ac:spMkLst>
        </pc:spChg>
        <pc:spChg chg="del">
          <ac:chgData name="Okamura, Ryo" userId="18831572-7aab-4b12-89e3-a5e58af7a83e" providerId="ADAL" clId="{00786286-401E-4FD1-BD85-040950DC1534}" dt="2024-02-07T23:10:06.647" v="175" actId="478"/>
          <ac:spMkLst>
            <pc:docMk/>
            <pc:sldMk cId="3961304525" sldId="2147468648"/>
            <ac:spMk id="16" creationId="{E3FE4664-2BDF-6E11-1116-263C4D20DE49}"/>
          </ac:spMkLst>
        </pc:spChg>
        <pc:spChg chg="add mod">
          <ac:chgData name="Okamura, Ryo" userId="18831572-7aab-4b12-89e3-a5e58af7a83e" providerId="ADAL" clId="{00786286-401E-4FD1-BD85-040950DC1534}" dt="2024-02-08T01:08:24.492" v="787" actId="313"/>
          <ac:spMkLst>
            <pc:docMk/>
            <pc:sldMk cId="3961304525" sldId="2147468648"/>
            <ac:spMk id="34" creationId="{50AF9A52-FD15-F9A8-1897-919726D5A4E6}"/>
          </ac:spMkLst>
        </pc:spChg>
        <pc:spChg chg="add mod">
          <ac:chgData name="Okamura, Ryo" userId="18831572-7aab-4b12-89e3-a5e58af7a83e" providerId="ADAL" clId="{00786286-401E-4FD1-BD85-040950DC1534}" dt="2024-02-07T23:14:02.519" v="235" actId="1076"/>
          <ac:spMkLst>
            <pc:docMk/>
            <pc:sldMk cId="3961304525" sldId="2147468648"/>
            <ac:spMk id="39" creationId="{1D4B3E6A-9247-C8CD-8223-B35060E64D8F}"/>
          </ac:spMkLst>
        </pc:spChg>
        <pc:spChg chg="add mod">
          <ac:chgData name="Okamura, Ryo" userId="18831572-7aab-4b12-89e3-a5e58af7a83e" providerId="ADAL" clId="{00786286-401E-4FD1-BD85-040950DC1534}" dt="2024-02-07T23:14:02.519" v="235" actId="1076"/>
          <ac:spMkLst>
            <pc:docMk/>
            <pc:sldMk cId="3961304525" sldId="2147468648"/>
            <ac:spMk id="40" creationId="{6923AFE5-5A11-8387-580E-8DE6F2A90504}"/>
          </ac:spMkLst>
        </pc:spChg>
        <pc:spChg chg="add del mod">
          <ac:chgData name="Okamura, Ryo" userId="18831572-7aab-4b12-89e3-a5e58af7a83e" providerId="ADAL" clId="{00786286-401E-4FD1-BD85-040950DC1534}" dt="2024-02-09T04:22:34.169" v="865" actId="478"/>
          <ac:spMkLst>
            <pc:docMk/>
            <pc:sldMk cId="3961304525" sldId="2147468648"/>
            <ac:spMk id="41" creationId="{E1F477FB-960D-DFDD-F4C0-4A03CEB75E36}"/>
          </ac:spMkLst>
        </pc:spChg>
        <pc:grpChg chg="del">
          <ac:chgData name="Okamura, Ryo" userId="18831572-7aab-4b12-89e3-a5e58af7a83e" providerId="ADAL" clId="{00786286-401E-4FD1-BD85-040950DC1534}" dt="2024-02-07T23:10:06.647" v="175" actId="478"/>
          <ac:grpSpMkLst>
            <pc:docMk/>
            <pc:sldMk cId="3961304525" sldId="2147468648"/>
            <ac:grpSpMk id="12" creationId="{CA6CEC3B-C717-07E7-2BA1-55455104D6BB}"/>
          </ac:grpSpMkLst>
        </pc:grpChg>
        <pc:grpChg chg="del">
          <ac:chgData name="Okamura, Ryo" userId="18831572-7aab-4b12-89e3-a5e58af7a83e" providerId="ADAL" clId="{00786286-401E-4FD1-BD85-040950DC1534}" dt="2024-02-07T23:10:06.647" v="175" actId="478"/>
          <ac:grpSpMkLst>
            <pc:docMk/>
            <pc:sldMk cId="3961304525" sldId="2147468648"/>
            <ac:grpSpMk id="17" creationId="{FAA827AD-0071-569E-832E-CE039BAF344D}"/>
          </ac:grpSpMkLst>
        </pc:grpChg>
        <pc:cxnChg chg="add mod">
          <ac:chgData name="Okamura, Ryo" userId="18831572-7aab-4b12-89e3-a5e58af7a83e" providerId="ADAL" clId="{00786286-401E-4FD1-BD85-040950DC1534}" dt="2024-02-07T23:14:02.519" v="235" actId="1076"/>
          <ac:cxnSpMkLst>
            <pc:docMk/>
            <pc:sldMk cId="3961304525" sldId="2147468648"/>
            <ac:cxnSpMk id="35" creationId="{7231EB20-A3E0-63D2-3CD8-A60E76937EB0}"/>
          </ac:cxnSpMkLst>
        </pc:cxnChg>
        <pc:cxnChg chg="add mod">
          <ac:chgData name="Okamura, Ryo" userId="18831572-7aab-4b12-89e3-a5e58af7a83e" providerId="ADAL" clId="{00786286-401E-4FD1-BD85-040950DC1534}" dt="2024-02-07T23:14:02.519" v="235" actId="1076"/>
          <ac:cxnSpMkLst>
            <pc:docMk/>
            <pc:sldMk cId="3961304525" sldId="2147468648"/>
            <ac:cxnSpMk id="36" creationId="{4A0A7C61-0593-35BF-E911-9DF6C83688BE}"/>
          </ac:cxnSpMkLst>
        </pc:cxnChg>
        <pc:cxnChg chg="add mod">
          <ac:chgData name="Okamura, Ryo" userId="18831572-7aab-4b12-89e3-a5e58af7a83e" providerId="ADAL" clId="{00786286-401E-4FD1-BD85-040950DC1534}" dt="2024-02-07T23:14:02.519" v="235" actId="1076"/>
          <ac:cxnSpMkLst>
            <pc:docMk/>
            <pc:sldMk cId="3961304525" sldId="2147468648"/>
            <ac:cxnSpMk id="37" creationId="{BA170A6D-CB0D-44B8-A33A-AD0A3E977FEA}"/>
          </ac:cxnSpMkLst>
        </pc:cxnChg>
        <pc:cxnChg chg="add mod">
          <ac:chgData name="Okamura, Ryo" userId="18831572-7aab-4b12-89e3-a5e58af7a83e" providerId="ADAL" clId="{00786286-401E-4FD1-BD85-040950DC1534}" dt="2024-02-07T23:14:02.519" v="235" actId="1076"/>
          <ac:cxnSpMkLst>
            <pc:docMk/>
            <pc:sldMk cId="3961304525" sldId="2147468648"/>
            <ac:cxnSpMk id="38" creationId="{95CA3279-0F47-74BE-1321-B3D2E31F4220}"/>
          </ac:cxnSpMkLst>
        </pc:cxnChg>
      </pc:sldChg>
      <pc:sldChg chg="addSp delSp modSp add mod">
        <pc:chgData name="Okamura, Ryo" userId="18831572-7aab-4b12-89e3-a5e58af7a83e" providerId="ADAL" clId="{00786286-401E-4FD1-BD85-040950DC1534}" dt="2024-02-09T06:48:16.099" v="1082" actId="2711"/>
        <pc:sldMkLst>
          <pc:docMk/>
          <pc:sldMk cId="1378408446" sldId="2147468649"/>
        </pc:sldMkLst>
        <pc:spChg chg="del">
          <ac:chgData name="Okamura, Ryo" userId="18831572-7aab-4b12-89e3-a5e58af7a83e" providerId="ADAL" clId="{00786286-401E-4FD1-BD85-040950DC1534}" dt="2024-02-07T23:14:48.630" v="239" actId="478"/>
          <ac:spMkLst>
            <pc:docMk/>
            <pc:sldMk cId="1378408446" sldId="2147468649"/>
            <ac:spMk id="2" creationId="{6DC485D3-3BBF-6B24-C6E3-D6AC4117C298}"/>
          </ac:spMkLst>
        </pc:spChg>
        <pc:spChg chg="del">
          <ac:chgData name="Okamura, Ryo" userId="18831572-7aab-4b12-89e3-a5e58af7a83e" providerId="ADAL" clId="{00786286-401E-4FD1-BD85-040950DC1534}" dt="2024-02-07T23:14:48.630" v="239" actId="478"/>
          <ac:spMkLst>
            <pc:docMk/>
            <pc:sldMk cId="1378408446" sldId="2147468649"/>
            <ac:spMk id="3" creationId="{081560EC-306B-3A4E-ECC5-74D3240ED5D1}"/>
          </ac:spMkLst>
        </pc:spChg>
        <pc:spChg chg="del">
          <ac:chgData name="Okamura, Ryo" userId="18831572-7aab-4b12-89e3-a5e58af7a83e" providerId="ADAL" clId="{00786286-401E-4FD1-BD85-040950DC1534}" dt="2024-02-07T23:14:48.630" v="239" actId="478"/>
          <ac:spMkLst>
            <pc:docMk/>
            <pc:sldMk cId="1378408446" sldId="2147468649"/>
            <ac:spMk id="4" creationId="{CCD27561-8326-C21A-3086-CDE6A0DB57BB}"/>
          </ac:spMkLst>
        </pc:spChg>
        <pc:spChg chg="mod">
          <ac:chgData name="Okamura, Ryo" userId="18831572-7aab-4b12-89e3-a5e58af7a83e" providerId="ADAL" clId="{00786286-401E-4FD1-BD85-040950DC1534}" dt="2024-02-07T23:14:27.952" v="237"/>
          <ac:spMkLst>
            <pc:docMk/>
            <pc:sldMk cId="1378408446" sldId="2147468649"/>
            <ac:spMk id="7" creationId="{61BEE415-5D19-0E26-AAC7-D470E02EAEE4}"/>
          </ac:spMkLst>
        </pc:spChg>
        <pc:spChg chg="mod">
          <ac:chgData name="Okamura, Ryo" userId="18831572-7aab-4b12-89e3-a5e58af7a83e" providerId="ADAL" clId="{00786286-401E-4FD1-BD85-040950DC1534}" dt="2024-02-07T23:14:37.107" v="238"/>
          <ac:spMkLst>
            <pc:docMk/>
            <pc:sldMk cId="1378408446" sldId="2147468649"/>
            <ac:spMk id="8" creationId="{753ADA55-D29B-FA45-9A8B-4AE5E0B23236}"/>
          </ac:spMkLst>
        </pc:spChg>
        <pc:spChg chg="mod">
          <ac:chgData name="Okamura, Ryo" userId="18831572-7aab-4b12-89e3-a5e58af7a83e" providerId="ADAL" clId="{00786286-401E-4FD1-BD85-040950DC1534}" dt="2024-02-08T01:08:25.891" v="788" actId="313"/>
          <ac:spMkLst>
            <pc:docMk/>
            <pc:sldMk cId="1378408446" sldId="2147468649"/>
            <ac:spMk id="9" creationId="{8D5079BB-06F8-7E24-4567-3610EEC2F116}"/>
          </ac:spMkLst>
        </pc:spChg>
        <pc:spChg chg="add mod">
          <ac:chgData name="Okamura, Ryo" userId="18831572-7aab-4b12-89e3-a5e58af7a83e" providerId="ADAL" clId="{00786286-401E-4FD1-BD85-040950DC1534}" dt="2024-02-09T06:48:16.099" v="1082" actId="2711"/>
          <ac:spMkLst>
            <pc:docMk/>
            <pc:sldMk cId="1378408446" sldId="2147468649"/>
            <ac:spMk id="14" creationId="{26EE27E0-723B-9655-FA58-C8ABA319AA1A}"/>
          </ac:spMkLst>
        </pc:spChg>
        <pc:spChg chg="add mod">
          <ac:chgData name="Okamura, Ryo" userId="18831572-7aab-4b12-89e3-a5e58af7a83e" providerId="ADAL" clId="{00786286-401E-4FD1-BD85-040950DC1534}" dt="2024-02-09T06:48:16.099" v="1082" actId="2711"/>
          <ac:spMkLst>
            <pc:docMk/>
            <pc:sldMk cId="1378408446" sldId="2147468649"/>
            <ac:spMk id="15" creationId="{CA8BB83D-DD0E-5E0A-106F-4EAFEE31F287}"/>
          </ac:spMkLst>
        </pc:spChg>
        <pc:spChg chg="mod">
          <ac:chgData name="Okamura, Ryo" userId="18831572-7aab-4b12-89e3-a5e58af7a83e" providerId="ADAL" clId="{00786286-401E-4FD1-BD85-040950DC1534}" dt="2024-02-07T23:14:49.155" v="240"/>
          <ac:spMkLst>
            <pc:docMk/>
            <pc:sldMk cId="1378408446" sldId="2147468649"/>
            <ac:spMk id="17" creationId="{06E888AB-49B4-565F-074B-078039E07FCA}"/>
          </ac:spMkLst>
        </pc:spChg>
        <pc:spChg chg="add mod">
          <ac:chgData name="Okamura, Ryo" userId="18831572-7aab-4b12-89e3-a5e58af7a83e" providerId="ADAL" clId="{00786286-401E-4FD1-BD85-040950DC1534}" dt="2024-02-09T06:48:16.099" v="1082" actId="2711"/>
          <ac:spMkLst>
            <pc:docMk/>
            <pc:sldMk cId="1378408446" sldId="2147468649"/>
            <ac:spMk id="19" creationId="{4DFB8865-652C-6CE4-C9B9-7F74A531A739}"/>
          </ac:spMkLst>
        </pc:spChg>
        <pc:spChg chg="mod">
          <ac:chgData name="Okamura, Ryo" userId="18831572-7aab-4b12-89e3-a5e58af7a83e" providerId="ADAL" clId="{00786286-401E-4FD1-BD85-040950DC1534}" dt="2024-02-07T23:14:49.155" v="240"/>
          <ac:spMkLst>
            <pc:docMk/>
            <pc:sldMk cId="1378408446" sldId="2147468649"/>
            <ac:spMk id="24" creationId="{42A9C32F-8323-A0D0-6CF7-FFBE8067F9E5}"/>
          </ac:spMkLst>
        </pc:spChg>
        <pc:spChg chg="add mod">
          <ac:chgData name="Okamura, Ryo" userId="18831572-7aab-4b12-89e3-a5e58af7a83e" providerId="ADAL" clId="{00786286-401E-4FD1-BD85-040950DC1534}" dt="2024-02-09T06:48:16.099" v="1082" actId="2711"/>
          <ac:spMkLst>
            <pc:docMk/>
            <pc:sldMk cId="1378408446" sldId="2147468649"/>
            <ac:spMk id="26" creationId="{AF241D41-18F5-96E4-B16B-44A16D519D9F}"/>
          </ac:spMkLst>
        </pc:spChg>
        <pc:spChg chg="mod">
          <ac:chgData name="Okamura, Ryo" userId="18831572-7aab-4b12-89e3-a5e58af7a83e" providerId="ADAL" clId="{00786286-401E-4FD1-BD85-040950DC1534}" dt="2024-02-07T23:14:49.155" v="240"/>
          <ac:spMkLst>
            <pc:docMk/>
            <pc:sldMk cId="1378408446" sldId="2147468649"/>
            <ac:spMk id="28" creationId="{0DF7B6DE-2544-0DED-1AB0-BC2313DDB368}"/>
          </ac:spMkLst>
        </pc:spChg>
        <pc:spChg chg="mod">
          <ac:chgData name="Okamura, Ryo" userId="18831572-7aab-4b12-89e3-a5e58af7a83e" providerId="ADAL" clId="{00786286-401E-4FD1-BD85-040950DC1534}" dt="2024-02-07T23:14:49.155" v="240"/>
          <ac:spMkLst>
            <pc:docMk/>
            <pc:sldMk cId="1378408446" sldId="2147468649"/>
            <ac:spMk id="31" creationId="{5E0ECE34-7ADF-F241-1489-0BFB654A18B7}"/>
          </ac:spMkLst>
        </pc:spChg>
        <pc:spChg chg="del">
          <ac:chgData name="Okamura, Ryo" userId="18831572-7aab-4b12-89e3-a5e58af7a83e" providerId="ADAL" clId="{00786286-401E-4FD1-BD85-040950DC1534}" dt="2024-02-07T23:14:48.630" v="239" actId="478"/>
          <ac:spMkLst>
            <pc:docMk/>
            <pc:sldMk cId="1378408446" sldId="2147468649"/>
            <ac:spMk id="34" creationId="{50AF9A52-FD15-F9A8-1897-919726D5A4E6}"/>
          </ac:spMkLst>
        </pc:spChg>
        <pc:spChg chg="del">
          <ac:chgData name="Okamura, Ryo" userId="18831572-7aab-4b12-89e3-a5e58af7a83e" providerId="ADAL" clId="{00786286-401E-4FD1-BD85-040950DC1534}" dt="2024-02-07T23:14:48.630" v="239" actId="478"/>
          <ac:spMkLst>
            <pc:docMk/>
            <pc:sldMk cId="1378408446" sldId="2147468649"/>
            <ac:spMk id="39" creationId="{1D4B3E6A-9247-C8CD-8223-B35060E64D8F}"/>
          </ac:spMkLst>
        </pc:spChg>
        <pc:spChg chg="del">
          <ac:chgData name="Okamura, Ryo" userId="18831572-7aab-4b12-89e3-a5e58af7a83e" providerId="ADAL" clId="{00786286-401E-4FD1-BD85-040950DC1534}" dt="2024-02-07T23:14:48.630" v="239" actId="478"/>
          <ac:spMkLst>
            <pc:docMk/>
            <pc:sldMk cId="1378408446" sldId="2147468649"/>
            <ac:spMk id="40" creationId="{6923AFE5-5A11-8387-580E-8DE6F2A90504}"/>
          </ac:spMkLst>
        </pc:spChg>
        <pc:spChg chg="del">
          <ac:chgData name="Okamura, Ryo" userId="18831572-7aab-4b12-89e3-a5e58af7a83e" providerId="ADAL" clId="{00786286-401E-4FD1-BD85-040950DC1534}" dt="2024-02-07T23:14:48.630" v="239" actId="478"/>
          <ac:spMkLst>
            <pc:docMk/>
            <pc:sldMk cId="1378408446" sldId="2147468649"/>
            <ac:spMk id="41" creationId="{E1F477FB-960D-DFDD-F4C0-4A03CEB75E36}"/>
          </ac:spMkLst>
        </pc:spChg>
        <pc:spChg chg="add mod">
          <ac:chgData name="Okamura, Ryo" userId="18831572-7aab-4b12-89e3-a5e58af7a83e" providerId="ADAL" clId="{00786286-401E-4FD1-BD85-040950DC1534}" dt="2024-02-09T06:48:16.099" v="1082" actId="2711"/>
          <ac:spMkLst>
            <pc:docMk/>
            <pc:sldMk cId="1378408446" sldId="2147468649"/>
            <ac:spMk id="43" creationId="{EB6CEFA0-1F40-D77F-2D0B-0911DCCFC8C8}"/>
          </ac:spMkLst>
        </pc:spChg>
        <pc:spChg chg="add mod">
          <ac:chgData name="Okamura, Ryo" userId="18831572-7aab-4b12-89e3-a5e58af7a83e" providerId="ADAL" clId="{00786286-401E-4FD1-BD85-040950DC1534}" dt="2024-02-09T06:48:16.099" v="1082" actId="2711"/>
          <ac:spMkLst>
            <pc:docMk/>
            <pc:sldMk cId="1378408446" sldId="2147468649"/>
            <ac:spMk id="48" creationId="{65D88FC5-9557-BEE0-53FE-19276F80110F}"/>
          </ac:spMkLst>
        </pc:spChg>
        <pc:spChg chg="add mod">
          <ac:chgData name="Okamura, Ryo" userId="18831572-7aab-4b12-89e3-a5e58af7a83e" providerId="ADAL" clId="{00786286-401E-4FD1-BD85-040950DC1534}" dt="2024-02-09T06:48:16.099" v="1082" actId="2711"/>
          <ac:spMkLst>
            <pc:docMk/>
            <pc:sldMk cId="1378408446" sldId="2147468649"/>
            <ac:spMk id="49" creationId="{FDAA6DD3-F3FD-FDEE-E45B-233FF5B0958A}"/>
          </ac:spMkLst>
        </pc:spChg>
        <pc:grpChg chg="add mod">
          <ac:chgData name="Okamura, Ryo" userId="18831572-7aab-4b12-89e3-a5e58af7a83e" providerId="ADAL" clId="{00786286-401E-4FD1-BD85-040950DC1534}" dt="2024-02-09T06:48:16.099" v="1082" actId="2711"/>
          <ac:grpSpMkLst>
            <pc:docMk/>
            <pc:sldMk cId="1378408446" sldId="2147468649"/>
            <ac:grpSpMk id="16" creationId="{B20988B5-97BF-36CB-6CFF-3747CCECFB3A}"/>
          </ac:grpSpMkLst>
        </pc:grpChg>
        <pc:grpChg chg="add mod">
          <ac:chgData name="Okamura, Ryo" userId="18831572-7aab-4b12-89e3-a5e58af7a83e" providerId="ADAL" clId="{00786286-401E-4FD1-BD85-040950DC1534}" dt="2024-02-09T06:48:16.099" v="1082" actId="2711"/>
          <ac:grpSpMkLst>
            <pc:docMk/>
            <pc:sldMk cId="1378408446" sldId="2147468649"/>
            <ac:grpSpMk id="23" creationId="{7E4A8118-0F10-CF77-59D0-717D219E17B1}"/>
          </ac:grpSpMkLst>
        </pc:grpChg>
        <pc:grpChg chg="add mod">
          <ac:chgData name="Okamura, Ryo" userId="18831572-7aab-4b12-89e3-a5e58af7a83e" providerId="ADAL" clId="{00786286-401E-4FD1-BD85-040950DC1534}" dt="2024-02-09T06:48:16.099" v="1082" actId="2711"/>
          <ac:grpSpMkLst>
            <pc:docMk/>
            <pc:sldMk cId="1378408446" sldId="2147468649"/>
            <ac:grpSpMk id="27" creationId="{08BFCF94-4ADF-DCF7-C6FD-CEECD61BCBD1}"/>
          </ac:grpSpMkLst>
        </pc:grpChg>
        <pc:grpChg chg="add mod">
          <ac:chgData name="Okamura, Ryo" userId="18831572-7aab-4b12-89e3-a5e58af7a83e" providerId="ADAL" clId="{00786286-401E-4FD1-BD85-040950DC1534}" dt="2024-02-09T06:48:16.099" v="1082" actId="2711"/>
          <ac:grpSpMkLst>
            <pc:docMk/>
            <pc:sldMk cId="1378408446" sldId="2147468649"/>
            <ac:grpSpMk id="30" creationId="{54F082DF-2157-C911-34D4-655BDFD47367}"/>
          </ac:grpSpMkLst>
        </pc:grpChg>
        <pc:grpChg chg="add mod">
          <ac:chgData name="Okamura, Ryo" userId="18831572-7aab-4b12-89e3-a5e58af7a83e" providerId="ADAL" clId="{00786286-401E-4FD1-BD85-040950DC1534}" dt="2024-02-09T06:48:16.099" v="1082" actId="2711"/>
          <ac:grpSpMkLst>
            <pc:docMk/>
            <pc:sldMk cId="1378408446" sldId="2147468649"/>
            <ac:grpSpMk id="44" creationId="{C57A0AF8-5ECE-4486-C227-6F5F2146049C}"/>
          </ac:grpSpMkLst>
        </pc:grpChg>
        <pc:picChg chg="add mod">
          <ac:chgData name="Okamura, Ryo" userId="18831572-7aab-4b12-89e3-a5e58af7a83e" providerId="ADAL" clId="{00786286-401E-4FD1-BD85-040950DC1534}" dt="2024-02-09T06:48:16.099" v="1082" actId="2711"/>
          <ac:picMkLst>
            <pc:docMk/>
            <pc:sldMk cId="1378408446" sldId="2147468649"/>
            <ac:picMk id="10" creationId="{3EFB83C1-EB83-F5A1-324C-BB9BF597DAA1}"/>
          </ac:picMkLst>
        </pc:picChg>
        <pc:picChg chg="add mod">
          <ac:chgData name="Okamura, Ryo" userId="18831572-7aab-4b12-89e3-a5e58af7a83e" providerId="ADAL" clId="{00786286-401E-4FD1-BD85-040950DC1534}" dt="2024-02-09T06:48:16.099" v="1082" actId="2711"/>
          <ac:picMkLst>
            <pc:docMk/>
            <pc:sldMk cId="1378408446" sldId="2147468649"/>
            <ac:picMk id="11" creationId="{B115EC28-F4E5-2395-4443-0738F78B2D0A}"/>
          </ac:picMkLst>
        </pc:picChg>
        <pc:picChg chg="add mod">
          <ac:chgData name="Okamura, Ryo" userId="18831572-7aab-4b12-89e3-a5e58af7a83e" providerId="ADAL" clId="{00786286-401E-4FD1-BD85-040950DC1534}" dt="2024-02-09T06:48:16.099" v="1082" actId="2711"/>
          <ac:picMkLst>
            <pc:docMk/>
            <pc:sldMk cId="1378408446" sldId="2147468649"/>
            <ac:picMk id="12" creationId="{5E7FFA51-8A6F-4C24-3253-2E9583F87F09}"/>
          </ac:picMkLst>
        </pc:picChg>
        <pc:picChg chg="add mod">
          <ac:chgData name="Okamura, Ryo" userId="18831572-7aab-4b12-89e3-a5e58af7a83e" providerId="ADAL" clId="{00786286-401E-4FD1-BD85-040950DC1534}" dt="2024-02-09T06:48:16.099" v="1082" actId="2711"/>
          <ac:picMkLst>
            <pc:docMk/>
            <pc:sldMk cId="1378408446" sldId="2147468649"/>
            <ac:picMk id="13" creationId="{6B057E63-8DD2-E489-DFBB-D01DAD5BCE90}"/>
          </ac:picMkLst>
        </pc:picChg>
        <pc:picChg chg="add mod">
          <ac:chgData name="Okamura, Ryo" userId="18831572-7aab-4b12-89e3-a5e58af7a83e" providerId="ADAL" clId="{00786286-401E-4FD1-BD85-040950DC1534}" dt="2024-02-09T06:48:16.099" v="1082" actId="2711"/>
          <ac:picMkLst>
            <pc:docMk/>
            <pc:sldMk cId="1378408446" sldId="2147468649"/>
            <ac:picMk id="33" creationId="{49207CD7-585A-8749-5E68-7D6A9D4383FB}"/>
          </ac:picMkLst>
        </pc:picChg>
        <pc:picChg chg="mod">
          <ac:chgData name="Okamura, Ryo" userId="18831572-7aab-4b12-89e3-a5e58af7a83e" providerId="ADAL" clId="{00786286-401E-4FD1-BD85-040950DC1534}" dt="2024-02-07T23:14:49.155" v="240"/>
          <ac:picMkLst>
            <pc:docMk/>
            <pc:sldMk cId="1378408446" sldId="2147468649"/>
            <ac:picMk id="45" creationId="{89AB798C-98FF-02CA-97E9-0DD28E70D02C}"/>
          </ac:picMkLst>
        </pc:picChg>
        <pc:picChg chg="mod">
          <ac:chgData name="Okamura, Ryo" userId="18831572-7aab-4b12-89e3-a5e58af7a83e" providerId="ADAL" clId="{00786286-401E-4FD1-BD85-040950DC1534}" dt="2024-02-07T23:14:49.155" v="240"/>
          <ac:picMkLst>
            <pc:docMk/>
            <pc:sldMk cId="1378408446" sldId="2147468649"/>
            <ac:picMk id="46" creationId="{96B5CAE7-E125-9FE4-C189-86BC156D804E}"/>
          </ac:picMkLst>
        </pc:picChg>
        <pc:picChg chg="mod">
          <ac:chgData name="Okamura, Ryo" userId="18831572-7aab-4b12-89e3-a5e58af7a83e" providerId="ADAL" clId="{00786286-401E-4FD1-BD85-040950DC1534}" dt="2024-02-07T23:14:49.155" v="240"/>
          <ac:picMkLst>
            <pc:docMk/>
            <pc:sldMk cId="1378408446" sldId="2147468649"/>
            <ac:picMk id="47" creationId="{B2680684-9360-2893-D2B6-E67CEE89F9FB}"/>
          </ac:picMkLst>
        </pc:picChg>
        <pc:cxnChg chg="mod">
          <ac:chgData name="Okamura, Ryo" userId="18831572-7aab-4b12-89e3-a5e58af7a83e" providerId="ADAL" clId="{00786286-401E-4FD1-BD85-040950DC1534}" dt="2024-02-07T23:14:49.155" v="240"/>
          <ac:cxnSpMkLst>
            <pc:docMk/>
            <pc:sldMk cId="1378408446" sldId="2147468649"/>
            <ac:cxnSpMk id="18" creationId="{82FB0F41-A7B5-6383-1AF1-86B7C740D825}"/>
          </ac:cxnSpMkLst>
        </pc:cxnChg>
        <pc:cxnChg chg="add mod">
          <ac:chgData name="Okamura, Ryo" userId="18831572-7aab-4b12-89e3-a5e58af7a83e" providerId="ADAL" clId="{00786286-401E-4FD1-BD85-040950DC1534}" dt="2024-02-09T06:48:16.099" v="1082" actId="2711"/>
          <ac:cxnSpMkLst>
            <pc:docMk/>
            <pc:sldMk cId="1378408446" sldId="2147468649"/>
            <ac:cxnSpMk id="20" creationId="{A1CB71B6-4360-1E47-595C-254CB9ED9FB2}"/>
          </ac:cxnSpMkLst>
        </pc:cxnChg>
        <pc:cxnChg chg="add mod">
          <ac:chgData name="Okamura, Ryo" userId="18831572-7aab-4b12-89e3-a5e58af7a83e" providerId="ADAL" clId="{00786286-401E-4FD1-BD85-040950DC1534}" dt="2024-02-09T06:48:16.099" v="1082" actId="2711"/>
          <ac:cxnSpMkLst>
            <pc:docMk/>
            <pc:sldMk cId="1378408446" sldId="2147468649"/>
            <ac:cxnSpMk id="21" creationId="{38253AE3-E52F-4D16-0F46-AA1F29AD857D}"/>
          </ac:cxnSpMkLst>
        </pc:cxnChg>
        <pc:cxnChg chg="add mod">
          <ac:chgData name="Okamura, Ryo" userId="18831572-7aab-4b12-89e3-a5e58af7a83e" providerId="ADAL" clId="{00786286-401E-4FD1-BD85-040950DC1534}" dt="2024-02-09T06:48:16.099" v="1082" actId="2711"/>
          <ac:cxnSpMkLst>
            <pc:docMk/>
            <pc:sldMk cId="1378408446" sldId="2147468649"/>
            <ac:cxnSpMk id="22" creationId="{6018F039-8B20-3DB3-B8B1-0F39DCFD5A20}"/>
          </ac:cxnSpMkLst>
        </pc:cxnChg>
        <pc:cxnChg chg="mod">
          <ac:chgData name="Okamura, Ryo" userId="18831572-7aab-4b12-89e3-a5e58af7a83e" providerId="ADAL" clId="{00786286-401E-4FD1-BD85-040950DC1534}" dt="2024-02-07T23:14:49.155" v="240"/>
          <ac:cxnSpMkLst>
            <pc:docMk/>
            <pc:sldMk cId="1378408446" sldId="2147468649"/>
            <ac:cxnSpMk id="25" creationId="{0F9F0842-E24D-E9B4-F17F-C1988AF6F960}"/>
          </ac:cxnSpMkLst>
        </pc:cxnChg>
        <pc:cxnChg chg="mod">
          <ac:chgData name="Okamura, Ryo" userId="18831572-7aab-4b12-89e3-a5e58af7a83e" providerId="ADAL" clId="{00786286-401E-4FD1-BD85-040950DC1534}" dt="2024-02-07T23:14:49.155" v="240"/>
          <ac:cxnSpMkLst>
            <pc:docMk/>
            <pc:sldMk cId="1378408446" sldId="2147468649"/>
            <ac:cxnSpMk id="29" creationId="{73EBAA8F-B26E-74C3-7DE9-9C6584953CE2}"/>
          </ac:cxnSpMkLst>
        </pc:cxnChg>
        <pc:cxnChg chg="mod">
          <ac:chgData name="Okamura, Ryo" userId="18831572-7aab-4b12-89e3-a5e58af7a83e" providerId="ADAL" clId="{00786286-401E-4FD1-BD85-040950DC1534}" dt="2024-02-07T23:14:49.155" v="240"/>
          <ac:cxnSpMkLst>
            <pc:docMk/>
            <pc:sldMk cId="1378408446" sldId="2147468649"/>
            <ac:cxnSpMk id="32" creationId="{B75A4682-E505-C179-101E-3354CFEB8CF0}"/>
          </ac:cxnSpMkLst>
        </pc:cxnChg>
        <pc:cxnChg chg="del mod">
          <ac:chgData name="Okamura, Ryo" userId="18831572-7aab-4b12-89e3-a5e58af7a83e" providerId="ADAL" clId="{00786286-401E-4FD1-BD85-040950DC1534}" dt="2024-02-07T23:14:48.630" v="239" actId="478"/>
          <ac:cxnSpMkLst>
            <pc:docMk/>
            <pc:sldMk cId="1378408446" sldId="2147468649"/>
            <ac:cxnSpMk id="35" creationId="{7231EB20-A3E0-63D2-3CD8-A60E76937EB0}"/>
          </ac:cxnSpMkLst>
        </pc:cxnChg>
        <pc:cxnChg chg="del mod">
          <ac:chgData name="Okamura, Ryo" userId="18831572-7aab-4b12-89e3-a5e58af7a83e" providerId="ADAL" clId="{00786286-401E-4FD1-BD85-040950DC1534}" dt="2024-02-07T23:14:48.630" v="239" actId="478"/>
          <ac:cxnSpMkLst>
            <pc:docMk/>
            <pc:sldMk cId="1378408446" sldId="2147468649"/>
            <ac:cxnSpMk id="36" creationId="{4A0A7C61-0593-35BF-E911-9DF6C83688BE}"/>
          </ac:cxnSpMkLst>
        </pc:cxnChg>
        <pc:cxnChg chg="del mod">
          <ac:chgData name="Okamura, Ryo" userId="18831572-7aab-4b12-89e3-a5e58af7a83e" providerId="ADAL" clId="{00786286-401E-4FD1-BD85-040950DC1534}" dt="2024-02-07T23:14:48.630" v="239" actId="478"/>
          <ac:cxnSpMkLst>
            <pc:docMk/>
            <pc:sldMk cId="1378408446" sldId="2147468649"/>
            <ac:cxnSpMk id="37" creationId="{BA170A6D-CB0D-44B8-A33A-AD0A3E977FEA}"/>
          </ac:cxnSpMkLst>
        </pc:cxnChg>
        <pc:cxnChg chg="del">
          <ac:chgData name="Okamura, Ryo" userId="18831572-7aab-4b12-89e3-a5e58af7a83e" providerId="ADAL" clId="{00786286-401E-4FD1-BD85-040950DC1534}" dt="2024-02-07T23:14:48.630" v="239" actId="478"/>
          <ac:cxnSpMkLst>
            <pc:docMk/>
            <pc:sldMk cId="1378408446" sldId="2147468649"/>
            <ac:cxnSpMk id="38" creationId="{95CA3279-0F47-74BE-1321-B3D2E31F4220}"/>
          </ac:cxnSpMkLst>
        </pc:cxnChg>
        <pc:cxnChg chg="add mod">
          <ac:chgData name="Okamura, Ryo" userId="18831572-7aab-4b12-89e3-a5e58af7a83e" providerId="ADAL" clId="{00786286-401E-4FD1-BD85-040950DC1534}" dt="2024-02-09T06:48:16.099" v="1082" actId="2711"/>
          <ac:cxnSpMkLst>
            <pc:docMk/>
            <pc:sldMk cId="1378408446" sldId="2147468649"/>
            <ac:cxnSpMk id="42" creationId="{C6446626-9280-26A4-1977-2FBFF498F571}"/>
          </ac:cxnSpMkLst>
        </pc:cxnChg>
      </pc:sldChg>
      <pc:sldChg chg="addSp delSp modSp add mod">
        <pc:chgData name="Okamura, Ryo" userId="18831572-7aab-4b12-89e3-a5e58af7a83e" providerId="ADAL" clId="{00786286-401E-4FD1-BD85-040950DC1534}" dt="2024-02-09T06:49:59.269" v="1099" actId="20577"/>
        <pc:sldMkLst>
          <pc:docMk/>
          <pc:sldMk cId="2383594870" sldId="2147468650"/>
        </pc:sldMkLst>
        <pc:spChg chg="add mod">
          <ac:chgData name="Okamura, Ryo" userId="18831572-7aab-4b12-89e3-a5e58af7a83e" providerId="ADAL" clId="{00786286-401E-4FD1-BD85-040950DC1534}" dt="2024-02-07T23:15:32.919" v="248"/>
          <ac:spMkLst>
            <pc:docMk/>
            <pc:sldMk cId="2383594870" sldId="2147468650"/>
            <ac:spMk id="2" creationId="{7670F92A-991D-E98D-6665-9C6C56E9D071}"/>
          </ac:spMkLst>
        </pc:spChg>
        <pc:spChg chg="add mod">
          <ac:chgData name="Okamura, Ryo" userId="18831572-7aab-4b12-89e3-a5e58af7a83e" providerId="ADAL" clId="{00786286-401E-4FD1-BD85-040950DC1534}" dt="2024-02-07T23:15:32.919" v="248"/>
          <ac:spMkLst>
            <pc:docMk/>
            <pc:sldMk cId="2383594870" sldId="2147468650"/>
            <ac:spMk id="3" creationId="{1D5D9D28-FE09-B74B-FB32-E6B330BD1D49}"/>
          </ac:spMkLst>
        </pc:spChg>
        <pc:spChg chg="mod">
          <ac:chgData name="Okamura, Ryo" userId="18831572-7aab-4b12-89e3-a5e58af7a83e" providerId="ADAL" clId="{00786286-401E-4FD1-BD85-040950DC1534}" dt="2024-02-07T23:15:15.049" v="246"/>
          <ac:spMkLst>
            <pc:docMk/>
            <pc:sldMk cId="2383594870" sldId="2147468650"/>
            <ac:spMk id="7" creationId="{61BEE415-5D19-0E26-AAC7-D470E02EAEE4}"/>
          </ac:spMkLst>
        </pc:spChg>
        <pc:spChg chg="mod">
          <ac:chgData name="Okamura, Ryo" userId="18831572-7aab-4b12-89e3-a5e58af7a83e" providerId="ADAL" clId="{00786286-401E-4FD1-BD85-040950DC1534}" dt="2024-02-09T06:49:59.269" v="1099" actId="20577"/>
          <ac:spMkLst>
            <pc:docMk/>
            <pc:sldMk cId="2383594870" sldId="2147468650"/>
            <ac:spMk id="8" creationId="{753ADA55-D29B-FA45-9A8B-4AE5E0B23236}"/>
          </ac:spMkLst>
        </pc:spChg>
        <pc:spChg chg="mod">
          <ac:chgData name="Okamura, Ryo" userId="18831572-7aab-4b12-89e3-a5e58af7a83e" providerId="ADAL" clId="{00786286-401E-4FD1-BD85-040950DC1534}" dt="2024-02-08T01:08:26.652" v="789" actId="313"/>
          <ac:spMkLst>
            <pc:docMk/>
            <pc:sldMk cId="2383594870" sldId="2147468650"/>
            <ac:spMk id="9" creationId="{8D5079BB-06F8-7E24-4567-3610EEC2F116}"/>
          </ac:spMkLst>
        </pc:spChg>
        <pc:spChg chg="del">
          <ac:chgData name="Okamura, Ryo" userId="18831572-7aab-4b12-89e3-a5e58af7a83e" providerId="ADAL" clId="{00786286-401E-4FD1-BD85-040950DC1534}" dt="2024-02-07T23:14:59.228" v="242" actId="478"/>
          <ac:spMkLst>
            <pc:docMk/>
            <pc:sldMk cId="2383594870" sldId="2147468650"/>
            <ac:spMk id="14" creationId="{26EE27E0-723B-9655-FA58-C8ABA319AA1A}"/>
          </ac:spMkLst>
        </pc:spChg>
        <pc:spChg chg="del">
          <ac:chgData name="Okamura, Ryo" userId="18831572-7aab-4b12-89e3-a5e58af7a83e" providerId="ADAL" clId="{00786286-401E-4FD1-BD85-040950DC1534}" dt="2024-02-07T23:14:59.228" v="242" actId="478"/>
          <ac:spMkLst>
            <pc:docMk/>
            <pc:sldMk cId="2383594870" sldId="2147468650"/>
            <ac:spMk id="15" creationId="{CA8BB83D-DD0E-5E0A-106F-4EAFEE31F287}"/>
          </ac:spMkLst>
        </pc:spChg>
        <pc:spChg chg="del">
          <ac:chgData name="Okamura, Ryo" userId="18831572-7aab-4b12-89e3-a5e58af7a83e" providerId="ADAL" clId="{00786286-401E-4FD1-BD85-040950DC1534}" dt="2024-02-07T23:14:59.228" v="242" actId="478"/>
          <ac:spMkLst>
            <pc:docMk/>
            <pc:sldMk cId="2383594870" sldId="2147468650"/>
            <ac:spMk id="19" creationId="{4DFB8865-652C-6CE4-C9B9-7F74A531A739}"/>
          </ac:spMkLst>
        </pc:spChg>
        <pc:spChg chg="del">
          <ac:chgData name="Okamura, Ryo" userId="18831572-7aab-4b12-89e3-a5e58af7a83e" providerId="ADAL" clId="{00786286-401E-4FD1-BD85-040950DC1534}" dt="2024-02-07T23:14:59.228" v="242" actId="478"/>
          <ac:spMkLst>
            <pc:docMk/>
            <pc:sldMk cId="2383594870" sldId="2147468650"/>
            <ac:spMk id="26" creationId="{AF241D41-18F5-96E4-B16B-44A16D519D9F}"/>
          </ac:spMkLst>
        </pc:spChg>
        <pc:spChg chg="add mod">
          <ac:chgData name="Okamura, Ryo" userId="18831572-7aab-4b12-89e3-a5e58af7a83e" providerId="ADAL" clId="{00786286-401E-4FD1-BD85-040950DC1534}" dt="2024-02-07T23:15:32.919" v="248"/>
          <ac:spMkLst>
            <pc:docMk/>
            <pc:sldMk cId="2383594870" sldId="2147468650"/>
            <ac:spMk id="34" creationId="{A563F03D-8F04-4605-FFB0-E64C28600D12}"/>
          </ac:spMkLst>
        </pc:spChg>
        <pc:spChg chg="add mod">
          <ac:chgData name="Okamura, Ryo" userId="18831572-7aab-4b12-89e3-a5e58af7a83e" providerId="ADAL" clId="{00786286-401E-4FD1-BD85-040950DC1534}" dt="2024-02-07T23:15:32.919" v="248"/>
          <ac:spMkLst>
            <pc:docMk/>
            <pc:sldMk cId="2383594870" sldId="2147468650"/>
            <ac:spMk id="35" creationId="{F6BDADE6-4129-ABA6-741B-648073032CEB}"/>
          </ac:spMkLst>
        </pc:spChg>
        <pc:spChg chg="add mod">
          <ac:chgData name="Okamura, Ryo" userId="18831572-7aab-4b12-89e3-a5e58af7a83e" providerId="ADAL" clId="{00786286-401E-4FD1-BD85-040950DC1534}" dt="2024-02-07T23:15:32.919" v="248"/>
          <ac:spMkLst>
            <pc:docMk/>
            <pc:sldMk cId="2383594870" sldId="2147468650"/>
            <ac:spMk id="36" creationId="{A062B1FC-B8A2-2227-11DE-B03EF8657E0A}"/>
          </ac:spMkLst>
        </pc:spChg>
        <pc:spChg chg="add mod">
          <ac:chgData name="Okamura, Ryo" userId="18831572-7aab-4b12-89e3-a5e58af7a83e" providerId="ADAL" clId="{00786286-401E-4FD1-BD85-040950DC1534}" dt="2024-02-07T23:15:32.919" v="248"/>
          <ac:spMkLst>
            <pc:docMk/>
            <pc:sldMk cId="2383594870" sldId="2147468650"/>
            <ac:spMk id="37" creationId="{97314B48-AE9E-A95A-CD82-C5F26B5778B4}"/>
          </ac:spMkLst>
        </pc:spChg>
        <pc:spChg chg="add mod">
          <ac:chgData name="Okamura, Ryo" userId="18831572-7aab-4b12-89e3-a5e58af7a83e" providerId="ADAL" clId="{00786286-401E-4FD1-BD85-040950DC1534}" dt="2024-02-07T23:15:32.919" v="248"/>
          <ac:spMkLst>
            <pc:docMk/>
            <pc:sldMk cId="2383594870" sldId="2147468650"/>
            <ac:spMk id="38" creationId="{8665CFA9-4CEC-9391-D72F-BCD13EC3C4EC}"/>
          </ac:spMkLst>
        </pc:spChg>
        <pc:spChg chg="add mod">
          <ac:chgData name="Okamura, Ryo" userId="18831572-7aab-4b12-89e3-a5e58af7a83e" providerId="ADAL" clId="{00786286-401E-4FD1-BD85-040950DC1534}" dt="2024-02-07T23:15:32.919" v="248"/>
          <ac:spMkLst>
            <pc:docMk/>
            <pc:sldMk cId="2383594870" sldId="2147468650"/>
            <ac:spMk id="39" creationId="{1957C9D6-FA2B-83FF-7DB8-19E5D050C5B7}"/>
          </ac:spMkLst>
        </pc:spChg>
        <pc:spChg chg="add mod">
          <ac:chgData name="Okamura, Ryo" userId="18831572-7aab-4b12-89e3-a5e58af7a83e" providerId="ADAL" clId="{00786286-401E-4FD1-BD85-040950DC1534}" dt="2024-02-07T23:15:32.919" v="248"/>
          <ac:spMkLst>
            <pc:docMk/>
            <pc:sldMk cId="2383594870" sldId="2147468650"/>
            <ac:spMk id="40" creationId="{501A994A-7785-0AD6-ADE8-B48677EBB610}"/>
          </ac:spMkLst>
        </pc:spChg>
        <pc:spChg chg="del">
          <ac:chgData name="Okamura, Ryo" userId="18831572-7aab-4b12-89e3-a5e58af7a83e" providerId="ADAL" clId="{00786286-401E-4FD1-BD85-040950DC1534}" dt="2024-02-07T23:14:59.228" v="242" actId="478"/>
          <ac:spMkLst>
            <pc:docMk/>
            <pc:sldMk cId="2383594870" sldId="2147468650"/>
            <ac:spMk id="43" creationId="{EB6CEFA0-1F40-D77F-2D0B-0911DCCFC8C8}"/>
          </ac:spMkLst>
        </pc:spChg>
        <pc:spChg chg="del">
          <ac:chgData name="Okamura, Ryo" userId="18831572-7aab-4b12-89e3-a5e58af7a83e" providerId="ADAL" clId="{00786286-401E-4FD1-BD85-040950DC1534}" dt="2024-02-07T23:14:59.228" v="242" actId="478"/>
          <ac:spMkLst>
            <pc:docMk/>
            <pc:sldMk cId="2383594870" sldId="2147468650"/>
            <ac:spMk id="48" creationId="{65D88FC5-9557-BEE0-53FE-19276F80110F}"/>
          </ac:spMkLst>
        </pc:spChg>
        <pc:spChg chg="del">
          <ac:chgData name="Okamura, Ryo" userId="18831572-7aab-4b12-89e3-a5e58af7a83e" providerId="ADAL" clId="{00786286-401E-4FD1-BD85-040950DC1534}" dt="2024-02-07T23:14:59.228" v="242" actId="478"/>
          <ac:spMkLst>
            <pc:docMk/>
            <pc:sldMk cId="2383594870" sldId="2147468650"/>
            <ac:spMk id="49" creationId="{FDAA6DD3-F3FD-FDEE-E45B-233FF5B0958A}"/>
          </ac:spMkLst>
        </pc:spChg>
        <pc:spChg chg="mod">
          <ac:chgData name="Okamura, Ryo" userId="18831572-7aab-4b12-89e3-a5e58af7a83e" providerId="ADAL" clId="{00786286-401E-4FD1-BD85-040950DC1534}" dt="2024-02-07T23:15:32.919" v="248"/>
          <ac:spMkLst>
            <pc:docMk/>
            <pc:sldMk cId="2383594870" sldId="2147468650"/>
            <ac:spMk id="50" creationId="{E1D5E845-0B4E-47C1-4C19-69F698152F0E}"/>
          </ac:spMkLst>
        </pc:spChg>
        <pc:spChg chg="mod">
          <ac:chgData name="Okamura, Ryo" userId="18831572-7aab-4b12-89e3-a5e58af7a83e" providerId="ADAL" clId="{00786286-401E-4FD1-BD85-040950DC1534}" dt="2024-02-07T23:15:32.919" v="248"/>
          <ac:spMkLst>
            <pc:docMk/>
            <pc:sldMk cId="2383594870" sldId="2147468650"/>
            <ac:spMk id="51" creationId="{EB238C10-AC74-CB0E-7347-C7CEB4A02A89}"/>
          </ac:spMkLst>
        </pc:spChg>
        <pc:spChg chg="mod">
          <ac:chgData name="Okamura, Ryo" userId="18831572-7aab-4b12-89e3-a5e58af7a83e" providerId="ADAL" clId="{00786286-401E-4FD1-BD85-040950DC1534}" dt="2024-02-07T23:15:32.919" v="248"/>
          <ac:spMkLst>
            <pc:docMk/>
            <pc:sldMk cId="2383594870" sldId="2147468650"/>
            <ac:spMk id="52" creationId="{5B93E299-F0DA-F387-F846-AFFDFBE117A3}"/>
          </ac:spMkLst>
        </pc:spChg>
        <pc:spChg chg="mod">
          <ac:chgData name="Okamura, Ryo" userId="18831572-7aab-4b12-89e3-a5e58af7a83e" providerId="ADAL" clId="{00786286-401E-4FD1-BD85-040950DC1534}" dt="2024-02-07T23:15:32.919" v="248"/>
          <ac:spMkLst>
            <pc:docMk/>
            <pc:sldMk cId="2383594870" sldId="2147468650"/>
            <ac:spMk id="53" creationId="{3B97CD2B-BD71-F568-14F8-1FE47B85950B}"/>
          </ac:spMkLst>
        </pc:spChg>
        <pc:spChg chg="add mod">
          <ac:chgData name="Okamura, Ryo" userId="18831572-7aab-4b12-89e3-a5e58af7a83e" providerId="ADAL" clId="{00786286-401E-4FD1-BD85-040950DC1534}" dt="2024-02-07T23:15:32.919" v="248"/>
          <ac:spMkLst>
            <pc:docMk/>
            <pc:sldMk cId="2383594870" sldId="2147468650"/>
            <ac:spMk id="60" creationId="{F935B483-6CAB-777D-C1D6-51309604FACA}"/>
          </ac:spMkLst>
        </pc:spChg>
        <pc:spChg chg="add mod">
          <ac:chgData name="Okamura, Ryo" userId="18831572-7aab-4b12-89e3-a5e58af7a83e" providerId="ADAL" clId="{00786286-401E-4FD1-BD85-040950DC1534}" dt="2024-02-07T23:15:32.919" v="248"/>
          <ac:spMkLst>
            <pc:docMk/>
            <pc:sldMk cId="2383594870" sldId="2147468650"/>
            <ac:spMk id="61" creationId="{4F5913FC-3F68-38D8-3C75-F24A99B5C3FB}"/>
          </ac:spMkLst>
        </pc:spChg>
        <pc:spChg chg="add mod">
          <ac:chgData name="Okamura, Ryo" userId="18831572-7aab-4b12-89e3-a5e58af7a83e" providerId="ADAL" clId="{00786286-401E-4FD1-BD85-040950DC1534}" dt="2024-02-07T23:15:32.919" v="248"/>
          <ac:spMkLst>
            <pc:docMk/>
            <pc:sldMk cId="2383594870" sldId="2147468650"/>
            <ac:spMk id="62" creationId="{2F9F6D0C-178E-5498-B6BA-3673AEEFDD88}"/>
          </ac:spMkLst>
        </pc:spChg>
        <pc:spChg chg="add mod">
          <ac:chgData name="Okamura, Ryo" userId="18831572-7aab-4b12-89e3-a5e58af7a83e" providerId="ADAL" clId="{00786286-401E-4FD1-BD85-040950DC1534}" dt="2024-02-07T23:15:32.919" v="248"/>
          <ac:spMkLst>
            <pc:docMk/>
            <pc:sldMk cId="2383594870" sldId="2147468650"/>
            <ac:spMk id="63" creationId="{137C0C2C-CC87-CAF1-F410-300530A1BEC3}"/>
          </ac:spMkLst>
        </pc:spChg>
        <pc:spChg chg="add mod">
          <ac:chgData name="Okamura, Ryo" userId="18831572-7aab-4b12-89e3-a5e58af7a83e" providerId="ADAL" clId="{00786286-401E-4FD1-BD85-040950DC1534}" dt="2024-02-07T23:15:32.919" v="248"/>
          <ac:spMkLst>
            <pc:docMk/>
            <pc:sldMk cId="2383594870" sldId="2147468650"/>
            <ac:spMk id="64" creationId="{12FB57D2-798C-4044-5838-7BDF186A8E9C}"/>
          </ac:spMkLst>
        </pc:spChg>
        <pc:spChg chg="add mod">
          <ac:chgData name="Okamura, Ryo" userId="18831572-7aab-4b12-89e3-a5e58af7a83e" providerId="ADAL" clId="{00786286-401E-4FD1-BD85-040950DC1534}" dt="2024-02-07T23:15:32.919" v="248"/>
          <ac:spMkLst>
            <pc:docMk/>
            <pc:sldMk cId="2383594870" sldId="2147468650"/>
            <ac:spMk id="65" creationId="{EC32B445-0816-56B9-F9BC-71FDA2581B48}"/>
          </ac:spMkLst>
        </pc:spChg>
        <pc:spChg chg="add mod">
          <ac:chgData name="Okamura, Ryo" userId="18831572-7aab-4b12-89e3-a5e58af7a83e" providerId="ADAL" clId="{00786286-401E-4FD1-BD85-040950DC1534}" dt="2024-02-07T23:15:32.919" v="248"/>
          <ac:spMkLst>
            <pc:docMk/>
            <pc:sldMk cId="2383594870" sldId="2147468650"/>
            <ac:spMk id="66" creationId="{5735686B-F3C3-3699-DC85-055114B716FF}"/>
          </ac:spMkLst>
        </pc:spChg>
        <pc:spChg chg="add mod">
          <ac:chgData name="Okamura, Ryo" userId="18831572-7aab-4b12-89e3-a5e58af7a83e" providerId="ADAL" clId="{00786286-401E-4FD1-BD85-040950DC1534}" dt="2024-02-07T23:15:32.919" v="248"/>
          <ac:spMkLst>
            <pc:docMk/>
            <pc:sldMk cId="2383594870" sldId="2147468650"/>
            <ac:spMk id="72" creationId="{B365B8E3-B555-576E-C682-B406A8BE07D3}"/>
          </ac:spMkLst>
        </pc:spChg>
        <pc:spChg chg="add mod">
          <ac:chgData name="Okamura, Ryo" userId="18831572-7aab-4b12-89e3-a5e58af7a83e" providerId="ADAL" clId="{00786286-401E-4FD1-BD85-040950DC1534}" dt="2024-02-07T23:15:32.919" v="248"/>
          <ac:spMkLst>
            <pc:docMk/>
            <pc:sldMk cId="2383594870" sldId="2147468650"/>
            <ac:spMk id="73" creationId="{F3795228-0450-746D-0FE7-82D21C0FA335}"/>
          </ac:spMkLst>
        </pc:spChg>
        <pc:spChg chg="add mod">
          <ac:chgData name="Okamura, Ryo" userId="18831572-7aab-4b12-89e3-a5e58af7a83e" providerId="ADAL" clId="{00786286-401E-4FD1-BD85-040950DC1534}" dt="2024-02-07T23:15:32.919" v="248"/>
          <ac:spMkLst>
            <pc:docMk/>
            <pc:sldMk cId="2383594870" sldId="2147468650"/>
            <ac:spMk id="74" creationId="{0FF0D036-EE83-C011-BD19-D8A10B65F495}"/>
          </ac:spMkLst>
        </pc:spChg>
        <pc:spChg chg="add mod">
          <ac:chgData name="Okamura, Ryo" userId="18831572-7aab-4b12-89e3-a5e58af7a83e" providerId="ADAL" clId="{00786286-401E-4FD1-BD85-040950DC1534}" dt="2024-02-07T23:15:32.919" v="248"/>
          <ac:spMkLst>
            <pc:docMk/>
            <pc:sldMk cId="2383594870" sldId="2147468650"/>
            <ac:spMk id="75" creationId="{33418BEE-963C-5EF2-3BFB-3146E7CD927D}"/>
          </ac:spMkLst>
        </pc:spChg>
        <pc:spChg chg="add mod">
          <ac:chgData name="Okamura, Ryo" userId="18831572-7aab-4b12-89e3-a5e58af7a83e" providerId="ADAL" clId="{00786286-401E-4FD1-BD85-040950DC1534}" dt="2024-02-07T23:15:32.919" v="248"/>
          <ac:spMkLst>
            <pc:docMk/>
            <pc:sldMk cId="2383594870" sldId="2147468650"/>
            <ac:spMk id="76" creationId="{77BA1407-96FD-F24B-89B2-FCD10A9453B5}"/>
          </ac:spMkLst>
        </pc:spChg>
        <pc:spChg chg="add mod">
          <ac:chgData name="Okamura, Ryo" userId="18831572-7aab-4b12-89e3-a5e58af7a83e" providerId="ADAL" clId="{00786286-401E-4FD1-BD85-040950DC1534}" dt="2024-02-07T23:15:32.919" v="248"/>
          <ac:spMkLst>
            <pc:docMk/>
            <pc:sldMk cId="2383594870" sldId="2147468650"/>
            <ac:spMk id="77" creationId="{C24F89FD-09B9-F7E0-3D00-CF5D1E9A42E1}"/>
          </ac:spMkLst>
        </pc:spChg>
        <pc:spChg chg="add mod">
          <ac:chgData name="Okamura, Ryo" userId="18831572-7aab-4b12-89e3-a5e58af7a83e" providerId="ADAL" clId="{00786286-401E-4FD1-BD85-040950DC1534}" dt="2024-02-07T23:15:32.919" v="248"/>
          <ac:spMkLst>
            <pc:docMk/>
            <pc:sldMk cId="2383594870" sldId="2147468650"/>
            <ac:spMk id="78" creationId="{A99F4022-0885-87FC-80C7-D0A276A56C90}"/>
          </ac:spMkLst>
        </pc:spChg>
        <pc:spChg chg="add mod">
          <ac:chgData name="Okamura, Ryo" userId="18831572-7aab-4b12-89e3-a5e58af7a83e" providerId="ADAL" clId="{00786286-401E-4FD1-BD85-040950DC1534}" dt="2024-02-07T23:15:32.919" v="248"/>
          <ac:spMkLst>
            <pc:docMk/>
            <pc:sldMk cId="2383594870" sldId="2147468650"/>
            <ac:spMk id="84" creationId="{5AAD4DA8-BB68-4F66-5204-1F3845E76A88}"/>
          </ac:spMkLst>
        </pc:spChg>
        <pc:spChg chg="add mod">
          <ac:chgData name="Okamura, Ryo" userId="18831572-7aab-4b12-89e3-a5e58af7a83e" providerId="ADAL" clId="{00786286-401E-4FD1-BD85-040950DC1534}" dt="2024-02-07T23:15:32.919" v="248"/>
          <ac:spMkLst>
            <pc:docMk/>
            <pc:sldMk cId="2383594870" sldId="2147468650"/>
            <ac:spMk id="85" creationId="{F4C88273-02CC-8944-F6D5-55838DE8B103}"/>
          </ac:spMkLst>
        </pc:spChg>
        <pc:spChg chg="add mod">
          <ac:chgData name="Okamura, Ryo" userId="18831572-7aab-4b12-89e3-a5e58af7a83e" providerId="ADAL" clId="{00786286-401E-4FD1-BD85-040950DC1534}" dt="2024-02-07T23:15:32.919" v="248"/>
          <ac:spMkLst>
            <pc:docMk/>
            <pc:sldMk cId="2383594870" sldId="2147468650"/>
            <ac:spMk id="87" creationId="{AD346600-E89D-662A-E721-1D8545A52AF3}"/>
          </ac:spMkLst>
        </pc:spChg>
        <pc:spChg chg="add mod">
          <ac:chgData name="Okamura, Ryo" userId="18831572-7aab-4b12-89e3-a5e58af7a83e" providerId="ADAL" clId="{00786286-401E-4FD1-BD85-040950DC1534}" dt="2024-02-07T23:15:32.919" v="248"/>
          <ac:spMkLst>
            <pc:docMk/>
            <pc:sldMk cId="2383594870" sldId="2147468650"/>
            <ac:spMk id="88" creationId="{1A676D15-6348-0812-980C-11B3419AAF57}"/>
          </ac:spMkLst>
        </pc:spChg>
        <pc:spChg chg="add mod">
          <ac:chgData name="Okamura, Ryo" userId="18831572-7aab-4b12-89e3-a5e58af7a83e" providerId="ADAL" clId="{00786286-401E-4FD1-BD85-040950DC1534}" dt="2024-02-07T23:15:32.919" v="248"/>
          <ac:spMkLst>
            <pc:docMk/>
            <pc:sldMk cId="2383594870" sldId="2147468650"/>
            <ac:spMk id="89" creationId="{1D21D3A9-47CD-DF93-7B38-3CC0554118FC}"/>
          </ac:spMkLst>
        </pc:spChg>
        <pc:spChg chg="add mod">
          <ac:chgData name="Okamura, Ryo" userId="18831572-7aab-4b12-89e3-a5e58af7a83e" providerId="ADAL" clId="{00786286-401E-4FD1-BD85-040950DC1534}" dt="2024-02-07T23:15:32.919" v="248"/>
          <ac:spMkLst>
            <pc:docMk/>
            <pc:sldMk cId="2383594870" sldId="2147468650"/>
            <ac:spMk id="90" creationId="{5950BC81-1F5D-A658-2AF8-7FA725B7286B}"/>
          </ac:spMkLst>
        </pc:spChg>
        <pc:spChg chg="add mod">
          <ac:chgData name="Okamura, Ryo" userId="18831572-7aab-4b12-89e3-a5e58af7a83e" providerId="ADAL" clId="{00786286-401E-4FD1-BD85-040950DC1534}" dt="2024-02-07T23:15:32.919" v="248"/>
          <ac:spMkLst>
            <pc:docMk/>
            <pc:sldMk cId="2383594870" sldId="2147468650"/>
            <ac:spMk id="91" creationId="{AEA10D1D-564B-444E-14D7-03CC16B5D29D}"/>
          </ac:spMkLst>
        </pc:spChg>
        <pc:grpChg chg="del">
          <ac:chgData name="Okamura, Ryo" userId="18831572-7aab-4b12-89e3-a5e58af7a83e" providerId="ADAL" clId="{00786286-401E-4FD1-BD85-040950DC1534}" dt="2024-02-07T23:14:59.228" v="242" actId="478"/>
          <ac:grpSpMkLst>
            <pc:docMk/>
            <pc:sldMk cId="2383594870" sldId="2147468650"/>
            <ac:grpSpMk id="16" creationId="{B20988B5-97BF-36CB-6CFF-3747CCECFB3A}"/>
          </ac:grpSpMkLst>
        </pc:grpChg>
        <pc:grpChg chg="del">
          <ac:chgData name="Okamura, Ryo" userId="18831572-7aab-4b12-89e3-a5e58af7a83e" providerId="ADAL" clId="{00786286-401E-4FD1-BD85-040950DC1534}" dt="2024-02-07T23:14:59.228" v="242" actId="478"/>
          <ac:grpSpMkLst>
            <pc:docMk/>
            <pc:sldMk cId="2383594870" sldId="2147468650"/>
            <ac:grpSpMk id="23" creationId="{7E4A8118-0F10-CF77-59D0-717D219E17B1}"/>
          </ac:grpSpMkLst>
        </pc:grpChg>
        <pc:grpChg chg="del">
          <ac:chgData name="Okamura, Ryo" userId="18831572-7aab-4b12-89e3-a5e58af7a83e" providerId="ADAL" clId="{00786286-401E-4FD1-BD85-040950DC1534}" dt="2024-02-07T23:14:59.228" v="242" actId="478"/>
          <ac:grpSpMkLst>
            <pc:docMk/>
            <pc:sldMk cId="2383594870" sldId="2147468650"/>
            <ac:grpSpMk id="27" creationId="{08BFCF94-4ADF-DCF7-C6FD-CEECD61BCBD1}"/>
          </ac:grpSpMkLst>
        </pc:grpChg>
        <pc:grpChg chg="del">
          <ac:chgData name="Okamura, Ryo" userId="18831572-7aab-4b12-89e3-a5e58af7a83e" providerId="ADAL" clId="{00786286-401E-4FD1-BD85-040950DC1534}" dt="2024-02-07T23:14:59.228" v="242" actId="478"/>
          <ac:grpSpMkLst>
            <pc:docMk/>
            <pc:sldMk cId="2383594870" sldId="2147468650"/>
            <ac:grpSpMk id="30" creationId="{54F082DF-2157-C911-34D4-655BDFD47367}"/>
          </ac:grpSpMkLst>
        </pc:grpChg>
        <pc:grpChg chg="add mod">
          <ac:chgData name="Okamura, Ryo" userId="18831572-7aab-4b12-89e3-a5e58af7a83e" providerId="ADAL" clId="{00786286-401E-4FD1-BD85-040950DC1534}" dt="2024-02-07T23:15:32.919" v="248"/>
          <ac:grpSpMkLst>
            <pc:docMk/>
            <pc:sldMk cId="2383594870" sldId="2147468650"/>
            <ac:grpSpMk id="41" creationId="{940A6EE9-E726-E6EE-5877-87E795083425}"/>
          </ac:grpSpMkLst>
        </pc:grpChg>
        <pc:grpChg chg="del">
          <ac:chgData name="Okamura, Ryo" userId="18831572-7aab-4b12-89e3-a5e58af7a83e" providerId="ADAL" clId="{00786286-401E-4FD1-BD85-040950DC1534}" dt="2024-02-07T23:14:59.228" v="242" actId="478"/>
          <ac:grpSpMkLst>
            <pc:docMk/>
            <pc:sldMk cId="2383594870" sldId="2147468650"/>
            <ac:grpSpMk id="44" creationId="{C57A0AF8-5ECE-4486-C227-6F5F2146049C}"/>
          </ac:grpSpMkLst>
        </pc:grpChg>
        <pc:picChg chg="del">
          <ac:chgData name="Okamura, Ryo" userId="18831572-7aab-4b12-89e3-a5e58af7a83e" providerId="ADAL" clId="{00786286-401E-4FD1-BD85-040950DC1534}" dt="2024-02-07T23:14:59.228" v="242" actId="478"/>
          <ac:picMkLst>
            <pc:docMk/>
            <pc:sldMk cId="2383594870" sldId="2147468650"/>
            <ac:picMk id="10" creationId="{3EFB83C1-EB83-F5A1-324C-BB9BF597DAA1}"/>
          </ac:picMkLst>
        </pc:picChg>
        <pc:picChg chg="del">
          <ac:chgData name="Okamura, Ryo" userId="18831572-7aab-4b12-89e3-a5e58af7a83e" providerId="ADAL" clId="{00786286-401E-4FD1-BD85-040950DC1534}" dt="2024-02-07T23:14:59.228" v="242" actId="478"/>
          <ac:picMkLst>
            <pc:docMk/>
            <pc:sldMk cId="2383594870" sldId="2147468650"/>
            <ac:picMk id="11" creationId="{B115EC28-F4E5-2395-4443-0738F78B2D0A}"/>
          </ac:picMkLst>
        </pc:picChg>
        <pc:picChg chg="del">
          <ac:chgData name="Okamura, Ryo" userId="18831572-7aab-4b12-89e3-a5e58af7a83e" providerId="ADAL" clId="{00786286-401E-4FD1-BD85-040950DC1534}" dt="2024-02-07T23:14:59.228" v="242" actId="478"/>
          <ac:picMkLst>
            <pc:docMk/>
            <pc:sldMk cId="2383594870" sldId="2147468650"/>
            <ac:picMk id="12" creationId="{5E7FFA51-8A6F-4C24-3253-2E9583F87F09}"/>
          </ac:picMkLst>
        </pc:picChg>
        <pc:picChg chg="del">
          <ac:chgData name="Okamura, Ryo" userId="18831572-7aab-4b12-89e3-a5e58af7a83e" providerId="ADAL" clId="{00786286-401E-4FD1-BD85-040950DC1534}" dt="2024-02-07T23:14:59.228" v="242" actId="478"/>
          <ac:picMkLst>
            <pc:docMk/>
            <pc:sldMk cId="2383594870" sldId="2147468650"/>
            <ac:picMk id="13" creationId="{6B057E63-8DD2-E489-DFBB-D01DAD5BCE90}"/>
          </ac:picMkLst>
        </pc:picChg>
        <pc:picChg chg="del">
          <ac:chgData name="Okamura, Ryo" userId="18831572-7aab-4b12-89e3-a5e58af7a83e" providerId="ADAL" clId="{00786286-401E-4FD1-BD85-040950DC1534}" dt="2024-02-07T23:14:59.228" v="242" actId="478"/>
          <ac:picMkLst>
            <pc:docMk/>
            <pc:sldMk cId="2383594870" sldId="2147468650"/>
            <ac:picMk id="33" creationId="{49207CD7-585A-8749-5E68-7D6A9D4383FB}"/>
          </ac:picMkLst>
        </pc:picChg>
        <pc:cxnChg chg="add mod">
          <ac:chgData name="Okamura, Ryo" userId="18831572-7aab-4b12-89e3-a5e58af7a83e" providerId="ADAL" clId="{00786286-401E-4FD1-BD85-040950DC1534}" dt="2024-02-07T23:15:32.919" v="248"/>
          <ac:cxnSpMkLst>
            <pc:docMk/>
            <pc:sldMk cId="2383594870" sldId="2147468650"/>
            <ac:cxnSpMk id="4" creationId="{457F76FA-074C-8239-4970-300159A00D22}"/>
          </ac:cxnSpMkLst>
        </pc:cxnChg>
        <pc:cxnChg chg="del">
          <ac:chgData name="Okamura, Ryo" userId="18831572-7aab-4b12-89e3-a5e58af7a83e" providerId="ADAL" clId="{00786286-401E-4FD1-BD85-040950DC1534}" dt="2024-02-07T23:14:59.228" v="242" actId="478"/>
          <ac:cxnSpMkLst>
            <pc:docMk/>
            <pc:sldMk cId="2383594870" sldId="2147468650"/>
            <ac:cxnSpMk id="20" creationId="{A1CB71B6-4360-1E47-595C-254CB9ED9FB2}"/>
          </ac:cxnSpMkLst>
        </pc:cxnChg>
        <pc:cxnChg chg="del">
          <ac:chgData name="Okamura, Ryo" userId="18831572-7aab-4b12-89e3-a5e58af7a83e" providerId="ADAL" clId="{00786286-401E-4FD1-BD85-040950DC1534}" dt="2024-02-07T23:14:59.228" v="242" actId="478"/>
          <ac:cxnSpMkLst>
            <pc:docMk/>
            <pc:sldMk cId="2383594870" sldId="2147468650"/>
            <ac:cxnSpMk id="21" creationId="{38253AE3-E52F-4D16-0F46-AA1F29AD857D}"/>
          </ac:cxnSpMkLst>
        </pc:cxnChg>
        <pc:cxnChg chg="del">
          <ac:chgData name="Okamura, Ryo" userId="18831572-7aab-4b12-89e3-a5e58af7a83e" providerId="ADAL" clId="{00786286-401E-4FD1-BD85-040950DC1534}" dt="2024-02-07T23:14:59.228" v="242" actId="478"/>
          <ac:cxnSpMkLst>
            <pc:docMk/>
            <pc:sldMk cId="2383594870" sldId="2147468650"/>
            <ac:cxnSpMk id="22" creationId="{6018F039-8B20-3DB3-B8B1-0F39DCFD5A20}"/>
          </ac:cxnSpMkLst>
        </pc:cxnChg>
        <pc:cxnChg chg="del">
          <ac:chgData name="Okamura, Ryo" userId="18831572-7aab-4b12-89e3-a5e58af7a83e" providerId="ADAL" clId="{00786286-401E-4FD1-BD85-040950DC1534}" dt="2024-02-07T23:14:59.228" v="242" actId="478"/>
          <ac:cxnSpMkLst>
            <pc:docMk/>
            <pc:sldMk cId="2383594870" sldId="2147468650"/>
            <ac:cxnSpMk id="42" creationId="{C6446626-9280-26A4-1977-2FBFF498F571}"/>
          </ac:cxnSpMkLst>
        </pc:cxnChg>
        <pc:cxnChg chg="add mod">
          <ac:chgData name="Okamura, Ryo" userId="18831572-7aab-4b12-89e3-a5e58af7a83e" providerId="ADAL" clId="{00786286-401E-4FD1-BD85-040950DC1534}" dt="2024-02-07T23:15:32.919" v="248"/>
          <ac:cxnSpMkLst>
            <pc:docMk/>
            <pc:sldMk cId="2383594870" sldId="2147468650"/>
            <ac:cxnSpMk id="54" creationId="{1871D680-DAA3-B0A5-A8FB-7B44E7283065}"/>
          </ac:cxnSpMkLst>
        </pc:cxnChg>
        <pc:cxnChg chg="add mod">
          <ac:chgData name="Okamura, Ryo" userId="18831572-7aab-4b12-89e3-a5e58af7a83e" providerId="ADAL" clId="{00786286-401E-4FD1-BD85-040950DC1534}" dt="2024-02-07T23:15:32.919" v="248"/>
          <ac:cxnSpMkLst>
            <pc:docMk/>
            <pc:sldMk cId="2383594870" sldId="2147468650"/>
            <ac:cxnSpMk id="55" creationId="{F0B8060D-9F9C-2086-CC26-63CC5A491D7E}"/>
          </ac:cxnSpMkLst>
        </pc:cxnChg>
        <pc:cxnChg chg="add mod">
          <ac:chgData name="Okamura, Ryo" userId="18831572-7aab-4b12-89e3-a5e58af7a83e" providerId="ADAL" clId="{00786286-401E-4FD1-BD85-040950DC1534}" dt="2024-02-07T23:15:32.919" v="248"/>
          <ac:cxnSpMkLst>
            <pc:docMk/>
            <pc:sldMk cId="2383594870" sldId="2147468650"/>
            <ac:cxnSpMk id="56" creationId="{2C1D15C8-C9DB-1280-FEDD-FE2F067A260E}"/>
          </ac:cxnSpMkLst>
        </pc:cxnChg>
        <pc:cxnChg chg="add mod">
          <ac:chgData name="Okamura, Ryo" userId="18831572-7aab-4b12-89e3-a5e58af7a83e" providerId="ADAL" clId="{00786286-401E-4FD1-BD85-040950DC1534}" dt="2024-02-07T23:15:32.919" v="248"/>
          <ac:cxnSpMkLst>
            <pc:docMk/>
            <pc:sldMk cId="2383594870" sldId="2147468650"/>
            <ac:cxnSpMk id="57" creationId="{78AF6B92-7225-C76C-23E6-F43E03AD79AD}"/>
          </ac:cxnSpMkLst>
        </pc:cxnChg>
        <pc:cxnChg chg="add mod">
          <ac:chgData name="Okamura, Ryo" userId="18831572-7aab-4b12-89e3-a5e58af7a83e" providerId="ADAL" clId="{00786286-401E-4FD1-BD85-040950DC1534}" dt="2024-02-07T23:15:32.919" v="248"/>
          <ac:cxnSpMkLst>
            <pc:docMk/>
            <pc:sldMk cId="2383594870" sldId="2147468650"/>
            <ac:cxnSpMk id="58" creationId="{27B13438-9F10-BFD8-5C32-A441474C5F08}"/>
          </ac:cxnSpMkLst>
        </pc:cxnChg>
        <pc:cxnChg chg="add mod">
          <ac:chgData name="Okamura, Ryo" userId="18831572-7aab-4b12-89e3-a5e58af7a83e" providerId="ADAL" clId="{00786286-401E-4FD1-BD85-040950DC1534}" dt="2024-02-07T23:15:32.919" v="248"/>
          <ac:cxnSpMkLst>
            <pc:docMk/>
            <pc:sldMk cId="2383594870" sldId="2147468650"/>
            <ac:cxnSpMk id="59" creationId="{9309C270-EAB4-3EE8-8A0C-1E6CC0BDE69D}"/>
          </ac:cxnSpMkLst>
        </pc:cxnChg>
        <pc:cxnChg chg="add mod">
          <ac:chgData name="Okamura, Ryo" userId="18831572-7aab-4b12-89e3-a5e58af7a83e" providerId="ADAL" clId="{00786286-401E-4FD1-BD85-040950DC1534}" dt="2024-02-07T23:15:32.919" v="248"/>
          <ac:cxnSpMkLst>
            <pc:docMk/>
            <pc:sldMk cId="2383594870" sldId="2147468650"/>
            <ac:cxnSpMk id="67" creationId="{562E0F9F-DF0A-7F00-D38B-B0C39981ACBD}"/>
          </ac:cxnSpMkLst>
        </pc:cxnChg>
        <pc:cxnChg chg="add mod">
          <ac:chgData name="Okamura, Ryo" userId="18831572-7aab-4b12-89e3-a5e58af7a83e" providerId="ADAL" clId="{00786286-401E-4FD1-BD85-040950DC1534}" dt="2024-02-07T23:15:32.919" v="248"/>
          <ac:cxnSpMkLst>
            <pc:docMk/>
            <pc:sldMk cId="2383594870" sldId="2147468650"/>
            <ac:cxnSpMk id="68" creationId="{AE7FD3D8-D05F-FFF4-82B0-9C29FF0D87E7}"/>
          </ac:cxnSpMkLst>
        </pc:cxnChg>
        <pc:cxnChg chg="add mod">
          <ac:chgData name="Okamura, Ryo" userId="18831572-7aab-4b12-89e3-a5e58af7a83e" providerId="ADAL" clId="{00786286-401E-4FD1-BD85-040950DC1534}" dt="2024-02-07T23:15:32.919" v="248"/>
          <ac:cxnSpMkLst>
            <pc:docMk/>
            <pc:sldMk cId="2383594870" sldId="2147468650"/>
            <ac:cxnSpMk id="69" creationId="{8E367FE4-273A-D623-6903-737799A355D0}"/>
          </ac:cxnSpMkLst>
        </pc:cxnChg>
        <pc:cxnChg chg="add mod">
          <ac:chgData name="Okamura, Ryo" userId="18831572-7aab-4b12-89e3-a5e58af7a83e" providerId="ADAL" clId="{00786286-401E-4FD1-BD85-040950DC1534}" dt="2024-02-07T23:15:32.919" v="248"/>
          <ac:cxnSpMkLst>
            <pc:docMk/>
            <pc:sldMk cId="2383594870" sldId="2147468650"/>
            <ac:cxnSpMk id="70" creationId="{6F2A11A1-E5BB-3BFA-DA78-3D0958A5F25B}"/>
          </ac:cxnSpMkLst>
        </pc:cxnChg>
        <pc:cxnChg chg="add mod">
          <ac:chgData name="Okamura, Ryo" userId="18831572-7aab-4b12-89e3-a5e58af7a83e" providerId="ADAL" clId="{00786286-401E-4FD1-BD85-040950DC1534}" dt="2024-02-07T23:15:32.919" v="248"/>
          <ac:cxnSpMkLst>
            <pc:docMk/>
            <pc:sldMk cId="2383594870" sldId="2147468650"/>
            <ac:cxnSpMk id="71" creationId="{C9280838-D283-F1C0-8C96-0C96D4167D79}"/>
          </ac:cxnSpMkLst>
        </pc:cxnChg>
        <pc:cxnChg chg="add mod">
          <ac:chgData name="Okamura, Ryo" userId="18831572-7aab-4b12-89e3-a5e58af7a83e" providerId="ADAL" clId="{00786286-401E-4FD1-BD85-040950DC1534}" dt="2024-02-07T23:15:32.919" v="248"/>
          <ac:cxnSpMkLst>
            <pc:docMk/>
            <pc:sldMk cId="2383594870" sldId="2147468650"/>
            <ac:cxnSpMk id="79" creationId="{FE75B089-6EDA-E9FD-F8CB-AD7E4A48B918}"/>
          </ac:cxnSpMkLst>
        </pc:cxnChg>
        <pc:cxnChg chg="add mod">
          <ac:chgData name="Okamura, Ryo" userId="18831572-7aab-4b12-89e3-a5e58af7a83e" providerId="ADAL" clId="{00786286-401E-4FD1-BD85-040950DC1534}" dt="2024-02-07T23:15:32.919" v="248"/>
          <ac:cxnSpMkLst>
            <pc:docMk/>
            <pc:sldMk cId="2383594870" sldId="2147468650"/>
            <ac:cxnSpMk id="80" creationId="{3BA547E9-386D-3ABE-CE3A-B058AD5685A0}"/>
          </ac:cxnSpMkLst>
        </pc:cxnChg>
        <pc:cxnChg chg="add mod">
          <ac:chgData name="Okamura, Ryo" userId="18831572-7aab-4b12-89e3-a5e58af7a83e" providerId="ADAL" clId="{00786286-401E-4FD1-BD85-040950DC1534}" dt="2024-02-07T23:15:32.919" v="248"/>
          <ac:cxnSpMkLst>
            <pc:docMk/>
            <pc:sldMk cId="2383594870" sldId="2147468650"/>
            <ac:cxnSpMk id="81" creationId="{6B930FA2-F163-5A4E-AAA8-C68E9A4B4650}"/>
          </ac:cxnSpMkLst>
        </pc:cxnChg>
        <pc:cxnChg chg="add mod">
          <ac:chgData name="Okamura, Ryo" userId="18831572-7aab-4b12-89e3-a5e58af7a83e" providerId="ADAL" clId="{00786286-401E-4FD1-BD85-040950DC1534}" dt="2024-02-07T23:15:32.919" v="248"/>
          <ac:cxnSpMkLst>
            <pc:docMk/>
            <pc:sldMk cId="2383594870" sldId="2147468650"/>
            <ac:cxnSpMk id="82" creationId="{5406E003-7D86-9E72-E519-C649A42651AA}"/>
          </ac:cxnSpMkLst>
        </pc:cxnChg>
        <pc:cxnChg chg="add mod">
          <ac:chgData name="Okamura, Ryo" userId="18831572-7aab-4b12-89e3-a5e58af7a83e" providerId="ADAL" clId="{00786286-401E-4FD1-BD85-040950DC1534}" dt="2024-02-07T23:15:32.919" v="248"/>
          <ac:cxnSpMkLst>
            <pc:docMk/>
            <pc:sldMk cId="2383594870" sldId="2147468650"/>
            <ac:cxnSpMk id="83" creationId="{6DA41473-69E3-28C0-7300-F5AFCC0C9663}"/>
          </ac:cxnSpMkLst>
        </pc:cxnChg>
        <pc:cxnChg chg="add mod">
          <ac:chgData name="Okamura, Ryo" userId="18831572-7aab-4b12-89e3-a5e58af7a83e" providerId="ADAL" clId="{00786286-401E-4FD1-BD85-040950DC1534}" dt="2024-02-07T23:15:32.919" v="248"/>
          <ac:cxnSpMkLst>
            <pc:docMk/>
            <pc:sldMk cId="2383594870" sldId="2147468650"/>
            <ac:cxnSpMk id="86" creationId="{57794D3C-CB63-53A3-2ECF-938BFF1F3820}"/>
          </ac:cxnSpMkLst>
        </pc:cxnChg>
      </pc:sldChg>
      <pc:sldChg chg="addSp modSp add mod">
        <pc:chgData name="Okamura, Ryo" userId="18831572-7aab-4b12-89e3-a5e58af7a83e" providerId="ADAL" clId="{00786286-401E-4FD1-BD85-040950DC1534}" dt="2024-02-08T01:08:27.349" v="790" actId="313"/>
        <pc:sldMkLst>
          <pc:docMk/>
          <pc:sldMk cId="1939370276" sldId="2147468651"/>
        </pc:sldMkLst>
        <pc:spChg chg="mod">
          <ac:chgData name="Okamura, Ryo" userId="18831572-7aab-4b12-89e3-a5e58af7a83e" providerId="ADAL" clId="{00786286-401E-4FD1-BD85-040950DC1534}" dt="2024-02-07T23:24:26.765" v="249"/>
          <ac:spMkLst>
            <pc:docMk/>
            <pc:sldMk cId="1939370276" sldId="2147468651"/>
            <ac:spMk id="4" creationId="{E042DBF0-4881-2326-432C-832481F245E6}"/>
          </ac:spMkLst>
        </pc:spChg>
        <pc:spChg chg="mod">
          <ac:chgData name="Okamura, Ryo" userId="18831572-7aab-4b12-89e3-a5e58af7a83e" providerId="ADAL" clId="{00786286-401E-4FD1-BD85-040950DC1534}" dt="2024-02-07T23:24:43.924" v="253"/>
          <ac:spMkLst>
            <pc:docMk/>
            <pc:sldMk cId="1939370276" sldId="2147468651"/>
            <ac:spMk id="7" creationId="{61BEE415-5D19-0E26-AAC7-D470E02EAEE4}"/>
          </ac:spMkLst>
        </pc:spChg>
        <pc:spChg chg="mod">
          <ac:chgData name="Okamura, Ryo" userId="18831572-7aab-4b12-89e3-a5e58af7a83e" providerId="ADAL" clId="{00786286-401E-4FD1-BD85-040950DC1534}" dt="2024-02-07T23:24:36.522" v="252" actId="20577"/>
          <ac:spMkLst>
            <pc:docMk/>
            <pc:sldMk cId="1939370276" sldId="2147468651"/>
            <ac:spMk id="8" creationId="{753ADA55-D29B-FA45-9A8B-4AE5E0B23236}"/>
          </ac:spMkLst>
        </pc:spChg>
        <pc:spChg chg="mod">
          <ac:chgData name="Okamura, Ryo" userId="18831572-7aab-4b12-89e3-a5e58af7a83e" providerId="ADAL" clId="{00786286-401E-4FD1-BD85-040950DC1534}" dt="2024-02-08T01:08:27.349" v="790" actId="313"/>
          <ac:spMkLst>
            <pc:docMk/>
            <pc:sldMk cId="1939370276" sldId="2147468651"/>
            <ac:spMk id="9" creationId="{8D5079BB-06F8-7E24-4567-3610EEC2F116}"/>
          </ac:spMkLst>
        </pc:spChg>
        <pc:spChg chg="mod">
          <ac:chgData name="Okamura, Ryo" userId="18831572-7aab-4b12-89e3-a5e58af7a83e" providerId="ADAL" clId="{00786286-401E-4FD1-BD85-040950DC1534}" dt="2024-02-07T23:24:26.765" v="249"/>
          <ac:spMkLst>
            <pc:docMk/>
            <pc:sldMk cId="1939370276" sldId="2147468651"/>
            <ac:spMk id="10" creationId="{3B2C6288-3DD1-1C21-AA21-A93283307A9E}"/>
          </ac:spMkLst>
        </pc:spChg>
        <pc:spChg chg="mod">
          <ac:chgData name="Okamura, Ryo" userId="18831572-7aab-4b12-89e3-a5e58af7a83e" providerId="ADAL" clId="{00786286-401E-4FD1-BD85-040950DC1534}" dt="2024-02-07T23:24:26.765" v="249"/>
          <ac:spMkLst>
            <pc:docMk/>
            <pc:sldMk cId="1939370276" sldId="2147468651"/>
            <ac:spMk id="11" creationId="{2589E754-A535-EC42-3B64-85FF41F868BE}"/>
          </ac:spMkLst>
        </pc:spChg>
        <pc:spChg chg="mod">
          <ac:chgData name="Okamura, Ryo" userId="18831572-7aab-4b12-89e3-a5e58af7a83e" providerId="ADAL" clId="{00786286-401E-4FD1-BD85-040950DC1534}" dt="2024-02-07T23:24:26.765" v="249"/>
          <ac:spMkLst>
            <pc:docMk/>
            <pc:sldMk cId="1939370276" sldId="2147468651"/>
            <ac:spMk id="12" creationId="{7E5131B6-ABA1-B93C-0EF7-B89F7FFBCFC0}"/>
          </ac:spMkLst>
        </pc:spChg>
        <pc:spChg chg="mod">
          <ac:chgData name="Okamura, Ryo" userId="18831572-7aab-4b12-89e3-a5e58af7a83e" providerId="ADAL" clId="{00786286-401E-4FD1-BD85-040950DC1534}" dt="2024-02-07T23:24:26.765" v="249"/>
          <ac:spMkLst>
            <pc:docMk/>
            <pc:sldMk cId="1939370276" sldId="2147468651"/>
            <ac:spMk id="13" creationId="{86A162BA-1AE4-7952-0549-8ED3BB27AA57}"/>
          </ac:spMkLst>
        </pc:spChg>
        <pc:spChg chg="mod">
          <ac:chgData name="Okamura, Ryo" userId="18831572-7aab-4b12-89e3-a5e58af7a83e" providerId="ADAL" clId="{00786286-401E-4FD1-BD85-040950DC1534}" dt="2024-02-07T23:24:26.765" v="249"/>
          <ac:spMkLst>
            <pc:docMk/>
            <pc:sldMk cId="1939370276" sldId="2147468651"/>
            <ac:spMk id="14" creationId="{C534A845-C730-A23B-5196-58340C97C845}"/>
          </ac:spMkLst>
        </pc:spChg>
        <pc:spChg chg="mod">
          <ac:chgData name="Okamura, Ryo" userId="18831572-7aab-4b12-89e3-a5e58af7a83e" providerId="ADAL" clId="{00786286-401E-4FD1-BD85-040950DC1534}" dt="2024-02-07T23:24:26.765" v="249"/>
          <ac:spMkLst>
            <pc:docMk/>
            <pc:sldMk cId="1939370276" sldId="2147468651"/>
            <ac:spMk id="15" creationId="{BABD3CD5-56CD-17AF-11F9-232F14D64F55}"/>
          </ac:spMkLst>
        </pc:spChg>
        <pc:spChg chg="mod">
          <ac:chgData name="Okamura, Ryo" userId="18831572-7aab-4b12-89e3-a5e58af7a83e" providerId="ADAL" clId="{00786286-401E-4FD1-BD85-040950DC1534}" dt="2024-02-07T23:24:26.765" v="249"/>
          <ac:spMkLst>
            <pc:docMk/>
            <pc:sldMk cId="1939370276" sldId="2147468651"/>
            <ac:spMk id="16" creationId="{34655C3F-DC80-67D2-5BC1-3951DE2E3106}"/>
          </ac:spMkLst>
        </pc:spChg>
        <pc:spChg chg="mod">
          <ac:chgData name="Okamura, Ryo" userId="18831572-7aab-4b12-89e3-a5e58af7a83e" providerId="ADAL" clId="{00786286-401E-4FD1-BD85-040950DC1534}" dt="2024-02-07T23:24:26.765" v="249"/>
          <ac:spMkLst>
            <pc:docMk/>
            <pc:sldMk cId="1939370276" sldId="2147468651"/>
            <ac:spMk id="17" creationId="{05302F84-A2C0-4000-CB2E-24D3EE7720E0}"/>
          </ac:spMkLst>
        </pc:spChg>
        <pc:spChg chg="mod">
          <ac:chgData name="Okamura, Ryo" userId="18831572-7aab-4b12-89e3-a5e58af7a83e" providerId="ADAL" clId="{00786286-401E-4FD1-BD85-040950DC1534}" dt="2024-02-07T23:24:26.765" v="249"/>
          <ac:spMkLst>
            <pc:docMk/>
            <pc:sldMk cId="1939370276" sldId="2147468651"/>
            <ac:spMk id="18" creationId="{963DC40C-F514-5204-0688-7006FDB5FAB9}"/>
          </ac:spMkLst>
        </pc:spChg>
        <pc:spChg chg="mod">
          <ac:chgData name="Okamura, Ryo" userId="18831572-7aab-4b12-89e3-a5e58af7a83e" providerId="ADAL" clId="{00786286-401E-4FD1-BD85-040950DC1534}" dt="2024-02-07T23:24:26.765" v="249"/>
          <ac:spMkLst>
            <pc:docMk/>
            <pc:sldMk cId="1939370276" sldId="2147468651"/>
            <ac:spMk id="19" creationId="{403727E2-CB92-ED83-0AEA-0FA8758BDED5}"/>
          </ac:spMkLst>
        </pc:spChg>
        <pc:spChg chg="mod">
          <ac:chgData name="Okamura, Ryo" userId="18831572-7aab-4b12-89e3-a5e58af7a83e" providerId="ADAL" clId="{00786286-401E-4FD1-BD85-040950DC1534}" dt="2024-02-07T23:24:26.765" v="249"/>
          <ac:spMkLst>
            <pc:docMk/>
            <pc:sldMk cId="1939370276" sldId="2147468651"/>
            <ac:spMk id="20" creationId="{B7C15AC9-7CED-C79D-783E-9DDFC878DD0A}"/>
          </ac:spMkLst>
        </pc:spChg>
        <pc:spChg chg="mod">
          <ac:chgData name="Okamura, Ryo" userId="18831572-7aab-4b12-89e3-a5e58af7a83e" providerId="ADAL" clId="{00786286-401E-4FD1-BD85-040950DC1534}" dt="2024-02-07T23:24:26.765" v="249"/>
          <ac:spMkLst>
            <pc:docMk/>
            <pc:sldMk cId="1939370276" sldId="2147468651"/>
            <ac:spMk id="21" creationId="{0CC7A76F-19DD-DF4A-2B0F-2F2A939AD4C5}"/>
          </ac:spMkLst>
        </pc:spChg>
        <pc:spChg chg="mod">
          <ac:chgData name="Okamura, Ryo" userId="18831572-7aab-4b12-89e3-a5e58af7a83e" providerId="ADAL" clId="{00786286-401E-4FD1-BD85-040950DC1534}" dt="2024-02-07T23:24:26.765" v="249"/>
          <ac:spMkLst>
            <pc:docMk/>
            <pc:sldMk cId="1939370276" sldId="2147468651"/>
            <ac:spMk id="22" creationId="{6F13774A-8305-0DF5-F770-CAC3E2E1ED2D}"/>
          </ac:spMkLst>
        </pc:spChg>
        <pc:spChg chg="mod">
          <ac:chgData name="Okamura, Ryo" userId="18831572-7aab-4b12-89e3-a5e58af7a83e" providerId="ADAL" clId="{00786286-401E-4FD1-BD85-040950DC1534}" dt="2024-02-07T23:24:26.765" v="249"/>
          <ac:spMkLst>
            <pc:docMk/>
            <pc:sldMk cId="1939370276" sldId="2147468651"/>
            <ac:spMk id="23" creationId="{F85B2A70-36DD-4336-B207-C52073140DFD}"/>
          </ac:spMkLst>
        </pc:spChg>
        <pc:spChg chg="mod">
          <ac:chgData name="Okamura, Ryo" userId="18831572-7aab-4b12-89e3-a5e58af7a83e" providerId="ADAL" clId="{00786286-401E-4FD1-BD85-040950DC1534}" dt="2024-02-07T23:24:26.765" v="249"/>
          <ac:spMkLst>
            <pc:docMk/>
            <pc:sldMk cId="1939370276" sldId="2147468651"/>
            <ac:spMk id="24" creationId="{4D9F21D1-FC17-D8F8-7F72-870D4A2E3864}"/>
          </ac:spMkLst>
        </pc:spChg>
        <pc:spChg chg="mod">
          <ac:chgData name="Okamura, Ryo" userId="18831572-7aab-4b12-89e3-a5e58af7a83e" providerId="ADAL" clId="{00786286-401E-4FD1-BD85-040950DC1534}" dt="2024-02-07T23:24:26.765" v="249"/>
          <ac:spMkLst>
            <pc:docMk/>
            <pc:sldMk cId="1939370276" sldId="2147468651"/>
            <ac:spMk id="25" creationId="{0DC7FC13-6723-034C-E33E-10CEDC4FAF81}"/>
          </ac:spMkLst>
        </pc:spChg>
        <pc:spChg chg="mod">
          <ac:chgData name="Okamura, Ryo" userId="18831572-7aab-4b12-89e3-a5e58af7a83e" providerId="ADAL" clId="{00786286-401E-4FD1-BD85-040950DC1534}" dt="2024-02-07T23:24:26.765" v="249"/>
          <ac:spMkLst>
            <pc:docMk/>
            <pc:sldMk cId="1939370276" sldId="2147468651"/>
            <ac:spMk id="26" creationId="{C0CB4D9C-ED37-FC35-D119-51074D25B7F4}"/>
          </ac:spMkLst>
        </pc:spChg>
        <pc:spChg chg="mod">
          <ac:chgData name="Okamura, Ryo" userId="18831572-7aab-4b12-89e3-a5e58af7a83e" providerId="ADAL" clId="{00786286-401E-4FD1-BD85-040950DC1534}" dt="2024-02-07T23:24:26.765" v="249"/>
          <ac:spMkLst>
            <pc:docMk/>
            <pc:sldMk cId="1939370276" sldId="2147468651"/>
            <ac:spMk id="27" creationId="{7377710F-007A-1E52-2E6D-A7F8CA62D92E}"/>
          </ac:spMkLst>
        </pc:spChg>
        <pc:spChg chg="mod">
          <ac:chgData name="Okamura, Ryo" userId="18831572-7aab-4b12-89e3-a5e58af7a83e" providerId="ADAL" clId="{00786286-401E-4FD1-BD85-040950DC1534}" dt="2024-02-07T23:24:26.765" v="249"/>
          <ac:spMkLst>
            <pc:docMk/>
            <pc:sldMk cId="1939370276" sldId="2147468651"/>
            <ac:spMk id="28" creationId="{51D9A1A9-6FE8-5F22-638F-EA93CAA6710F}"/>
          </ac:spMkLst>
        </pc:spChg>
        <pc:spChg chg="mod">
          <ac:chgData name="Okamura, Ryo" userId="18831572-7aab-4b12-89e3-a5e58af7a83e" providerId="ADAL" clId="{00786286-401E-4FD1-BD85-040950DC1534}" dt="2024-02-07T23:24:26.765" v="249"/>
          <ac:spMkLst>
            <pc:docMk/>
            <pc:sldMk cId="1939370276" sldId="2147468651"/>
            <ac:spMk id="29" creationId="{B7F38584-8118-063F-BAE3-2C42AA59AA10}"/>
          </ac:spMkLst>
        </pc:spChg>
        <pc:spChg chg="mod">
          <ac:chgData name="Okamura, Ryo" userId="18831572-7aab-4b12-89e3-a5e58af7a83e" providerId="ADAL" clId="{00786286-401E-4FD1-BD85-040950DC1534}" dt="2024-02-07T23:24:26.765" v="249"/>
          <ac:spMkLst>
            <pc:docMk/>
            <pc:sldMk cId="1939370276" sldId="2147468651"/>
            <ac:spMk id="30" creationId="{7B6B4EE4-BDB0-72D4-B5E1-1D1C0A7F1FA2}"/>
          </ac:spMkLst>
        </pc:spChg>
        <pc:spChg chg="mod">
          <ac:chgData name="Okamura, Ryo" userId="18831572-7aab-4b12-89e3-a5e58af7a83e" providerId="ADAL" clId="{00786286-401E-4FD1-BD85-040950DC1534}" dt="2024-02-07T23:24:26.765" v="249"/>
          <ac:spMkLst>
            <pc:docMk/>
            <pc:sldMk cId="1939370276" sldId="2147468651"/>
            <ac:spMk id="31" creationId="{1969CFDE-1986-6209-AFB2-C3B83D29E517}"/>
          </ac:spMkLst>
        </pc:spChg>
        <pc:spChg chg="mod">
          <ac:chgData name="Okamura, Ryo" userId="18831572-7aab-4b12-89e3-a5e58af7a83e" providerId="ADAL" clId="{00786286-401E-4FD1-BD85-040950DC1534}" dt="2024-02-07T23:24:26.765" v="249"/>
          <ac:spMkLst>
            <pc:docMk/>
            <pc:sldMk cId="1939370276" sldId="2147468651"/>
            <ac:spMk id="32" creationId="{8EDAC5B7-3999-C009-892A-95D09758FB9A}"/>
          </ac:spMkLst>
        </pc:spChg>
        <pc:spChg chg="mod">
          <ac:chgData name="Okamura, Ryo" userId="18831572-7aab-4b12-89e3-a5e58af7a83e" providerId="ADAL" clId="{00786286-401E-4FD1-BD85-040950DC1534}" dt="2024-02-07T23:24:26.765" v="249"/>
          <ac:spMkLst>
            <pc:docMk/>
            <pc:sldMk cId="1939370276" sldId="2147468651"/>
            <ac:spMk id="33" creationId="{076CBCCB-43CF-B9E0-1A36-5183F66B1A30}"/>
          </ac:spMkLst>
        </pc:spChg>
        <pc:spChg chg="mod">
          <ac:chgData name="Okamura, Ryo" userId="18831572-7aab-4b12-89e3-a5e58af7a83e" providerId="ADAL" clId="{00786286-401E-4FD1-BD85-040950DC1534}" dt="2024-02-07T23:24:26.765" v="249"/>
          <ac:spMkLst>
            <pc:docMk/>
            <pc:sldMk cId="1939370276" sldId="2147468651"/>
            <ac:spMk id="34" creationId="{78B85AAE-42EB-A29F-4C99-B865DD15C694}"/>
          </ac:spMkLst>
        </pc:spChg>
        <pc:spChg chg="mod">
          <ac:chgData name="Okamura, Ryo" userId="18831572-7aab-4b12-89e3-a5e58af7a83e" providerId="ADAL" clId="{00786286-401E-4FD1-BD85-040950DC1534}" dt="2024-02-07T23:24:26.765" v="249"/>
          <ac:spMkLst>
            <pc:docMk/>
            <pc:sldMk cId="1939370276" sldId="2147468651"/>
            <ac:spMk id="35" creationId="{6A7A1DF9-1193-8499-804F-5791F36BC768}"/>
          </ac:spMkLst>
        </pc:spChg>
        <pc:spChg chg="mod">
          <ac:chgData name="Okamura, Ryo" userId="18831572-7aab-4b12-89e3-a5e58af7a83e" providerId="ADAL" clId="{00786286-401E-4FD1-BD85-040950DC1534}" dt="2024-02-07T23:24:26.765" v="249"/>
          <ac:spMkLst>
            <pc:docMk/>
            <pc:sldMk cId="1939370276" sldId="2147468651"/>
            <ac:spMk id="36" creationId="{9713E3C6-EF34-A0EB-D735-5FBC2B34DAF4}"/>
          </ac:spMkLst>
        </pc:spChg>
        <pc:spChg chg="mod">
          <ac:chgData name="Okamura, Ryo" userId="18831572-7aab-4b12-89e3-a5e58af7a83e" providerId="ADAL" clId="{00786286-401E-4FD1-BD85-040950DC1534}" dt="2024-02-07T23:24:26.765" v="249"/>
          <ac:spMkLst>
            <pc:docMk/>
            <pc:sldMk cId="1939370276" sldId="2147468651"/>
            <ac:spMk id="37" creationId="{A49B127D-1BCF-A503-D72B-C65EDCDD97E7}"/>
          </ac:spMkLst>
        </pc:spChg>
        <pc:spChg chg="mod">
          <ac:chgData name="Okamura, Ryo" userId="18831572-7aab-4b12-89e3-a5e58af7a83e" providerId="ADAL" clId="{00786286-401E-4FD1-BD85-040950DC1534}" dt="2024-02-07T23:24:26.765" v="249"/>
          <ac:spMkLst>
            <pc:docMk/>
            <pc:sldMk cId="1939370276" sldId="2147468651"/>
            <ac:spMk id="38" creationId="{42AE9EDD-5BD4-79F8-BEF3-44FCD1784271}"/>
          </ac:spMkLst>
        </pc:spChg>
        <pc:spChg chg="mod">
          <ac:chgData name="Okamura, Ryo" userId="18831572-7aab-4b12-89e3-a5e58af7a83e" providerId="ADAL" clId="{00786286-401E-4FD1-BD85-040950DC1534}" dt="2024-02-07T23:24:26.765" v="249"/>
          <ac:spMkLst>
            <pc:docMk/>
            <pc:sldMk cId="1939370276" sldId="2147468651"/>
            <ac:spMk id="39" creationId="{5FB122DF-67DA-E1E8-C4AB-4E6E89923FFB}"/>
          </ac:spMkLst>
        </pc:spChg>
        <pc:spChg chg="mod">
          <ac:chgData name="Okamura, Ryo" userId="18831572-7aab-4b12-89e3-a5e58af7a83e" providerId="ADAL" clId="{00786286-401E-4FD1-BD85-040950DC1534}" dt="2024-02-07T23:24:26.765" v="249"/>
          <ac:spMkLst>
            <pc:docMk/>
            <pc:sldMk cId="1939370276" sldId="2147468651"/>
            <ac:spMk id="40" creationId="{ED453C3C-AABB-5B1C-CE63-C2FDF61043CA}"/>
          </ac:spMkLst>
        </pc:spChg>
        <pc:spChg chg="mod">
          <ac:chgData name="Okamura, Ryo" userId="18831572-7aab-4b12-89e3-a5e58af7a83e" providerId="ADAL" clId="{00786286-401E-4FD1-BD85-040950DC1534}" dt="2024-02-07T23:24:26.765" v="249"/>
          <ac:spMkLst>
            <pc:docMk/>
            <pc:sldMk cId="1939370276" sldId="2147468651"/>
            <ac:spMk id="41" creationId="{C89BC557-EEE7-673A-E843-BDE87FF7FA1E}"/>
          </ac:spMkLst>
        </pc:spChg>
        <pc:spChg chg="mod">
          <ac:chgData name="Okamura, Ryo" userId="18831572-7aab-4b12-89e3-a5e58af7a83e" providerId="ADAL" clId="{00786286-401E-4FD1-BD85-040950DC1534}" dt="2024-02-07T23:24:26.765" v="249"/>
          <ac:spMkLst>
            <pc:docMk/>
            <pc:sldMk cId="1939370276" sldId="2147468651"/>
            <ac:spMk id="42" creationId="{41696CFE-F82A-7936-F217-156882234333}"/>
          </ac:spMkLst>
        </pc:spChg>
        <pc:spChg chg="mod">
          <ac:chgData name="Okamura, Ryo" userId="18831572-7aab-4b12-89e3-a5e58af7a83e" providerId="ADAL" clId="{00786286-401E-4FD1-BD85-040950DC1534}" dt="2024-02-07T23:24:26.765" v="249"/>
          <ac:spMkLst>
            <pc:docMk/>
            <pc:sldMk cId="1939370276" sldId="2147468651"/>
            <ac:spMk id="43" creationId="{4D4ABF46-75F8-B413-F7DD-24A2A75CAA08}"/>
          </ac:spMkLst>
        </pc:spChg>
        <pc:spChg chg="mod">
          <ac:chgData name="Okamura, Ryo" userId="18831572-7aab-4b12-89e3-a5e58af7a83e" providerId="ADAL" clId="{00786286-401E-4FD1-BD85-040950DC1534}" dt="2024-02-07T23:24:26.765" v="249"/>
          <ac:spMkLst>
            <pc:docMk/>
            <pc:sldMk cId="1939370276" sldId="2147468651"/>
            <ac:spMk id="44" creationId="{C1000045-635B-F1F9-5077-B26322E622B5}"/>
          </ac:spMkLst>
        </pc:spChg>
        <pc:spChg chg="mod">
          <ac:chgData name="Okamura, Ryo" userId="18831572-7aab-4b12-89e3-a5e58af7a83e" providerId="ADAL" clId="{00786286-401E-4FD1-BD85-040950DC1534}" dt="2024-02-07T23:24:26.765" v="249"/>
          <ac:spMkLst>
            <pc:docMk/>
            <pc:sldMk cId="1939370276" sldId="2147468651"/>
            <ac:spMk id="45" creationId="{25F83FC2-692A-5EBC-869E-4EAD20E12B7F}"/>
          </ac:spMkLst>
        </pc:spChg>
        <pc:spChg chg="mod">
          <ac:chgData name="Okamura, Ryo" userId="18831572-7aab-4b12-89e3-a5e58af7a83e" providerId="ADAL" clId="{00786286-401E-4FD1-BD85-040950DC1534}" dt="2024-02-07T23:24:26.765" v="249"/>
          <ac:spMkLst>
            <pc:docMk/>
            <pc:sldMk cId="1939370276" sldId="2147468651"/>
            <ac:spMk id="46" creationId="{FC4AEA61-9F03-2B69-6EB4-80A93743C551}"/>
          </ac:spMkLst>
        </pc:spChg>
        <pc:spChg chg="mod">
          <ac:chgData name="Okamura, Ryo" userId="18831572-7aab-4b12-89e3-a5e58af7a83e" providerId="ADAL" clId="{00786286-401E-4FD1-BD85-040950DC1534}" dt="2024-02-07T23:24:26.765" v="249"/>
          <ac:spMkLst>
            <pc:docMk/>
            <pc:sldMk cId="1939370276" sldId="2147468651"/>
            <ac:spMk id="47" creationId="{F06E3AF2-162B-2F99-88DF-B682910792B9}"/>
          </ac:spMkLst>
        </pc:spChg>
        <pc:spChg chg="mod">
          <ac:chgData name="Okamura, Ryo" userId="18831572-7aab-4b12-89e3-a5e58af7a83e" providerId="ADAL" clId="{00786286-401E-4FD1-BD85-040950DC1534}" dt="2024-02-07T23:24:26.765" v="249"/>
          <ac:spMkLst>
            <pc:docMk/>
            <pc:sldMk cId="1939370276" sldId="2147468651"/>
            <ac:spMk id="48" creationId="{53FA4017-E44D-94C5-6FC4-F7C5ABCCC7AF}"/>
          </ac:spMkLst>
        </pc:spChg>
        <pc:spChg chg="mod">
          <ac:chgData name="Okamura, Ryo" userId="18831572-7aab-4b12-89e3-a5e58af7a83e" providerId="ADAL" clId="{00786286-401E-4FD1-BD85-040950DC1534}" dt="2024-02-07T23:24:26.765" v="249"/>
          <ac:spMkLst>
            <pc:docMk/>
            <pc:sldMk cId="1939370276" sldId="2147468651"/>
            <ac:spMk id="49" creationId="{2AECABC7-651C-A730-6158-FEF6CA171D73}"/>
          </ac:spMkLst>
        </pc:spChg>
        <pc:spChg chg="mod">
          <ac:chgData name="Okamura, Ryo" userId="18831572-7aab-4b12-89e3-a5e58af7a83e" providerId="ADAL" clId="{00786286-401E-4FD1-BD85-040950DC1534}" dt="2024-02-07T23:24:26.765" v="249"/>
          <ac:spMkLst>
            <pc:docMk/>
            <pc:sldMk cId="1939370276" sldId="2147468651"/>
            <ac:spMk id="50" creationId="{5834B081-248E-F467-0E7F-A905FC966024}"/>
          </ac:spMkLst>
        </pc:spChg>
        <pc:spChg chg="mod">
          <ac:chgData name="Okamura, Ryo" userId="18831572-7aab-4b12-89e3-a5e58af7a83e" providerId="ADAL" clId="{00786286-401E-4FD1-BD85-040950DC1534}" dt="2024-02-07T23:24:26.765" v="249"/>
          <ac:spMkLst>
            <pc:docMk/>
            <pc:sldMk cId="1939370276" sldId="2147468651"/>
            <ac:spMk id="51" creationId="{61CF02EE-B76B-F4CC-3A1D-FD647E335376}"/>
          </ac:spMkLst>
        </pc:spChg>
        <pc:spChg chg="mod">
          <ac:chgData name="Okamura, Ryo" userId="18831572-7aab-4b12-89e3-a5e58af7a83e" providerId="ADAL" clId="{00786286-401E-4FD1-BD85-040950DC1534}" dt="2024-02-07T23:24:26.765" v="249"/>
          <ac:spMkLst>
            <pc:docMk/>
            <pc:sldMk cId="1939370276" sldId="2147468651"/>
            <ac:spMk id="52" creationId="{B056F330-92AD-B5E4-3064-FE9DB862572C}"/>
          </ac:spMkLst>
        </pc:spChg>
        <pc:spChg chg="mod">
          <ac:chgData name="Okamura, Ryo" userId="18831572-7aab-4b12-89e3-a5e58af7a83e" providerId="ADAL" clId="{00786286-401E-4FD1-BD85-040950DC1534}" dt="2024-02-07T23:24:26.765" v="249"/>
          <ac:spMkLst>
            <pc:docMk/>
            <pc:sldMk cId="1939370276" sldId="2147468651"/>
            <ac:spMk id="53" creationId="{34D8FF89-855C-139A-164D-B7E2C791A8BF}"/>
          </ac:spMkLst>
        </pc:spChg>
        <pc:spChg chg="mod">
          <ac:chgData name="Okamura, Ryo" userId="18831572-7aab-4b12-89e3-a5e58af7a83e" providerId="ADAL" clId="{00786286-401E-4FD1-BD85-040950DC1534}" dt="2024-02-07T23:24:26.765" v="249"/>
          <ac:spMkLst>
            <pc:docMk/>
            <pc:sldMk cId="1939370276" sldId="2147468651"/>
            <ac:spMk id="54" creationId="{58F739E2-65D6-35C6-6DA4-538ED624EE80}"/>
          </ac:spMkLst>
        </pc:spChg>
        <pc:spChg chg="mod">
          <ac:chgData name="Okamura, Ryo" userId="18831572-7aab-4b12-89e3-a5e58af7a83e" providerId="ADAL" clId="{00786286-401E-4FD1-BD85-040950DC1534}" dt="2024-02-07T23:24:26.765" v="249"/>
          <ac:spMkLst>
            <pc:docMk/>
            <pc:sldMk cId="1939370276" sldId="2147468651"/>
            <ac:spMk id="55" creationId="{C85D9586-7115-8897-8202-13856C2ED2A8}"/>
          </ac:spMkLst>
        </pc:spChg>
        <pc:spChg chg="add mod">
          <ac:chgData name="Okamura, Ryo" userId="18831572-7aab-4b12-89e3-a5e58af7a83e" providerId="ADAL" clId="{00786286-401E-4FD1-BD85-040950DC1534}" dt="2024-02-07T23:24:26.765" v="249"/>
          <ac:spMkLst>
            <pc:docMk/>
            <pc:sldMk cId="1939370276" sldId="2147468651"/>
            <ac:spMk id="56" creationId="{46E989D0-C8A1-11A4-ACC9-9E8527B6A40D}"/>
          </ac:spMkLst>
        </pc:spChg>
        <pc:grpChg chg="add mod">
          <ac:chgData name="Okamura, Ryo" userId="18831572-7aab-4b12-89e3-a5e58af7a83e" providerId="ADAL" clId="{00786286-401E-4FD1-BD85-040950DC1534}" dt="2024-02-07T23:24:26.765" v="249"/>
          <ac:grpSpMkLst>
            <pc:docMk/>
            <pc:sldMk cId="1939370276" sldId="2147468651"/>
            <ac:grpSpMk id="2" creationId="{3591C612-7EA1-A864-071E-E4C87C5F2C39}"/>
          </ac:grpSpMkLst>
        </pc:grpChg>
        <pc:picChg chg="mod">
          <ac:chgData name="Okamura, Ryo" userId="18831572-7aab-4b12-89e3-a5e58af7a83e" providerId="ADAL" clId="{00786286-401E-4FD1-BD85-040950DC1534}" dt="2024-02-07T23:24:26.765" v="249"/>
          <ac:picMkLst>
            <pc:docMk/>
            <pc:sldMk cId="1939370276" sldId="2147468651"/>
            <ac:picMk id="3" creationId="{53B83778-40B9-E4D3-02F8-C32312543FF5}"/>
          </ac:picMkLst>
        </pc:picChg>
      </pc:sldChg>
      <pc:sldChg chg="addSp modSp add mod">
        <pc:chgData name="Okamura, Ryo" userId="18831572-7aab-4b12-89e3-a5e58af7a83e" providerId="ADAL" clId="{00786286-401E-4FD1-BD85-040950DC1534}" dt="2024-02-08T01:08:28.077" v="791" actId="313"/>
        <pc:sldMkLst>
          <pc:docMk/>
          <pc:sldMk cId="3657440233" sldId="2147468652"/>
        </pc:sldMkLst>
        <pc:spChg chg="mod">
          <ac:chgData name="Okamura, Ryo" userId="18831572-7aab-4b12-89e3-a5e58af7a83e" providerId="ADAL" clId="{00786286-401E-4FD1-BD85-040950DC1534}" dt="2024-02-07T23:25:18.739" v="258"/>
          <ac:spMkLst>
            <pc:docMk/>
            <pc:sldMk cId="3657440233" sldId="2147468652"/>
            <ac:spMk id="3" creationId="{CFC1837D-115F-FF0C-A64E-49CF916C63BC}"/>
          </ac:spMkLst>
        </pc:spChg>
        <pc:spChg chg="mod">
          <ac:chgData name="Okamura, Ryo" userId="18831572-7aab-4b12-89e3-a5e58af7a83e" providerId="ADAL" clId="{00786286-401E-4FD1-BD85-040950DC1534}" dt="2024-02-07T23:25:18.739" v="258"/>
          <ac:spMkLst>
            <pc:docMk/>
            <pc:sldMk cId="3657440233" sldId="2147468652"/>
            <ac:spMk id="4" creationId="{D937B502-41BE-68C0-80B4-B94E678AA249}"/>
          </ac:spMkLst>
        </pc:spChg>
        <pc:spChg chg="mod">
          <ac:chgData name="Okamura, Ryo" userId="18831572-7aab-4b12-89e3-a5e58af7a83e" providerId="ADAL" clId="{00786286-401E-4FD1-BD85-040950DC1534}" dt="2024-02-07T23:25:00.217" v="254"/>
          <ac:spMkLst>
            <pc:docMk/>
            <pc:sldMk cId="3657440233" sldId="2147468652"/>
            <ac:spMk id="7" creationId="{61BEE415-5D19-0E26-AAC7-D470E02EAEE4}"/>
          </ac:spMkLst>
        </pc:spChg>
        <pc:spChg chg="mod">
          <ac:chgData name="Okamura, Ryo" userId="18831572-7aab-4b12-89e3-a5e58af7a83e" providerId="ADAL" clId="{00786286-401E-4FD1-BD85-040950DC1534}" dt="2024-02-07T23:25:09.966" v="257" actId="20577"/>
          <ac:spMkLst>
            <pc:docMk/>
            <pc:sldMk cId="3657440233" sldId="2147468652"/>
            <ac:spMk id="8" creationId="{753ADA55-D29B-FA45-9A8B-4AE5E0B23236}"/>
          </ac:spMkLst>
        </pc:spChg>
        <pc:spChg chg="mod">
          <ac:chgData name="Okamura, Ryo" userId="18831572-7aab-4b12-89e3-a5e58af7a83e" providerId="ADAL" clId="{00786286-401E-4FD1-BD85-040950DC1534}" dt="2024-02-08T01:08:28.077" v="791" actId="313"/>
          <ac:spMkLst>
            <pc:docMk/>
            <pc:sldMk cId="3657440233" sldId="2147468652"/>
            <ac:spMk id="9" creationId="{8D5079BB-06F8-7E24-4567-3610EEC2F116}"/>
          </ac:spMkLst>
        </pc:spChg>
        <pc:spChg chg="mod">
          <ac:chgData name="Okamura, Ryo" userId="18831572-7aab-4b12-89e3-a5e58af7a83e" providerId="ADAL" clId="{00786286-401E-4FD1-BD85-040950DC1534}" dt="2024-02-07T23:25:18.739" v="258"/>
          <ac:spMkLst>
            <pc:docMk/>
            <pc:sldMk cId="3657440233" sldId="2147468652"/>
            <ac:spMk id="10" creationId="{D04874C5-B7C7-9DA3-3D58-D309DB01C2B3}"/>
          </ac:spMkLst>
        </pc:spChg>
        <pc:spChg chg="mod">
          <ac:chgData name="Okamura, Ryo" userId="18831572-7aab-4b12-89e3-a5e58af7a83e" providerId="ADAL" clId="{00786286-401E-4FD1-BD85-040950DC1534}" dt="2024-02-07T23:25:18.739" v="258"/>
          <ac:spMkLst>
            <pc:docMk/>
            <pc:sldMk cId="3657440233" sldId="2147468652"/>
            <ac:spMk id="11" creationId="{724B0904-650C-7CCF-8C12-40BDBFE66B98}"/>
          </ac:spMkLst>
        </pc:spChg>
        <pc:spChg chg="mod">
          <ac:chgData name="Okamura, Ryo" userId="18831572-7aab-4b12-89e3-a5e58af7a83e" providerId="ADAL" clId="{00786286-401E-4FD1-BD85-040950DC1534}" dt="2024-02-07T23:25:18.739" v="258"/>
          <ac:spMkLst>
            <pc:docMk/>
            <pc:sldMk cId="3657440233" sldId="2147468652"/>
            <ac:spMk id="12" creationId="{239B18B1-4ABB-388C-6434-09FCE5142510}"/>
          </ac:spMkLst>
        </pc:spChg>
        <pc:spChg chg="mod">
          <ac:chgData name="Okamura, Ryo" userId="18831572-7aab-4b12-89e3-a5e58af7a83e" providerId="ADAL" clId="{00786286-401E-4FD1-BD85-040950DC1534}" dt="2024-02-07T23:25:18.739" v="258"/>
          <ac:spMkLst>
            <pc:docMk/>
            <pc:sldMk cId="3657440233" sldId="2147468652"/>
            <ac:spMk id="13" creationId="{5DF276C2-57A8-D330-6FFF-2816505F7CB3}"/>
          </ac:spMkLst>
        </pc:spChg>
        <pc:spChg chg="mod">
          <ac:chgData name="Okamura, Ryo" userId="18831572-7aab-4b12-89e3-a5e58af7a83e" providerId="ADAL" clId="{00786286-401E-4FD1-BD85-040950DC1534}" dt="2024-02-07T23:25:18.739" v="258"/>
          <ac:spMkLst>
            <pc:docMk/>
            <pc:sldMk cId="3657440233" sldId="2147468652"/>
            <ac:spMk id="14" creationId="{D1DF26F3-8D7B-F6F6-4477-8F4CE5CE3772}"/>
          </ac:spMkLst>
        </pc:spChg>
        <pc:spChg chg="mod">
          <ac:chgData name="Okamura, Ryo" userId="18831572-7aab-4b12-89e3-a5e58af7a83e" providerId="ADAL" clId="{00786286-401E-4FD1-BD85-040950DC1534}" dt="2024-02-07T23:25:18.739" v="258"/>
          <ac:spMkLst>
            <pc:docMk/>
            <pc:sldMk cId="3657440233" sldId="2147468652"/>
            <ac:spMk id="15" creationId="{28537C9A-F03B-03F6-C3C8-200319AC7F8B}"/>
          </ac:spMkLst>
        </pc:spChg>
        <pc:spChg chg="mod">
          <ac:chgData name="Okamura, Ryo" userId="18831572-7aab-4b12-89e3-a5e58af7a83e" providerId="ADAL" clId="{00786286-401E-4FD1-BD85-040950DC1534}" dt="2024-02-07T23:25:18.739" v="258"/>
          <ac:spMkLst>
            <pc:docMk/>
            <pc:sldMk cId="3657440233" sldId="2147468652"/>
            <ac:spMk id="16" creationId="{6FD95EB6-47BD-4A08-FD57-04F1412AEEDD}"/>
          </ac:spMkLst>
        </pc:spChg>
        <pc:spChg chg="mod">
          <ac:chgData name="Okamura, Ryo" userId="18831572-7aab-4b12-89e3-a5e58af7a83e" providerId="ADAL" clId="{00786286-401E-4FD1-BD85-040950DC1534}" dt="2024-02-07T23:25:18.739" v="258"/>
          <ac:spMkLst>
            <pc:docMk/>
            <pc:sldMk cId="3657440233" sldId="2147468652"/>
            <ac:spMk id="17" creationId="{16DD2FAE-D016-5EF2-8ED0-07D95F9DD444}"/>
          </ac:spMkLst>
        </pc:spChg>
        <pc:spChg chg="mod">
          <ac:chgData name="Okamura, Ryo" userId="18831572-7aab-4b12-89e3-a5e58af7a83e" providerId="ADAL" clId="{00786286-401E-4FD1-BD85-040950DC1534}" dt="2024-02-07T23:25:18.739" v="258"/>
          <ac:spMkLst>
            <pc:docMk/>
            <pc:sldMk cId="3657440233" sldId="2147468652"/>
            <ac:spMk id="18" creationId="{DFC2DA0D-B228-B664-3D94-60CA3DCB6871}"/>
          </ac:spMkLst>
        </pc:spChg>
        <pc:spChg chg="mod">
          <ac:chgData name="Okamura, Ryo" userId="18831572-7aab-4b12-89e3-a5e58af7a83e" providerId="ADAL" clId="{00786286-401E-4FD1-BD85-040950DC1534}" dt="2024-02-07T23:25:18.739" v="258"/>
          <ac:spMkLst>
            <pc:docMk/>
            <pc:sldMk cId="3657440233" sldId="2147468652"/>
            <ac:spMk id="19" creationId="{334BED5E-059C-2FAF-CCD8-3017E24B6715}"/>
          </ac:spMkLst>
        </pc:spChg>
        <pc:spChg chg="mod">
          <ac:chgData name="Okamura, Ryo" userId="18831572-7aab-4b12-89e3-a5e58af7a83e" providerId="ADAL" clId="{00786286-401E-4FD1-BD85-040950DC1534}" dt="2024-02-07T23:25:18.739" v="258"/>
          <ac:spMkLst>
            <pc:docMk/>
            <pc:sldMk cId="3657440233" sldId="2147468652"/>
            <ac:spMk id="20" creationId="{71747D46-8BCC-8376-0BE6-206F9EB998DB}"/>
          </ac:spMkLst>
        </pc:spChg>
        <pc:spChg chg="mod">
          <ac:chgData name="Okamura, Ryo" userId="18831572-7aab-4b12-89e3-a5e58af7a83e" providerId="ADAL" clId="{00786286-401E-4FD1-BD85-040950DC1534}" dt="2024-02-07T23:25:18.739" v="258"/>
          <ac:spMkLst>
            <pc:docMk/>
            <pc:sldMk cId="3657440233" sldId="2147468652"/>
            <ac:spMk id="21" creationId="{C396C6F3-B81D-D5F0-BEBE-1CB62103710D}"/>
          </ac:spMkLst>
        </pc:spChg>
        <pc:spChg chg="mod">
          <ac:chgData name="Okamura, Ryo" userId="18831572-7aab-4b12-89e3-a5e58af7a83e" providerId="ADAL" clId="{00786286-401E-4FD1-BD85-040950DC1534}" dt="2024-02-07T23:25:18.739" v="258"/>
          <ac:spMkLst>
            <pc:docMk/>
            <pc:sldMk cId="3657440233" sldId="2147468652"/>
            <ac:spMk id="22" creationId="{EE40D504-865E-4504-8208-F1F700E049D2}"/>
          </ac:spMkLst>
        </pc:spChg>
        <pc:spChg chg="mod">
          <ac:chgData name="Okamura, Ryo" userId="18831572-7aab-4b12-89e3-a5e58af7a83e" providerId="ADAL" clId="{00786286-401E-4FD1-BD85-040950DC1534}" dt="2024-02-07T23:25:18.739" v="258"/>
          <ac:spMkLst>
            <pc:docMk/>
            <pc:sldMk cId="3657440233" sldId="2147468652"/>
            <ac:spMk id="23" creationId="{A47B7D82-291F-FC41-20FD-EC0DAEA071F7}"/>
          </ac:spMkLst>
        </pc:spChg>
        <pc:spChg chg="mod">
          <ac:chgData name="Okamura, Ryo" userId="18831572-7aab-4b12-89e3-a5e58af7a83e" providerId="ADAL" clId="{00786286-401E-4FD1-BD85-040950DC1534}" dt="2024-02-07T23:25:18.739" v="258"/>
          <ac:spMkLst>
            <pc:docMk/>
            <pc:sldMk cId="3657440233" sldId="2147468652"/>
            <ac:spMk id="24" creationId="{B25E3B55-3186-E7DC-E414-DA85B8FD2D86}"/>
          </ac:spMkLst>
        </pc:spChg>
        <pc:spChg chg="mod">
          <ac:chgData name="Okamura, Ryo" userId="18831572-7aab-4b12-89e3-a5e58af7a83e" providerId="ADAL" clId="{00786286-401E-4FD1-BD85-040950DC1534}" dt="2024-02-07T23:25:18.739" v="258"/>
          <ac:spMkLst>
            <pc:docMk/>
            <pc:sldMk cId="3657440233" sldId="2147468652"/>
            <ac:spMk id="25" creationId="{48FD0787-4F6E-B38E-F737-22D87DF8E16D}"/>
          </ac:spMkLst>
        </pc:spChg>
        <pc:spChg chg="mod">
          <ac:chgData name="Okamura, Ryo" userId="18831572-7aab-4b12-89e3-a5e58af7a83e" providerId="ADAL" clId="{00786286-401E-4FD1-BD85-040950DC1534}" dt="2024-02-07T23:25:18.739" v="258"/>
          <ac:spMkLst>
            <pc:docMk/>
            <pc:sldMk cId="3657440233" sldId="2147468652"/>
            <ac:spMk id="26" creationId="{40DF6306-2E06-23AB-B4C1-EF4951BB5B14}"/>
          </ac:spMkLst>
        </pc:spChg>
        <pc:spChg chg="mod">
          <ac:chgData name="Okamura, Ryo" userId="18831572-7aab-4b12-89e3-a5e58af7a83e" providerId="ADAL" clId="{00786286-401E-4FD1-BD85-040950DC1534}" dt="2024-02-07T23:25:18.739" v="258"/>
          <ac:spMkLst>
            <pc:docMk/>
            <pc:sldMk cId="3657440233" sldId="2147468652"/>
            <ac:spMk id="27" creationId="{02C5C68C-36B6-4830-F5C8-50509355C004}"/>
          </ac:spMkLst>
        </pc:spChg>
        <pc:spChg chg="mod">
          <ac:chgData name="Okamura, Ryo" userId="18831572-7aab-4b12-89e3-a5e58af7a83e" providerId="ADAL" clId="{00786286-401E-4FD1-BD85-040950DC1534}" dt="2024-02-07T23:25:18.739" v="258"/>
          <ac:spMkLst>
            <pc:docMk/>
            <pc:sldMk cId="3657440233" sldId="2147468652"/>
            <ac:spMk id="28" creationId="{85C7049D-A014-C947-A605-B00F0A42C100}"/>
          </ac:spMkLst>
        </pc:spChg>
        <pc:spChg chg="mod">
          <ac:chgData name="Okamura, Ryo" userId="18831572-7aab-4b12-89e3-a5e58af7a83e" providerId="ADAL" clId="{00786286-401E-4FD1-BD85-040950DC1534}" dt="2024-02-07T23:25:18.739" v="258"/>
          <ac:spMkLst>
            <pc:docMk/>
            <pc:sldMk cId="3657440233" sldId="2147468652"/>
            <ac:spMk id="29" creationId="{9179CB38-ABD5-7585-D5B7-16BE85FAEC90}"/>
          </ac:spMkLst>
        </pc:spChg>
        <pc:spChg chg="mod">
          <ac:chgData name="Okamura, Ryo" userId="18831572-7aab-4b12-89e3-a5e58af7a83e" providerId="ADAL" clId="{00786286-401E-4FD1-BD85-040950DC1534}" dt="2024-02-07T23:25:18.739" v="258"/>
          <ac:spMkLst>
            <pc:docMk/>
            <pc:sldMk cId="3657440233" sldId="2147468652"/>
            <ac:spMk id="30" creationId="{E174E7E9-8715-80C8-A925-4660F89A539A}"/>
          </ac:spMkLst>
        </pc:spChg>
        <pc:spChg chg="mod">
          <ac:chgData name="Okamura, Ryo" userId="18831572-7aab-4b12-89e3-a5e58af7a83e" providerId="ADAL" clId="{00786286-401E-4FD1-BD85-040950DC1534}" dt="2024-02-07T23:25:18.739" v="258"/>
          <ac:spMkLst>
            <pc:docMk/>
            <pc:sldMk cId="3657440233" sldId="2147468652"/>
            <ac:spMk id="31" creationId="{4023F264-00E5-33EC-774F-80B8A908F481}"/>
          </ac:spMkLst>
        </pc:spChg>
        <pc:spChg chg="mod">
          <ac:chgData name="Okamura, Ryo" userId="18831572-7aab-4b12-89e3-a5e58af7a83e" providerId="ADAL" clId="{00786286-401E-4FD1-BD85-040950DC1534}" dt="2024-02-07T23:25:18.739" v="258"/>
          <ac:spMkLst>
            <pc:docMk/>
            <pc:sldMk cId="3657440233" sldId="2147468652"/>
            <ac:spMk id="32" creationId="{E2BF9BE9-8556-16D0-1DA5-C159EDF56BA2}"/>
          </ac:spMkLst>
        </pc:spChg>
        <pc:spChg chg="mod">
          <ac:chgData name="Okamura, Ryo" userId="18831572-7aab-4b12-89e3-a5e58af7a83e" providerId="ADAL" clId="{00786286-401E-4FD1-BD85-040950DC1534}" dt="2024-02-07T23:25:18.739" v="258"/>
          <ac:spMkLst>
            <pc:docMk/>
            <pc:sldMk cId="3657440233" sldId="2147468652"/>
            <ac:spMk id="33" creationId="{0DB52EB7-C5E4-19F4-B2FA-3BA800A4CD13}"/>
          </ac:spMkLst>
        </pc:spChg>
        <pc:spChg chg="mod">
          <ac:chgData name="Okamura, Ryo" userId="18831572-7aab-4b12-89e3-a5e58af7a83e" providerId="ADAL" clId="{00786286-401E-4FD1-BD85-040950DC1534}" dt="2024-02-07T23:25:18.739" v="258"/>
          <ac:spMkLst>
            <pc:docMk/>
            <pc:sldMk cId="3657440233" sldId="2147468652"/>
            <ac:spMk id="34" creationId="{2307CAB2-9F07-44DB-6B50-4AC5AB457FC7}"/>
          </ac:spMkLst>
        </pc:spChg>
        <pc:spChg chg="mod">
          <ac:chgData name="Okamura, Ryo" userId="18831572-7aab-4b12-89e3-a5e58af7a83e" providerId="ADAL" clId="{00786286-401E-4FD1-BD85-040950DC1534}" dt="2024-02-07T23:25:18.739" v="258"/>
          <ac:spMkLst>
            <pc:docMk/>
            <pc:sldMk cId="3657440233" sldId="2147468652"/>
            <ac:spMk id="35" creationId="{5DB05F28-D6A7-AFFA-6C94-41639B79A780}"/>
          </ac:spMkLst>
        </pc:spChg>
        <pc:spChg chg="mod">
          <ac:chgData name="Okamura, Ryo" userId="18831572-7aab-4b12-89e3-a5e58af7a83e" providerId="ADAL" clId="{00786286-401E-4FD1-BD85-040950DC1534}" dt="2024-02-07T23:25:18.739" v="258"/>
          <ac:spMkLst>
            <pc:docMk/>
            <pc:sldMk cId="3657440233" sldId="2147468652"/>
            <ac:spMk id="36" creationId="{9164719A-4858-8566-6F4A-F7AB988E66BE}"/>
          </ac:spMkLst>
        </pc:spChg>
        <pc:spChg chg="add mod">
          <ac:chgData name="Okamura, Ryo" userId="18831572-7aab-4b12-89e3-a5e58af7a83e" providerId="ADAL" clId="{00786286-401E-4FD1-BD85-040950DC1534}" dt="2024-02-07T23:25:18.739" v="258"/>
          <ac:spMkLst>
            <pc:docMk/>
            <pc:sldMk cId="3657440233" sldId="2147468652"/>
            <ac:spMk id="37" creationId="{AEBA82E7-CB95-1DBF-AB12-4A89885A2498}"/>
          </ac:spMkLst>
        </pc:spChg>
        <pc:grpChg chg="add mod">
          <ac:chgData name="Okamura, Ryo" userId="18831572-7aab-4b12-89e3-a5e58af7a83e" providerId="ADAL" clId="{00786286-401E-4FD1-BD85-040950DC1534}" dt="2024-02-07T23:25:18.739" v="258"/>
          <ac:grpSpMkLst>
            <pc:docMk/>
            <pc:sldMk cId="3657440233" sldId="2147468652"/>
            <ac:grpSpMk id="2" creationId="{0DF4B40C-DD4D-60C4-B0B5-9071FAE4F772}"/>
          </ac:grpSpMkLst>
        </pc:grpChg>
      </pc:sldChg>
      <pc:sldChg chg="addSp modSp add mod">
        <pc:chgData name="Okamura, Ryo" userId="18831572-7aab-4b12-89e3-a5e58af7a83e" providerId="ADAL" clId="{00786286-401E-4FD1-BD85-040950DC1534}" dt="2024-02-09T06:50:35.701" v="1100" actId="20577"/>
        <pc:sldMkLst>
          <pc:docMk/>
          <pc:sldMk cId="3802774104" sldId="2147468653"/>
        </pc:sldMkLst>
        <pc:spChg chg="add mod">
          <ac:chgData name="Okamura, Ryo" userId="18831572-7aab-4b12-89e3-a5e58af7a83e" providerId="ADAL" clId="{00786286-401E-4FD1-BD85-040950DC1534}" dt="2024-02-07T23:25:35.940" v="259"/>
          <ac:spMkLst>
            <pc:docMk/>
            <pc:sldMk cId="3802774104" sldId="2147468653"/>
            <ac:spMk id="2" creationId="{D5C3BD77-2608-056A-CBC3-5A8779E07F3F}"/>
          </ac:spMkLst>
        </pc:spChg>
        <pc:spChg chg="add mod">
          <ac:chgData name="Okamura, Ryo" userId="18831572-7aab-4b12-89e3-a5e58af7a83e" providerId="ADAL" clId="{00786286-401E-4FD1-BD85-040950DC1534}" dt="2024-02-07T23:25:35.940" v="259"/>
          <ac:spMkLst>
            <pc:docMk/>
            <pc:sldMk cId="3802774104" sldId="2147468653"/>
            <ac:spMk id="4" creationId="{C46877D5-93FB-ABF7-6ABB-BAD3617190A8}"/>
          </ac:spMkLst>
        </pc:spChg>
        <pc:spChg chg="mod">
          <ac:chgData name="Okamura, Ryo" userId="18831572-7aab-4b12-89e3-a5e58af7a83e" providerId="ADAL" clId="{00786286-401E-4FD1-BD85-040950DC1534}" dt="2024-02-07T23:25:43.615" v="260"/>
          <ac:spMkLst>
            <pc:docMk/>
            <pc:sldMk cId="3802774104" sldId="2147468653"/>
            <ac:spMk id="7" creationId="{61BEE415-5D19-0E26-AAC7-D470E02EAEE4}"/>
          </ac:spMkLst>
        </pc:spChg>
        <pc:spChg chg="mod">
          <ac:chgData name="Okamura, Ryo" userId="18831572-7aab-4b12-89e3-a5e58af7a83e" providerId="ADAL" clId="{00786286-401E-4FD1-BD85-040950DC1534}" dt="2024-02-09T06:50:35.701" v="1100" actId="20577"/>
          <ac:spMkLst>
            <pc:docMk/>
            <pc:sldMk cId="3802774104" sldId="2147468653"/>
            <ac:spMk id="8" creationId="{753ADA55-D29B-FA45-9A8B-4AE5E0B23236}"/>
          </ac:spMkLst>
        </pc:spChg>
        <pc:spChg chg="mod">
          <ac:chgData name="Okamura, Ryo" userId="18831572-7aab-4b12-89e3-a5e58af7a83e" providerId="ADAL" clId="{00786286-401E-4FD1-BD85-040950DC1534}" dt="2024-02-08T01:08:28.774" v="792" actId="313"/>
          <ac:spMkLst>
            <pc:docMk/>
            <pc:sldMk cId="3802774104" sldId="2147468653"/>
            <ac:spMk id="9" creationId="{8D5079BB-06F8-7E24-4567-3610EEC2F116}"/>
          </ac:spMkLst>
        </pc:spChg>
        <pc:spChg chg="add mod">
          <ac:chgData name="Okamura, Ryo" userId="18831572-7aab-4b12-89e3-a5e58af7a83e" providerId="ADAL" clId="{00786286-401E-4FD1-BD85-040950DC1534}" dt="2024-02-07T23:25:35.940" v="259"/>
          <ac:spMkLst>
            <pc:docMk/>
            <pc:sldMk cId="3802774104" sldId="2147468653"/>
            <ac:spMk id="11" creationId="{233B84BF-ECF1-29D7-02CD-060ED54A2AE7}"/>
          </ac:spMkLst>
        </pc:spChg>
        <pc:spChg chg="add mod">
          <ac:chgData name="Okamura, Ryo" userId="18831572-7aab-4b12-89e3-a5e58af7a83e" providerId="ADAL" clId="{00786286-401E-4FD1-BD85-040950DC1534}" dt="2024-02-07T23:25:35.940" v="259"/>
          <ac:spMkLst>
            <pc:docMk/>
            <pc:sldMk cId="3802774104" sldId="2147468653"/>
            <ac:spMk id="12" creationId="{57F23B8D-467A-0522-7894-DCB909444582}"/>
          </ac:spMkLst>
        </pc:spChg>
        <pc:spChg chg="add mod">
          <ac:chgData name="Okamura, Ryo" userId="18831572-7aab-4b12-89e3-a5e58af7a83e" providerId="ADAL" clId="{00786286-401E-4FD1-BD85-040950DC1534}" dt="2024-02-07T23:25:35.940" v="259"/>
          <ac:spMkLst>
            <pc:docMk/>
            <pc:sldMk cId="3802774104" sldId="2147468653"/>
            <ac:spMk id="13" creationId="{5236C946-F0B6-BFB2-6697-CDBFF278A145}"/>
          </ac:spMkLst>
        </pc:spChg>
        <pc:spChg chg="add mod">
          <ac:chgData name="Okamura, Ryo" userId="18831572-7aab-4b12-89e3-a5e58af7a83e" providerId="ADAL" clId="{00786286-401E-4FD1-BD85-040950DC1534}" dt="2024-02-07T23:25:35.940" v="259"/>
          <ac:spMkLst>
            <pc:docMk/>
            <pc:sldMk cId="3802774104" sldId="2147468653"/>
            <ac:spMk id="14" creationId="{796E1B38-FA0F-03FE-A20B-976D87B2DA8F}"/>
          </ac:spMkLst>
        </pc:spChg>
        <pc:spChg chg="mod">
          <ac:chgData name="Okamura, Ryo" userId="18831572-7aab-4b12-89e3-a5e58af7a83e" providerId="ADAL" clId="{00786286-401E-4FD1-BD85-040950DC1534}" dt="2024-02-07T23:25:35.940" v="259"/>
          <ac:spMkLst>
            <pc:docMk/>
            <pc:sldMk cId="3802774104" sldId="2147468653"/>
            <ac:spMk id="16" creationId="{E148629F-CD0C-9931-833A-E8A537810F6F}"/>
          </ac:spMkLst>
        </pc:spChg>
        <pc:spChg chg="add mod">
          <ac:chgData name="Okamura, Ryo" userId="18831572-7aab-4b12-89e3-a5e58af7a83e" providerId="ADAL" clId="{00786286-401E-4FD1-BD85-040950DC1534}" dt="2024-02-07T23:25:35.940" v="259"/>
          <ac:spMkLst>
            <pc:docMk/>
            <pc:sldMk cId="3802774104" sldId="2147468653"/>
            <ac:spMk id="19" creationId="{18A55A78-348D-28F4-1914-A8DE1887DA7B}"/>
          </ac:spMkLst>
        </pc:spChg>
        <pc:grpChg chg="add mod">
          <ac:chgData name="Okamura, Ryo" userId="18831572-7aab-4b12-89e3-a5e58af7a83e" providerId="ADAL" clId="{00786286-401E-4FD1-BD85-040950DC1534}" dt="2024-02-07T23:25:35.940" v="259"/>
          <ac:grpSpMkLst>
            <pc:docMk/>
            <pc:sldMk cId="3802774104" sldId="2147468653"/>
            <ac:grpSpMk id="15" creationId="{873FACFB-09E2-2CEE-C73D-455314F34100}"/>
          </ac:grpSpMkLst>
        </pc:grpChg>
        <pc:picChg chg="add mod">
          <ac:chgData name="Okamura, Ryo" userId="18831572-7aab-4b12-89e3-a5e58af7a83e" providerId="ADAL" clId="{00786286-401E-4FD1-BD85-040950DC1534}" dt="2024-02-07T23:25:35.940" v="259"/>
          <ac:picMkLst>
            <pc:docMk/>
            <pc:sldMk cId="3802774104" sldId="2147468653"/>
            <ac:picMk id="3" creationId="{8EFECC02-942E-B5E2-B120-AACA99AF7EE3}"/>
          </ac:picMkLst>
        </pc:picChg>
        <pc:picChg chg="add mod">
          <ac:chgData name="Okamura, Ryo" userId="18831572-7aab-4b12-89e3-a5e58af7a83e" providerId="ADAL" clId="{00786286-401E-4FD1-BD85-040950DC1534}" dt="2024-02-07T23:25:35.940" v="259"/>
          <ac:picMkLst>
            <pc:docMk/>
            <pc:sldMk cId="3802774104" sldId="2147468653"/>
            <ac:picMk id="18" creationId="{A4A9535D-F24C-9A60-4974-4E539AC3C16A}"/>
          </ac:picMkLst>
        </pc:picChg>
        <pc:cxnChg chg="add mod">
          <ac:chgData name="Okamura, Ryo" userId="18831572-7aab-4b12-89e3-a5e58af7a83e" providerId="ADAL" clId="{00786286-401E-4FD1-BD85-040950DC1534}" dt="2024-02-07T23:25:35.940" v="259"/>
          <ac:cxnSpMkLst>
            <pc:docMk/>
            <pc:sldMk cId="3802774104" sldId="2147468653"/>
            <ac:cxnSpMk id="10" creationId="{B4BFBFAC-B590-D8F6-0EBE-0B010659CB89}"/>
          </ac:cxnSpMkLst>
        </pc:cxnChg>
        <pc:cxnChg chg="mod">
          <ac:chgData name="Okamura, Ryo" userId="18831572-7aab-4b12-89e3-a5e58af7a83e" providerId="ADAL" clId="{00786286-401E-4FD1-BD85-040950DC1534}" dt="2024-02-07T23:25:35.940" v="259"/>
          <ac:cxnSpMkLst>
            <pc:docMk/>
            <pc:sldMk cId="3802774104" sldId="2147468653"/>
            <ac:cxnSpMk id="17" creationId="{C0A3F239-102F-1BA3-A5D4-62297CD27A49}"/>
          </ac:cxnSpMkLst>
        </pc:cxnChg>
      </pc:sldChg>
      <pc:sldChg chg="modSp add mod">
        <pc:chgData name="Okamura, Ryo" userId="18831572-7aab-4b12-89e3-a5e58af7a83e" providerId="ADAL" clId="{00786286-401E-4FD1-BD85-040950DC1534}" dt="2024-02-09T06:53:27.604" v="1121"/>
        <pc:sldMkLst>
          <pc:docMk/>
          <pc:sldMk cId="2996908844" sldId="2147468654"/>
        </pc:sldMkLst>
        <pc:spChg chg="mod">
          <ac:chgData name="Okamura, Ryo" userId="18831572-7aab-4b12-89e3-a5e58af7a83e" providerId="ADAL" clId="{00786286-401E-4FD1-BD85-040950DC1534}" dt="2024-02-07T23:26:33.457" v="271" actId="1035"/>
          <ac:spMkLst>
            <pc:docMk/>
            <pc:sldMk cId="2996908844" sldId="2147468654"/>
            <ac:spMk id="7" creationId="{0BFD277C-A8BA-50F7-E548-8A80B3FAA80A}"/>
          </ac:spMkLst>
        </pc:spChg>
        <pc:spChg chg="mod">
          <ac:chgData name="Okamura, Ryo" userId="18831572-7aab-4b12-89e3-a5e58af7a83e" providerId="ADAL" clId="{00786286-401E-4FD1-BD85-040950DC1534}" dt="2024-02-09T06:53:27.604" v="1121"/>
          <ac:spMkLst>
            <pc:docMk/>
            <pc:sldMk cId="2996908844" sldId="2147468654"/>
            <ac:spMk id="9" creationId="{398BB613-BB56-B211-3C55-7FF51BC3AC60}"/>
          </ac:spMkLst>
        </pc:spChg>
      </pc:sldChg>
      <pc:sldChg chg="modSp add mod">
        <pc:chgData name="Okamura, Ryo" userId="18831572-7aab-4b12-89e3-a5e58af7a83e" providerId="ADAL" clId="{00786286-401E-4FD1-BD85-040950DC1534}" dt="2024-02-09T06:53:43.541" v="1123"/>
        <pc:sldMkLst>
          <pc:docMk/>
          <pc:sldMk cId="1434949714" sldId="2147468655"/>
        </pc:sldMkLst>
        <pc:spChg chg="mod">
          <ac:chgData name="Okamura, Ryo" userId="18831572-7aab-4b12-89e3-a5e58af7a83e" providerId="ADAL" clId="{00786286-401E-4FD1-BD85-040950DC1534}" dt="2024-02-07T23:28:22.376" v="288" actId="1036"/>
          <ac:spMkLst>
            <pc:docMk/>
            <pc:sldMk cId="1434949714" sldId="2147468655"/>
            <ac:spMk id="7" creationId="{0BFD277C-A8BA-50F7-E548-8A80B3FAA80A}"/>
          </ac:spMkLst>
        </pc:spChg>
        <pc:spChg chg="mod">
          <ac:chgData name="Okamura, Ryo" userId="18831572-7aab-4b12-89e3-a5e58af7a83e" providerId="ADAL" clId="{00786286-401E-4FD1-BD85-040950DC1534}" dt="2024-02-09T06:53:43.541" v="1123"/>
          <ac:spMkLst>
            <pc:docMk/>
            <pc:sldMk cId="1434949714" sldId="2147468655"/>
            <ac:spMk id="9" creationId="{398BB613-BB56-B211-3C55-7FF51BC3AC60}"/>
          </ac:spMkLst>
        </pc:spChg>
      </pc:sldChg>
      <pc:sldChg chg="modSp add mod">
        <pc:chgData name="Okamura, Ryo" userId="18831572-7aab-4b12-89e3-a5e58af7a83e" providerId="ADAL" clId="{00786286-401E-4FD1-BD85-040950DC1534}" dt="2024-02-09T06:53:34.012" v="1122"/>
        <pc:sldMkLst>
          <pc:docMk/>
          <pc:sldMk cId="683826975" sldId="2147468656"/>
        </pc:sldMkLst>
        <pc:spChg chg="mod">
          <ac:chgData name="Okamura, Ryo" userId="18831572-7aab-4b12-89e3-a5e58af7a83e" providerId="ADAL" clId="{00786286-401E-4FD1-BD85-040950DC1534}" dt="2024-02-07T23:27:44.563" v="281" actId="1076"/>
          <ac:spMkLst>
            <pc:docMk/>
            <pc:sldMk cId="683826975" sldId="2147468656"/>
            <ac:spMk id="7" creationId="{0BFD277C-A8BA-50F7-E548-8A80B3FAA80A}"/>
          </ac:spMkLst>
        </pc:spChg>
        <pc:spChg chg="mod">
          <ac:chgData name="Okamura, Ryo" userId="18831572-7aab-4b12-89e3-a5e58af7a83e" providerId="ADAL" clId="{00786286-401E-4FD1-BD85-040950DC1534}" dt="2024-02-09T06:53:34.012" v="1122"/>
          <ac:spMkLst>
            <pc:docMk/>
            <pc:sldMk cId="683826975" sldId="2147468656"/>
            <ac:spMk id="9" creationId="{398BB613-BB56-B211-3C55-7FF51BC3AC60}"/>
          </ac:spMkLst>
        </pc:spChg>
      </pc:sldChg>
      <pc:sldChg chg="modSp add mod">
        <pc:chgData name="Okamura, Ryo" userId="18831572-7aab-4b12-89e3-a5e58af7a83e" providerId="ADAL" clId="{00786286-401E-4FD1-BD85-040950DC1534}" dt="2024-02-09T06:42:14.021" v="1027" actId="1076"/>
        <pc:sldMkLst>
          <pc:docMk/>
          <pc:sldMk cId="1048032879" sldId="2147468657"/>
        </pc:sldMkLst>
        <pc:spChg chg="mod">
          <ac:chgData name="Okamura, Ryo" userId="18831572-7aab-4b12-89e3-a5e58af7a83e" providerId="ADAL" clId="{00786286-401E-4FD1-BD85-040950DC1534}" dt="2024-02-09T06:36:24.863" v="968" actId="20577"/>
          <ac:spMkLst>
            <pc:docMk/>
            <pc:sldMk cId="1048032879" sldId="2147468657"/>
            <ac:spMk id="12" creationId="{7E2C29F5-EB48-3AE5-C602-1D96DF9AF269}"/>
          </ac:spMkLst>
        </pc:spChg>
        <pc:spChg chg="mod">
          <ac:chgData name="Okamura, Ryo" userId="18831572-7aab-4b12-89e3-a5e58af7a83e" providerId="ADAL" clId="{00786286-401E-4FD1-BD85-040950DC1534}" dt="2024-02-09T06:42:14.021" v="1027" actId="1076"/>
          <ac:spMkLst>
            <pc:docMk/>
            <pc:sldMk cId="1048032879" sldId="2147468657"/>
            <ac:spMk id="13" creationId="{69BF46B3-BD2C-626F-99BA-C7A327CA0796}"/>
          </ac:spMkLst>
        </pc:spChg>
      </pc:sldChg>
      <pc:sldChg chg="addSp delSp modSp add mod ord">
        <pc:chgData name="Okamura, Ryo" userId="18831572-7aab-4b12-89e3-a5e58af7a83e" providerId="ADAL" clId="{00786286-401E-4FD1-BD85-040950DC1534}" dt="2024-02-08T00:39:42.086" v="782" actId="20577"/>
        <pc:sldMkLst>
          <pc:docMk/>
          <pc:sldMk cId="654065149" sldId="2147468658"/>
        </pc:sldMkLst>
        <pc:spChg chg="del">
          <ac:chgData name="Okamura, Ryo" userId="18831572-7aab-4b12-89e3-a5e58af7a83e" providerId="ADAL" clId="{00786286-401E-4FD1-BD85-040950DC1534}" dt="2024-02-07T23:45:19.166" v="566" actId="478"/>
          <ac:spMkLst>
            <pc:docMk/>
            <pc:sldMk cId="654065149" sldId="2147468658"/>
            <ac:spMk id="2" creationId="{28980B1B-9E8F-0CB3-3DF8-C9F848F66DAD}"/>
          </ac:spMkLst>
        </pc:spChg>
        <pc:spChg chg="del">
          <ac:chgData name="Okamura, Ryo" userId="18831572-7aab-4b12-89e3-a5e58af7a83e" providerId="ADAL" clId="{00786286-401E-4FD1-BD85-040950DC1534}" dt="2024-02-07T23:45:19.166" v="566" actId="478"/>
          <ac:spMkLst>
            <pc:docMk/>
            <pc:sldMk cId="654065149" sldId="2147468658"/>
            <ac:spMk id="8" creationId="{03E32179-D6D5-E275-5B6B-DA8BA9F54866}"/>
          </ac:spMkLst>
        </pc:spChg>
        <pc:spChg chg="del">
          <ac:chgData name="Okamura, Ryo" userId="18831572-7aab-4b12-89e3-a5e58af7a83e" providerId="ADAL" clId="{00786286-401E-4FD1-BD85-040950DC1534}" dt="2024-02-07T23:45:19.166" v="566" actId="478"/>
          <ac:spMkLst>
            <pc:docMk/>
            <pc:sldMk cId="654065149" sldId="2147468658"/>
            <ac:spMk id="9" creationId="{B996407A-188C-45FE-5B1D-7227CE5D32D3}"/>
          </ac:spMkLst>
        </pc:spChg>
        <pc:spChg chg="del">
          <ac:chgData name="Okamura, Ryo" userId="18831572-7aab-4b12-89e3-a5e58af7a83e" providerId="ADAL" clId="{00786286-401E-4FD1-BD85-040950DC1534}" dt="2024-02-07T23:45:19.166" v="566" actId="478"/>
          <ac:spMkLst>
            <pc:docMk/>
            <pc:sldMk cId="654065149" sldId="2147468658"/>
            <ac:spMk id="10" creationId="{4647BB1E-F3C7-DF13-9E15-D9C5FE0435B4}"/>
          </ac:spMkLst>
        </pc:spChg>
        <pc:spChg chg="mod">
          <ac:chgData name="Okamura, Ryo" userId="18831572-7aab-4b12-89e3-a5e58af7a83e" providerId="ADAL" clId="{00786286-401E-4FD1-BD85-040950DC1534}" dt="2024-02-07T23:46:16.485" v="637" actId="6549"/>
          <ac:spMkLst>
            <pc:docMk/>
            <pc:sldMk cId="654065149" sldId="2147468658"/>
            <ac:spMk id="11" creationId="{7A7FE423-6651-4918-33F3-AC76D615E946}"/>
          </ac:spMkLst>
        </pc:spChg>
        <pc:spChg chg="del mod">
          <ac:chgData name="Okamura, Ryo" userId="18831572-7aab-4b12-89e3-a5e58af7a83e" providerId="ADAL" clId="{00786286-401E-4FD1-BD85-040950DC1534}" dt="2024-02-07T23:46:19.912" v="638" actId="478"/>
          <ac:spMkLst>
            <pc:docMk/>
            <pc:sldMk cId="654065149" sldId="2147468658"/>
            <ac:spMk id="12" creationId="{7E2C29F5-EB48-3AE5-C602-1D96DF9AF269}"/>
          </ac:spMkLst>
        </pc:spChg>
        <pc:spChg chg="mod">
          <ac:chgData name="Okamura, Ryo" userId="18831572-7aab-4b12-89e3-a5e58af7a83e" providerId="ADAL" clId="{00786286-401E-4FD1-BD85-040950DC1534}" dt="2024-02-08T00:39:42.086" v="782" actId="20577"/>
          <ac:spMkLst>
            <pc:docMk/>
            <pc:sldMk cId="654065149" sldId="2147468658"/>
            <ac:spMk id="13" creationId="{69BF46B3-BD2C-626F-99BA-C7A327CA0796}"/>
          </ac:spMkLst>
        </pc:spChg>
        <pc:spChg chg="del">
          <ac:chgData name="Okamura, Ryo" userId="18831572-7aab-4b12-89e3-a5e58af7a83e" providerId="ADAL" clId="{00786286-401E-4FD1-BD85-040950DC1534}" dt="2024-02-07T23:45:19.166" v="566" actId="478"/>
          <ac:spMkLst>
            <pc:docMk/>
            <pc:sldMk cId="654065149" sldId="2147468658"/>
            <ac:spMk id="15" creationId="{EE994CE2-3045-97F8-B3C6-903EDD3ED7E6}"/>
          </ac:spMkLst>
        </pc:spChg>
        <pc:spChg chg="del">
          <ac:chgData name="Okamura, Ryo" userId="18831572-7aab-4b12-89e3-a5e58af7a83e" providerId="ADAL" clId="{00786286-401E-4FD1-BD85-040950DC1534}" dt="2024-02-07T23:45:19.166" v="566" actId="478"/>
          <ac:spMkLst>
            <pc:docMk/>
            <pc:sldMk cId="654065149" sldId="2147468658"/>
            <ac:spMk id="16" creationId="{99C6E0AF-F6A3-0F1F-1417-6A2B77FBD971}"/>
          </ac:spMkLst>
        </pc:spChg>
        <pc:spChg chg="del">
          <ac:chgData name="Okamura, Ryo" userId="18831572-7aab-4b12-89e3-a5e58af7a83e" providerId="ADAL" clId="{00786286-401E-4FD1-BD85-040950DC1534}" dt="2024-02-07T23:45:19.166" v="566" actId="478"/>
          <ac:spMkLst>
            <pc:docMk/>
            <pc:sldMk cId="654065149" sldId="2147468658"/>
            <ac:spMk id="17" creationId="{4756CFC6-82FC-6289-E865-B8788C8D7546}"/>
          </ac:spMkLst>
        </pc:spChg>
        <pc:spChg chg="del">
          <ac:chgData name="Okamura, Ryo" userId="18831572-7aab-4b12-89e3-a5e58af7a83e" providerId="ADAL" clId="{00786286-401E-4FD1-BD85-040950DC1534}" dt="2024-02-07T23:45:19.166" v="566" actId="478"/>
          <ac:spMkLst>
            <pc:docMk/>
            <pc:sldMk cId="654065149" sldId="2147468658"/>
            <ac:spMk id="18" creationId="{2E89C616-08CC-8C67-A618-42DE0DE3C036}"/>
          </ac:spMkLst>
        </pc:spChg>
        <pc:spChg chg="del">
          <ac:chgData name="Okamura, Ryo" userId="18831572-7aab-4b12-89e3-a5e58af7a83e" providerId="ADAL" clId="{00786286-401E-4FD1-BD85-040950DC1534}" dt="2024-02-07T23:45:19.166" v="566" actId="478"/>
          <ac:spMkLst>
            <pc:docMk/>
            <pc:sldMk cId="654065149" sldId="2147468658"/>
            <ac:spMk id="19" creationId="{855A6689-D75E-018A-CF66-786B88300D2F}"/>
          </ac:spMkLst>
        </pc:spChg>
        <pc:spChg chg="del">
          <ac:chgData name="Okamura, Ryo" userId="18831572-7aab-4b12-89e3-a5e58af7a83e" providerId="ADAL" clId="{00786286-401E-4FD1-BD85-040950DC1534}" dt="2024-02-07T23:45:19.166" v="566" actId="478"/>
          <ac:spMkLst>
            <pc:docMk/>
            <pc:sldMk cId="654065149" sldId="2147468658"/>
            <ac:spMk id="20" creationId="{6FC7C405-61AB-D8E0-93BC-9402ABF6DBAB}"/>
          </ac:spMkLst>
        </pc:spChg>
        <pc:spChg chg="del">
          <ac:chgData name="Okamura, Ryo" userId="18831572-7aab-4b12-89e3-a5e58af7a83e" providerId="ADAL" clId="{00786286-401E-4FD1-BD85-040950DC1534}" dt="2024-02-07T23:45:19.166" v="566" actId="478"/>
          <ac:spMkLst>
            <pc:docMk/>
            <pc:sldMk cId="654065149" sldId="2147468658"/>
            <ac:spMk id="21" creationId="{6CC5DD1B-B853-F5C0-FF42-A4C974B51D45}"/>
          </ac:spMkLst>
        </pc:spChg>
        <pc:spChg chg="del">
          <ac:chgData name="Okamura, Ryo" userId="18831572-7aab-4b12-89e3-a5e58af7a83e" providerId="ADAL" clId="{00786286-401E-4FD1-BD85-040950DC1534}" dt="2024-02-07T23:45:19.166" v="566" actId="478"/>
          <ac:spMkLst>
            <pc:docMk/>
            <pc:sldMk cId="654065149" sldId="2147468658"/>
            <ac:spMk id="98" creationId="{2D642898-1278-6BB3-334F-5422BCFA3706}"/>
          </ac:spMkLst>
        </pc:spChg>
        <pc:spChg chg="del">
          <ac:chgData name="Okamura, Ryo" userId="18831572-7aab-4b12-89e3-a5e58af7a83e" providerId="ADAL" clId="{00786286-401E-4FD1-BD85-040950DC1534}" dt="2024-02-07T23:45:19.166" v="566" actId="478"/>
          <ac:spMkLst>
            <pc:docMk/>
            <pc:sldMk cId="654065149" sldId="2147468658"/>
            <ac:spMk id="101" creationId="{59C82BFB-F0E3-0723-E2AC-5032E2BD0BB5}"/>
          </ac:spMkLst>
        </pc:spChg>
        <pc:spChg chg="del">
          <ac:chgData name="Okamura, Ryo" userId="18831572-7aab-4b12-89e3-a5e58af7a83e" providerId="ADAL" clId="{00786286-401E-4FD1-BD85-040950DC1534}" dt="2024-02-07T23:45:19.166" v="566" actId="478"/>
          <ac:spMkLst>
            <pc:docMk/>
            <pc:sldMk cId="654065149" sldId="2147468658"/>
            <ac:spMk id="102" creationId="{DF15EAAF-5EF8-D07E-8C11-C856890F73EA}"/>
          </ac:spMkLst>
        </pc:spChg>
        <pc:spChg chg="del">
          <ac:chgData name="Okamura, Ryo" userId="18831572-7aab-4b12-89e3-a5e58af7a83e" providerId="ADAL" clId="{00786286-401E-4FD1-BD85-040950DC1534}" dt="2024-02-07T23:45:19.166" v="566" actId="478"/>
          <ac:spMkLst>
            <pc:docMk/>
            <pc:sldMk cId="654065149" sldId="2147468658"/>
            <ac:spMk id="103" creationId="{4009074D-91D1-5C0F-28D3-74C58BDC5BEC}"/>
          </ac:spMkLst>
        </pc:spChg>
        <pc:spChg chg="add mod">
          <ac:chgData name="Okamura, Ryo" userId="18831572-7aab-4b12-89e3-a5e58af7a83e" providerId="ADAL" clId="{00786286-401E-4FD1-BD85-040950DC1534}" dt="2024-02-07T23:46:37.008" v="663" actId="1035"/>
          <ac:spMkLst>
            <pc:docMk/>
            <pc:sldMk cId="654065149" sldId="2147468658"/>
            <ac:spMk id="135" creationId="{768D3875-4E3A-1597-559E-781FBA6B0AB8}"/>
          </ac:spMkLst>
        </pc:spChg>
        <pc:spChg chg="add del mod">
          <ac:chgData name="Okamura, Ryo" userId="18831572-7aab-4b12-89e3-a5e58af7a83e" providerId="ADAL" clId="{00786286-401E-4FD1-BD85-040950DC1534}" dt="2024-02-07T23:46:21.955" v="639" actId="478"/>
          <ac:spMkLst>
            <pc:docMk/>
            <pc:sldMk cId="654065149" sldId="2147468658"/>
            <ac:spMk id="137" creationId="{FF0F8103-AE25-FD6F-0142-DEB8363B75A7}"/>
          </ac:spMkLst>
        </pc:spChg>
        <pc:grpChg chg="del">
          <ac:chgData name="Okamura, Ryo" userId="18831572-7aab-4b12-89e3-a5e58af7a83e" providerId="ADAL" clId="{00786286-401E-4FD1-BD85-040950DC1534}" dt="2024-02-07T23:45:19.166" v="566" actId="478"/>
          <ac:grpSpMkLst>
            <pc:docMk/>
            <pc:sldMk cId="654065149" sldId="2147468658"/>
            <ac:grpSpMk id="22" creationId="{92DCCC59-8FF5-5ADE-FAEF-A08DE90B2030}"/>
          </ac:grpSpMkLst>
        </pc:grpChg>
        <pc:grpChg chg="del">
          <ac:chgData name="Okamura, Ryo" userId="18831572-7aab-4b12-89e3-a5e58af7a83e" providerId="ADAL" clId="{00786286-401E-4FD1-BD85-040950DC1534}" dt="2024-02-07T23:45:19.166" v="566" actId="478"/>
          <ac:grpSpMkLst>
            <pc:docMk/>
            <pc:sldMk cId="654065149" sldId="2147468658"/>
            <ac:grpSpMk id="40" creationId="{F3765E75-6C01-5DE7-DF58-B3CAA1584C15}"/>
          </ac:grpSpMkLst>
        </pc:grpChg>
        <pc:grpChg chg="del">
          <ac:chgData name="Okamura, Ryo" userId="18831572-7aab-4b12-89e3-a5e58af7a83e" providerId="ADAL" clId="{00786286-401E-4FD1-BD85-040950DC1534}" dt="2024-02-07T23:45:19.166" v="566" actId="478"/>
          <ac:grpSpMkLst>
            <pc:docMk/>
            <pc:sldMk cId="654065149" sldId="2147468658"/>
            <ac:grpSpMk id="53" creationId="{7C8ED706-9E22-5341-01E7-1B4683927BB4}"/>
          </ac:grpSpMkLst>
        </pc:grpChg>
        <pc:grpChg chg="del">
          <ac:chgData name="Okamura, Ryo" userId="18831572-7aab-4b12-89e3-a5e58af7a83e" providerId="ADAL" clId="{00786286-401E-4FD1-BD85-040950DC1534}" dt="2024-02-07T23:45:19.166" v="566" actId="478"/>
          <ac:grpSpMkLst>
            <pc:docMk/>
            <pc:sldMk cId="654065149" sldId="2147468658"/>
            <ac:grpSpMk id="75" creationId="{F64483E1-2E3D-51D3-9B51-18C561A0439F}"/>
          </ac:grpSpMkLst>
        </pc:grpChg>
        <pc:grpChg chg="del">
          <ac:chgData name="Okamura, Ryo" userId="18831572-7aab-4b12-89e3-a5e58af7a83e" providerId="ADAL" clId="{00786286-401E-4FD1-BD85-040950DC1534}" dt="2024-02-07T23:45:19.166" v="566" actId="478"/>
          <ac:grpSpMkLst>
            <pc:docMk/>
            <pc:sldMk cId="654065149" sldId="2147468658"/>
            <ac:grpSpMk id="88" creationId="{731C9CFB-F72B-FBB4-EFE0-FC8D0AFA62A8}"/>
          </ac:grpSpMkLst>
        </pc:grpChg>
        <pc:picChg chg="add mod">
          <ac:chgData name="Okamura, Ryo" userId="18831572-7aab-4b12-89e3-a5e58af7a83e" providerId="ADAL" clId="{00786286-401E-4FD1-BD85-040950DC1534}" dt="2024-02-07T23:46:37.008" v="663" actId="1035"/>
          <ac:picMkLst>
            <pc:docMk/>
            <pc:sldMk cId="654065149" sldId="2147468658"/>
            <ac:picMk id="14" creationId="{5E186391-5989-C5DE-3D32-C616DEF0D2E6}"/>
          </ac:picMkLst>
        </pc:picChg>
        <pc:picChg chg="add mod">
          <ac:chgData name="Okamura, Ryo" userId="18831572-7aab-4b12-89e3-a5e58af7a83e" providerId="ADAL" clId="{00786286-401E-4FD1-BD85-040950DC1534}" dt="2024-02-07T23:46:37.008" v="663" actId="1035"/>
          <ac:picMkLst>
            <pc:docMk/>
            <pc:sldMk cId="654065149" sldId="2147468658"/>
            <ac:picMk id="104" creationId="{BDF06018-4F26-D5CE-AFE4-37A32B3D1F29}"/>
          </ac:picMkLst>
        </pc:picChg>
        <pc:picChg chg="add mod">
          <ac:chgData name="Okamura, Ryo" userId="18831572-7aab-4b12-89e3-a5e58af7a83e" providerId="ADAL" clId="{00786286-401E-4FD1-BD85-040950DC1534}" dt="2024-02-07T23:46:37.008" v="663" actId="1035"/>
          <ac:picMkLst>
            <pc:docMk/>
            <pc:sldMk cId="654065149" sldId="2147468658"/>
            <ac:picMk id="105" creationId="{39C4ADDF-D204-4229-02B7-C522A82D3517}"/>
          </ac:picMkLst>
        </pc:picChg>
        <pc:picChg chg="add mod">
          <ac:chgData name="Okamura, Ryo" userId="18831572-7aab-4b12-89e3-a5e58af7a83e" providerId="ADAL" clId="{00786286-401E-4FD1-BD85-040950DC1534}" dt="2024-02-07T23:46:37.008" v="663" actId="1035"/>
          <ac:picMkLst>
            <pc:docMk/>
            <pc:sldMk cId="654065149" sldId="2147468658"/>
            <ac:picMk id="106" creationId="{6FA779F0-E7A8-3175-5A25-394C3F4EF52E}"/>
          </ac:picMkLst>
        </pc:picChg>
        <pc:picChg chg="add mod">
          <ac:chgData name="Okamura, Ryo" userId="18831572-7aab-4b12-89e3-a5e58af7a83e" providerId="ADAL" clId="{00786286-401E-4FD1-BD85-040950DC1534}" dt="2024-02-07T23:46:37.008" v="663" actId="1035"/>
          <ac:picMkLst>
            <pc:docMk/>
            <pc:sldMk cId="654065149" sldId="2147468658"/>
            <ac:picMk id="107" creationId="{64B421CC-99F8-6674-6861-D88FCA527127}"/>
          </ac:picMkLst>
        </pc:picChg>
        <pc:picChg chg="add mod">
          <ac:chgData name="Okamura, Ryo" userId="18831572-7aab-4b12-89e3-a5e58af7a83e" providerId="ADAL" clId="{00786286-401E-4FD1-BD85-040950DC1534}" dt="2024-02-07T23:46:37.008" v="663" actId="1035"/>
          <ac:picMkLst>
            <pc:docMk/>
            <pc:sldMk cId="654065149" sldId="2147468658"/>
            <ac:picMk id="108" creationId="{FFD129DA-FB61-7150-4321-D7A49C938101}"/>
          </ac:picMkLst>
        </pc:picChg>
        <pc:picChg chg="add mod">
          <ac:chgData name="Okamura, Ryo" userId="18831572-7aab-4b12-89e3-a5e58af7a83e" providerId="ADAL" clId="{00786286-401E-4FD1-BD85-040950DC1534}" dt="2024-02-07T23:46:37.008" v="663" actId="1035"/>
          <ac:picMkLst>
            <pc:docMk/>
            <pc:sldMk cId="654065149" sldId="2147468658"/>
            <ac:picMk id="109" creationId="{FE4DCDFF-0EA5-A5BF-C006-F5F3135BCF3E}"/>
          </ac:picMkLst>
        </pc:picChg>
        <pc:picChg chg="add mod">
          <ac:chgData name="Okamura, Ryo" userId="18831572-7aab-4b12-89e3-a5e58af7a83e" providerId="ADAL" clId="{00786286-401E-4FD1-BD85-040950DC1534}" dt="2024-02-07T23:46:37.008" v="663" actId="1035"/>
          <ac:picMkLst>
            <pc:docMk/>
            <pc:sldMk cId="654065149" sldId="2147468658"/>
            <ac:picMk id="110" creationId="{DEFDC8A1-478A-D40E-3A6B-E498C363B533}"/>
          </ac:picMkLst>
        </pc:picChg>
        <pc:picChg chg="add mod">
          <ac:chgData name="Okamura, Ryo" userId="18831572-7aab-4b12-89e3-a5e58af7a83e" providerId="ADAL" clId="{00786286-401E-4FD1-BD85-040950DC1534}" dt="2024-02-07T23:46:37.008" v="663" actId="1035"/>
          <ac:picMkLst>
            <pc:docMk/>
            <pc:sldMk cId="654065149" sldId="2147468658"/>
            <ac:picMk id="111" creationId="{34D57C2B-7403-4590-32E1-6A41D5ACB302}"/>
          </ac:picMkLst>
        </pc:picChg>
        <pc:picChg chg="add mod">
          <ac:chgData name="Okamura, Ryo" userId="18831572-7aab-4b12-89e3-a5e58af7a83e" providerId="ADAL" clId="{00786286-401E-4FD1-BD85-040950DC1534}" dt="2024-02-07T23:46:37.008" v="663" actId="1035"/>
          <ac:picMkLst>
            <pc:docMk/>
            <pc:sldMk cId="654065149" sldId="2147468658"/>
            <ac:picMk id="112" creationId="{689C643A-3602-2407-8C24-39671B7F0B13}"/>
          </ac:picMkLst>
        </pc:picChg>
        <pc:picChg chg="add mod">
          <ac:chgData name="Okamura, Ryo" userId="18831572-7aab-4b12-89e3-a5e58af7a83e" providerId="ADAL" clId="{00786286-401E-4FD1-BD85-040950DC1534}" dt="2024-02-07T23:46:37.008" v="663" actId="1035"/>
          <ac:picMkLst>
            <pc:docMk/>
            <pc:sldMk cId="654065149" sldId="2147468658"/>
            <ac:picMk id="113" creationId="{095EBF5F-281A-635B-92D6-1D2EBAAF8D52}"/>
          </ac:picMkLst>
        </pc:picChg>
        <pc:picChg chg="add mod">
          <ac:chgData name="Okamura, Ryo" userId="18831572-7aab-4b12-89e3-a5e58af7a83e" providerId="ADAL" clId="{00786286-401E-4FD1-BD85-040950DC1534}" dt="2024-02-07T23:46:37.008" v="663" actId="1035"/>
          <ac:picMkLst>
            <pc:docMk/>
            <pc:sldMk cId="654065149" sldId="2147468658"/>
            <ac:picMk id="114" creationId="{32E06D9F-33E2-E8F8-98F6-4F1345F6B025}"/>
          </ac:picMkLst>
        </pc:picChg>
        <pc:picChg chg="add mod">
          <ac:chgData name="Okamura, Ryo" userId="18831572-7aab-4b12-89e3-a5e58af7a83e" providerId="ADAL" clId="{00786286-401E-4FD1-BD85-040950DC1534}" dt="2024-02-07T23:46:37.008" v="663" actId="1035"/>
          <ac:picMkLst>
            <pc:docMk/>
            <pc:sldMk cId="654065149" sldId="2147468658"/>
            <ac:picMk id="115" creationId="{5DF776DF-5368-065D-2DF2-FABD35C6C20A}"/>
          </ac:picMkLst>
        </pc:picChg>
        <pc:picChg chg="add mod">
          <ac:chgData name="Okamura, Ryo" userId="18831572-7aab-4b12-89e3-a5e58af7a83e" providerId="ADAL" clId="{00786286-401E-4FD1-BD85-040950DC1534}" dt="2024-02-07T23:46:37.008" v="663" actId="1035"/>
          <ac:picMkLst>
            <pc:docMk/>
            <pc:sldMk cId="654065149" sldId="2147468658"/>
            <ac:picMk id="116" creationId="{268B1D02-AFE8-6EB1-7598-ED77A12D932E}"/>
          </ac:picMkLst>
        </pc:picChg>
        <pc:picChg chg="add mod">
          <ac:chgData name="Okamura, Ryo" userId="18831572-7aab-4b12-89e3-a5e58af7a83e" providerId="ADAL" clId="{00786286-401E-4FD1-BD85-040950DC1534}" dt="2024-02-07T23:46:37.008" v="663" actId="1035"/>
          <ac:picMkLst>
            <pc:docMk/>
            <pc:sldMk cId="654065149" sldId="2147468658"/>
            <ac:picMk id="117" creationId="{43E21116-0313-FABE-3820-1A03350EB35C}"/>
          </ac:picMkLst>
        </pc:picChg>
        <pc:picChg chg="add mod">
          <ac:chgData name="Okamura, Ryo" userId="18831572-7aab-4b12-89e3-a5e58af7a83e" providerId="ADAL" clId="{00786286-401E-4FD1-BD85-040950DC1534}" dt="2024-02-07T23:46:37.008" v="663" actId="1035"/>
          <ac:picMkLst>
            <pc:docMk/>
            <pc:sldMk cId="654065149" sldId="2147468658"/>
            <ac:picMk id="118" creationId="{28BFEB12-5ACA-594B-B0CE-95C835EB85AD}"/>
          </ac:picMkLst>
        </pc:picChg>
        <pc:picChg chg="add mod">
          <ac:chgData name="Okamura, Ryo" userId="18831572-7aab-4b12-89e3-a5e58af7a83e" providerId="ADAL" clId="{00786286-401E-4FD1-BD85-040950DC1534}" dt="2024-02-07T23:46:37.008" v="663" actId="1035"/>
          <ac:picMkLst>
            <pc:docMk/>
            <pc:sldMk cId="654065149" sldId="2147468658"/>
            <ac:picMk id="119" creationId="{33B189EC-F0E6-94CC-95D4-E89A141EA2A2}"/>
          </ac:picMkLst>
        </pc:picChg>
        <pc:picChg chg="add mod">
          <ac:chgData name="Okamura, Ryo" userId="18831572-7aab-4b12-89e3-a5e58af7a83e" providerId="ADAL" clId="{00786286-401E-4FD1-BD85-040950DC1534}" dt="2024-02-07T23:46:37.008" v="663" actId="1035"/>
          <ac:picMkLst>
            <pc:docMk/>
            <pc:sldMk cId="654065149" sldId="2147468658"/>
            <ac:picMk id="120" creationId="{B12E4811-72EF-6521-E25F-DEA6C25E5BE1}"/>
          </ac:picMkLst>
        </pc:picChg>
        <pc:picChg chg="add mod">
          <ac:chgData name="Okamura, Ryo" userId="18831572-7aab-4b12-89e3-a5e58af7a83e" providerId="ADAL" clId="{00786286-401E-4FD1-BD85-040950DC1534}" dt="2024-02-07T23:46:37.008" v="663" actId="1035"/>
          <ac:picMkLst>
            <pc:docMk/>
            <pc:sldMk cId="654065149" sldId="2147468658"/>
            <ac:picMk id="121" creationId="{936F6B38-24D9-C5ED-BDBB-8F9E4774C9D9}"/>
          </ac:picMkLst>
        </pc:picChg>
        <pc:picChg chg="add mod">
          <ac:chgData name="Okamura, Ryo" userId="18831572-7aab-4b12-89e3-a5e58af7a83e" providerId="ADAL" clId="{00786286-401E-4FD1-BD85-040950DC1534}" dt="2024-02-07T23:46:37.008" v="663" actId="1035"/>
          <ac:picMkLst>
            <pc:docMk/>
            <pc:sldMk cId="654065149" sldId="2147468658"/>
            <ac:picMk id="122" creationId="{1731B83A-B25A-32C8-D1FD-1EFC5A09629D}"/>
          </ac:picMkLst>
        </pc:picChg>
        <pc:picChg chg="add mod">
          <ac:chgData name="Okamura, Ryo" userId="18831572-7aab-4b12-89e3-a5e58af7a83e" providerId="ADAL" clId="{00786286-401E-4FD1-BD85-040950DC1534}" dt="2024-02-07T23:46:37.008" v="663" actId="1035"/>
          <ac:picMkLst>
            <pc:docMk/>
            <pc:sldMk cId="654065149" sldId="2147468658"/>
            <ac:picMk id="123" creationId="{E5832CD3-C7C5-5442-F7B3-5C25330F581B}"/>
          </ac:picMkLst>
        </pc:picChg>
        <pc:picChg chg="add mod">
          <ac:chgData name="Okamura, Ryo" userId="18831572-7aab-4b12-89e3-a5e58af7a83e" providerId="ADAL" clId="{00786286-401E-4FD1-BD85-040950DC1534}" dt="2024-02-07T23:46:37.008" v="663" actId="1035"/>
          <ac:picMkLst>
            <pc:docMk/>
            <pc:sldMk cId="654065149" sldId="2147468658"/>
            <ac:picMk id="124" creationId="{083C5FA3-F00E-0316-F4A1-F2C55757862A}"/>
          </ac:picMkLst>
        </pc:picChg>
        <pc:picChg chg="add mod">
          <ac:chgData name="Okamura, Ryo" userId="18831572-7aab-4b12-89e3-a5e58af7a83e" providerId="ADAL" clId="{00786286-401E-4FD1-BD85-040950DC1534}" dt="2024-02-07T23:46:37.008" v="663" actId="1035"/>
          <ac:picMkLst>
            <pc:docMk/>
            <pc:sldMk cId="654065149" sldId="2147468658"/>
            <ac:picMk id="125" creationId="{D8146C3F-A7EA-255B-7F23-7AB56AE0ECE1}"/>
          </ac:picMkLst>
        </pc:picChg>
        <pc:picChg chg="add mod">
          <ac:chgData name="Okamura, Ryo" userId="18831572-7aab-4b12-89e3-a5e58af7a83e" providerId="ADAL" clId="{00786286-401E-4FD1-BD85-040950DC1534}" dt="2024-02-07T23:46:37.008" v="663" actId="1035"/>
          <ac:picMkLst>
            <pc:docMk/>
            <pc:sldMk cId="654065149" sldId="2147468658"/>
            <ac:picMk id="126" creationId="{2B780D0A-8BE2-9EC1-2F0F-755A61176DFE}"/>
          </ac:picMkLst>
        </pc:picChg>
        <pc:picChg chg="add mod">
          <ac:chgData name="Okamura, Ryo" userId="18831572-7aab-4b12-89e3-a5e58af7a83e" providerId="ADAL" clId="{00786286-401E-4FD1-BD85-040950DC1534}" dt="2024-02-07T23:46:37.008" v="663" actId="1035"/>
          <ac:picMkLst>
            <pc:docMk/>
            <pc:sldMk cId="654065149" sldId="2147468658"/>
            <ac:picMk id="127" creationId="{2C1437C9-B1BA-D30D-F3EE-B48468C5840E}"/>
          </ac:picMkLst>
        </pc:picChg>
        <pc:picChg chg="add mod">
          <ac:chgData name="Okamura, Ryo" userId="18831572-7aab-4b12-89e3-a5e58af7a83e" providerId="ADAL" clId="{00786286-401E-4FD1-BD85-040950DC1534}" dt="2024-02-07T23:46:37.008" v="663" actId="1035"/>
          <ac:picMkLst>
            <pc:docMk/>
            <pc:sldMk cId="654065149" sldId="2147468658"/>
            <ac:picMk id="128" creationId="{A63BEF6D-3A01-323D-CADB-1FB6759D505C}"/>
          </ac:picMkLst>
        </pc:picChg>
        <pc:picChg chg="add mod">
          <ac:chgData name="Okamura, Ryo" userId="18831572-7aab-4b12-89e3-a5e58af7a83e" providerId="ADAL" clId="{00786286-401E-4FD1-BD85-040950DC1534}" dt="2024-02-07T23:46:37.008" v="663" actId="1035"/>
          <ac:picMkLst>
            <pc:docMk/>
            <pc:sldMk cId="654065149" sldId="2147468658"/>
            <ac:picMk id="129" creationId="{90733D8F-3EA8-F014-17A8-52FE5505C8B7}"/>
          </ac:picMkLst>
        </pc:picChg>
        <pc:picChg chg="add mod">
          <ac:chgData name="Okamura, Ryo" userId="18831572-7aab-4b12-89e3-a5e58af7a83e" providerId="ADAL" clId="{00786286-401E-4FD1-BD85-040950DC1534}" dt="2024-02-07T23:46:37.008" v="663" actId="1035"/>
          <ac:picMkLst>
            <pc:docMk/>
            <pc:sldMk cId="654065149" sldId="2147468658"/>
            <ac:picMk id="130" creationId="{0F2AB1D1-897E-878C-96C0-6EFAB2580BFD}"/>
          </ac:picMkLst>
        </pc:picChg>
        <pc:picChg chg="add mod">
          <ac:chgData name="Okamura, Ryo" userId="18831572-7aab-4b12-89e3-a5e58af7a83e" providerId="ADAL" clId="{00786286-401E-4FD1-BD85-040950DC1534}" dt="2024-02-07T23:46:37.008" v="663" actId="1035"/>
          <ac:picMkLst>
            <pc:docMk/>
            <pc:sldMk cId="654065149" sldId="2147468658"/>
            <ac:picMk id="131" creationId="{19D76E7D-EE79-8A3F-C0A4-A94A10EFDE07}"/>
          </ac:picMkLst>
        </pc:picChg>
        <pc:picChg chg="add mod">
          <ac:chgData name="Okamura, Ryo" userId="18831572-7aab-4b12-89e3-a5e58af7a83e" providerId="ADAL" clId="{00786286-401E-4FD1-BD85-040950DC1534}" dt="2024-02-07T23:46:37.008" v="663" actId="1035"/>
          <ac:picMkLst>
            <pc:docMk/>
            <pc:sldMk cId="654065149" sldId="2147468658"/>
            <ac:picMk id="132" creationId="{D62A75E7-51BF-DDB6-778D-E0ACC168B5CA}"/>
          </ac:picMkLst>
        </pc:picChg>
        <pc:picChg chg="add mod">
          <ac:chgData name="Okamura, Ryo" userId="18831572-7aab-4b12-89e3-a5e58af7a83e" providerId="ADAL" clId="{00786286-401E-4FD1-BD85-040950DC1534}" dt="2024-02-07T23:46:37.008" v="663" actId="1035"/>
          <ac:picMkLst>
            <pc:docMk/>
            <pc:sldMk cId="654065149" sldId="2147468658"/>
            <ac:picMk id="133" creationId="{C60BDD35-4FB3-1530-1734-BAE394BD4196}"/>
          </ac:picMkLst>
        </pc:picChg>
        <pc:picChg chg="add mod">
          <ac:chgData name="Okamura, Ryo" userId="18831572-7aab-4b12-89e3-a5e58af7a83e" providerId="ADAL" clId="{00786286-401E-4FD1-BD85-040950DC1534}" dt="2024-02-07T23:46:37.008" v="663" actId="1035"/>
          <ac:picMkLst>
            <pc:docMk/>
            <pc:sldMk cId="654065149" sldId="2147468658"/>
            <ac:picMk id="134" creationId="{60018FAD-112C-EBCF-D237-5EB2E395F5B6}"/>
          </ac:picMkLst>
        </pc:picChg>
        <pc:cxnChg chg="del">
          <ac:chgData name="Okamura, Ryo" userId="18831572-7aab-4b12-89e3-a5e58af7a83e" providerId="ADAL" clId="{00786286-401E-4FD1-BD85-040950DC1534}" dt="2024-02-07T23:45:19.166" v="566" actId="478"/>
          <ac:cxnSpMkLst>
            <pc:docMk/>
            <pc:sldMk cId="654065149" sldId="2147468658"/>
            <ac:cxnSpMk id="3" creationId="{2D33F55E-21D3-D397-6520-32859440EDB3}"/>
          </ac:cxnSpMkLst>
        </pc:cxnChg>
        <pc:cxnChg chg="del">
          <ac:chgData name="Okamura, Ryo" userId="18831572-7aab-4b12-89e3-a5e58af7a83e" providerId="ADAL" clId="{00786286-401E-4FD1-BD85-040950DC1534}" dt="2024-02-07T23:45:19.166" v="566" actId="478"/>
          <ac:cxnSpMkLst>
            <pc:docMk/>
            <pc:sldMk cId="654065149" sldId="2147468658"/>
            <ac:cxnSpMk id="4" creationId="{A04A54C4-E9A6-C388-07BB-2A7A9D885666}"/>
          </ac:cxnSpMkLst>
        </pc:cxnChg>
        <pc:cxnChg chg="del">
          <ac:chgData name="Okamura, Ryo" userId="18831572-7aab-4b12-89e3-a5e58af7a83e" providerId="ADAL" clId="{00786286-401E-4FD1-BD85-040950DC1534}" dt="2024-02-07T23:45:19.166" v="566" actId="478"/>
          <ac:cxnSpMkLst>
            <pc:docMk/>
            <pc:sldMk cId="654065149" sldId="2147468658"/>
            <ac:cxnSpMk id="7" creationId="{EF87294F-5BF7-ECE6-A542-5A76ECED84B0}"/>
          </ac:cxnSpMkLst>
        </pc:cxnChg>
        <pc:cxnChg chg="del">
          <ac:chgData name="Okamura, Ryo" userId="18831572-7aab-4b12-89e3-a5e58af7a83e" providerId="ADAL" clId="{00786286-401E-4FD1-BD85-040950DC1534}" dt="2024-02-07T23:45:19.166" v="566" actId="478"/>
          <ac:cxnSpMkLst>
            <pc:docMk/>
            <pc:sldMk cId="654065149" sldId="2147468658"/>
            <ac:cxnSpMk id="99" creationId="{B29C70D0-E7BA-5EBA-74E7-4CCD0E361564}"/>
          </ac:cxnSpMkLst>
        </pc:cxnChg>
        <pc:cxnChg chg="del">
          <ac:chgData name="Okamura, Ryo" userId="18831572-7aab-4b12-89e3-a5e58af7a83e" providerId="ADAL" clId="{00786286-401E-4FD1-BD85-040950DC1534}" dt="2024-02-07T23:45:19.166" v="566" actId="478"/>
          <ac:cxnSpMkLst>
            <pc:docMk/>
            <pc:sldMk cId="654065149" sldId="2147468658"/>
            <ac:cxnSpMk id="100" creationId="{06F2D8AB-37A9-CE45-B56D-3DED6D4C3025}"/>
          </ac:cxnSpMkLst>
        </pc:cxnChg>
      </pc:sldChg>
      <pc:sldChg chg="addSp delSp modSp add mod">
        <pc:chgData name="Okamura, Ryo" userId="18831572-7aab-4b12-89e3-a5e58af7a83e" providerId="ADAL" clId="{00786286-401E-4FD1-BD85-040950DC1534}" dt="2024-02-09T06:35:33.015" v="953" actId="6549"/>
        <pc:sldMkLst>
          <pc:docMk/>
          <pc:sldMk cId="4160675354" sldId="2147468659"/>
        </pc:sldMkLst>
        <pc:spChg chg="del">
          <ac:chgData name="Okamura, Ryo" userId="18831572-7aab-4b12-89e3-a5e58af7a83e" providerId="ADAL" clId="{00786286-401E-4FD1-BD85-040950DC1534}" dt="2024-02-07T23:47:00.953" v="665" actId="478"/>
          <ac:spMkLst>
            <pc:docMk/>
            <pc:sldMk cId="4160675354" sldId="2147468659"/>
            <ac:spMk id="2" creationId="{28980B1B-9E8F-0CB3-3DF8-C9F848F66DAD}"/>
          </ac:spMkLst>
        </pc:spChg>
        <pc:spChg chg="del">
          <ac:chgData name="Okamura, Ryo" userId="18831572-7aab-4b12-89e3-a5e58af7a83e" providerId="ADAL" clId="{00786286-401E-4FD1-BD85-040950DC1534}" dt="2024-02-07T23:47:00.953" v="665" actId="478"/>
          <ac:spMkLst>
            <pc:docMk/>
            <pc:sldMk cId="4160675354" sldId="2147468659"/>
            <ac:spMk id="8" creationId="{03E32179-D6D5-E275-5B6B-DA8BA9F54866}"/>
          </ac:spMkLst>
        </pc:spChg>
        <pc:spChg chg="del">
          <ac:chgData name="Okamura, Ryo" userId="18831572-7aab-4b12-89e3-a5e58af7a83e" providerId="ADAL" clId="{00786286-401E-4FD1-BD85-040950DC1534}" dt="2024-02-07T23:47:00.953" v="665" actId="478"/>
          <ac:spMkLst>
            <pc:docMk/>
            <pc:sldMk cId="4160675354" sldId="2147468659"/>
            <ac:spMk id="9" creationId="{B996407A-188C-45FE-5B1D-7227CE5D32D3}"/>
          </ac:spMkLst>
        </pc:spChg>
        <pc:spChg chg="del">
          <ac:chgData name="Okamura, Ryo" userId="18831572-7aab-4b12-89e3-a5e58af7a83e" providerId="ADAL" clId="{00786286-401E-4FD1-BD85-040950DC1534}" dt="2024-02-07T23:47:00.953" v="665" actId="478"/>
          <ac:spMkLst>
            <pc:docMk/>
            <pc:sldMk cId="4160675354" sldId="2147468659"/>
            <ac:spMk id="10" creationId="{4647BB1E-F3C7-DF13-9E15-D9C5FE0435B4}"/>
          </ac:spMkLst>
        </pc:spChg>
        <pc:spChg chg="mod">
          <ac:chgData name="Okamura, Ryo" userId="18831572-7aab-4b12-89e3-a5e58af7a83e" providerId="ADAL" clId="{00786286-401E-4FD1-BD85-040950DC1534}" dt="2024-02-07T23:47:32.092" v="671"/>
          <ac:spMkLst>
            <pc:docMk/>
            <pc:sldMk cId="4160675354" sldId="2147468659"/>
            <ac:spMk id="11" creationId="{7A7FE423-6651-4918-33F3-AC76D615E946}"/>
          </ac:spMkLst>
        </pc:spChg>
        <pc:spChg chg="mod">
          <ac:chgData name="Okamura, Ryo" userId="18831572-7aab-4b12-89e3-a5e58af7a83e" providerId="ADAL" clId="{00786286-401E-4FD1-BD85-040950DC1534}" dt="2024-02-09T06:35:33.015" v="953" actId="6549"/>
          <ac:spMkLst>
            <pc:docMk/>
            <pc:sldMk cId="4160675354" sldId="2147468659"/>
            <ac:spMk id="12" creationId="{7E2C29F5-EB48-3AE5-C602-1D96DF9AF269}"/>
          </ac:spMkLst>
        </pc:spChg>
        <pc:spChg chg="del">
          <ac:chgData name="Okamura, Ryo" userId="18831572-7aab-4b12-89e3-a5e58af7a83e" providerId="ADAL" clId="{00786286-401E-4FD1-BD85-040950DC1534}" dt="2024-02-07T23:47:00.953" v="665" actId="478"/>
          <ac:spMkLst>
            <pc:docMk/>
            <pc:sldMk cId="4160675354" sldId="2147468659"/>
            <ac:spMk id="15" creationId="{EE994CE2-3045-97F8-B3C6-903EDD3ED7E6}"/>
          </ac:spMkLst>
        </pc:spChg>
        <pc:spChg chg="del">
          <ac:chgData name="Okamura, Ryo" userId="18831572-7aab-4b12-89e3-a5e58af7a83e" providerId="ADAL" clId="{00786286-401E-4FD1-BD85-040950DC1534}" dt="2024-02-07T23:47:00.953" v="665" actId="478"/>
          <ac:spMkLst>
            <pc:docMk/>
            <pc:sldMk cId="4160675354" sldId="2147468659"/>
            <ac:spMk id="16" creationId="{99C6E0AF-F6A3-0F1F-1417-6A2B77FBD971}"/>
          </ac:spMkLst>
        </pc:spChg>
        <pc:spChg chg="del">
          <ac:chgData name="Okamura, Ryo" userId="18831572-7aab-4b12-89e3-a5e58af7a83e" providerId="ADAL" clId="{00786286-401E-4FD1-BD85-040950DC1534}" dt="2024-02-07T23:47:00.953" v="665" actId="478"/>
          <ac:spMkLst>
            <pc:docMk/>
            <pc:sldMk cId="4160675354" sldId="2147468659"/>
            <ac:spMk id="17" creationId="{4756CFC6-82FC-6289-E865-B8788C8D7546}"/>
          </ac:spMkLst>
        </pc:spChg>
        <pc:spChg chg="del">
          <ac:chgData name="Okamura, Ryo" userId="18831572-7aab-4b12-89e3-a5e58af7a83e" providerId="ADAL" clId="{00786286-401E-4FD1-BD85-040950DC1534}" dt="2024-02-07T23:47:00.953" v="665" actId="478"/>
          <ac:spMkLst>
            <pc:docMk/>
            <pc:sldMk cId="4160675354" sldId="2147468659"/>
            <ac:spMk id="18" creationId="{2E89C616-08CC-8C67-A618-42DE0DE3C036}"/>
          </ac:spMkLst>
        </pc:spChg>
        <pc:spChg chg="del">
          <ac:chgData name="Okamura, Ryo" userId="18831572-7aab-4b12-89e3-a5e58af7a83e" providerId="ADAL" clId="{00786286-401E-4FD1-BD85-040950DC1534}" dt="2024-02-07T23:47:00.953" v="665" actId="478"/>
          <ac:spMkLst>
            <pc:docMk/>
            <pc:sldMk cId="4160675354" sldId="2147468659"/>
            <ac:spMk id="19" creationId="{855A6689-D75E-018A-CF66-786B88300D2F}"/>
          </ac:spMkLst>
        </pc:spChg>
        <pc:spChg chg="del">
          <ac:chgData name="Okamura, Ryo" userId="18831572-7aab-4b12-89e3-a5e58af7a83e" providerId="ADAL" clId="{00786286-401E-4FD1-BD85-040950DC1534}" dt="2024-02-07T23:47:00.953" v="665" actId="478"/>
          <ac:spMkLst>
            <pc:docMk/>
            <pc:sldMk cId="4160675354" sldId="2147468659"/>
            <ac:spMk id="20" creationId="{6FC7C405-61AB-D8E0-93BC-9402ABF6DBAB}"/>
          </ac:spMkLst>
        </pc:spChg>
        <pc:spChg chg="del">
          <ac:chgData name="Okamura, Ryo" userId="18831572-7aab-4b12-89e3-a5e58af7a83e" providerId="ADAL" clId="{00786286-401E-4FD1-BD85-040950DC1534}" dt="2024-02-07T23:47:00.953" v="665" actId="478"/>
          <ac:spMkLst>
            <pc:docMk/>
            <pc:sldMk cId="4160675354" sldId="2147468659"/>
            <ac:spMk id="21" creationId="{6CC5DD1B-B853-F5C0-FF42-A4C974B51D45}"/>
          </ac:spMkLst>
        </pc:spChg>
        <pc:spChg chg="del">
          <ac:chgData name="Okamura, Ryo" userId="18831572-7aab-4b12-89e3-a5e58af7a83e" providerId="ADAL" clId="{00786286-401E-4FD1-BD85-040950DC1534}" dt="2024-02-07T23:47:00.953" v="665" actId="478"/>
          <ac:spMkLst>
            <pc:docMk/>
            <pc:sldMk cId="4160675354" sldId="2147468659"/>
            <ac:spMk id="98" creationId="{2D642898-1278-6BB3-334F-5422BCFA3706}"/>
          </ac:spMkLst>
        </pc:spChg>
        <pc:spChg chg="del">
          <ac:chgData name="Okamura, Ryo" userId="18831572-7aab-4b12-89e3-a5e58af7a83e" providerId="ADAL" clId="{00786286-401E-4FD1-BD85-040950DC1534}" dt="2024-02-07T23:47:00.953" v="665" actId="478"/>
          <ac:spMkLst>
            <pc:docMk/>
            <pc:sldMk cId="4160675354" sldId="2147468659"/>
            <ac:spMk id="101" creationId="{59C82BFB-F0E3-0723-E2AC-5032E2BD0BB5}"/>
          </ac:spMkLst>
        </pc:spChg>
        <pc:spChg chg="del">
          <ac:chgData name="Okamura, Ryo" userId="18831572-7aab-4b12-89e3-a5e58af7a83e" providerId="ADAL" clId="{00786286-401E-4FD1-BD85-040950DC1534}" dt="2024-02-07T23:47:00.953" v="665" actId="478"/>
          <ac:spMkLst>
            <pc:docMk/>
            <pc:sldMk cId="4160675354" sldId="2147468659"/>
            <ac:spMk id="102" creationId="{DF15EAAF-5EF8-D07E-8C11-C856890F73EA}"/>
          </ac:spMkLst>
        </pc:spChg>
        <pc:spChg chg="del">
          <ac:chgData name="Okamura, Ryo" userId="18831572-7aab-4b12-89e3-a5e58af7a83e" providerId="ADAL" clId="{00786286-401E-4FD1-BD85-040950DC1534}" dt="2024-02-07T23:47:00.953" v="665" actId="478"/>
          <ac:spMkLst>
            <pc:docMk/>
            <pc:sldMk cId="4160675354" sldId="2147468659"/>
            <ac:spMk id="103" creationId="{4009074D-91D1-5C0F-28D3-74C58BDC5BEC}"/>
          </ac:spMkLst>
        </pc:spChg>
        <pc:spChg chg="mod topLvl">
          <ac:chgData name="Okamura, Ryo" userId="18831572-7aab-4b12-89e3-a5e58af7a83e" providerId="ADAL" clId="{00786286-401E-4FD1-BD85-040950DC1534}" dt="2024-02-07T23:48:05.148" v="672" actId="165"/>
          <ac:spMkLst>
            <pc:docMk/>
            <pc:sldMk cId="4160675354" sldId="2147468659"/>
            <ac:spMk id="104" creationId="{1E0D0219-7EEA-A6DA-A818-C9815DC6C4D7}"/>
          </ac:spMkLst>
        </pc:spChg>
        <pc:spChg chg="mod topLvl">
          <ac:chgData name="Okamura, Ryo" userId="18831572-7aab-4b12-89e3-a5e58af7a83e" providerId="ADAL" clId="{00786286-401E-4FD1-BD85-040950DC1534}" dt="2024-02-07T23:48:05.148" v="672" actId="165"/>
          <ac:spMkLst>
            <pc:docMk/>
            <pc:sldMk cId="4160675354" sldId="2147468659"/>
            <ac:spMk id="105" creationId="{6F45D110-CF22-8986-8D9C-DC9552A3086A}"/>
          </ac:spMkLst>
        </pc:spChg>
        <pc:spChg chg="mod topLvl">
          <ac:chgData name="Okamura, Ryo" userId="18831572-7aab-4b12-89e3-a5e58af7a83e" providerId="ADAL" clId="{00786286-401E-4FD1-BD85-040950DC1534}" dt="2024-02-07T23:48:05.148" v="672" actId="165"/>
          <ac:spMkLst>
            <pc:docMk/>
            <pc:sldMk cId="4160675354" sldId="2147468659"/>
            <ac:spMk id="106" creationId="{65DDA598-6C44-2F14-0986-6760B5491D0D}"/>
          </ac:spMkLst>
        </pc:spChg>
        <pc:spChg chg="mod topLvl">
          <ac:chgData name="Okamura, Ryo" userId="18831572-7aab-4b12-89e3-a5e58af7a83e" providerId="ADAL" clId="{00786286-401E-4FD1-BD85-040950DC1534}" dt="2024-02-07T23:48:05.148" v="672" actId="165"/>
          <ac:spMkLst>
            <pc:docMk/>
            <pc:sldMk cId="4160675354" sldId="2147468659"/>
            <ac:spMk id="107" creationId="{20280DFA-E7FE-479E-1840-336C85477EBF}"/>
          </ac:spMkLst>
        </pc:spChg>
        <pc:spChg chg="mod topLvl">
          <ac:chgData name="Okamura, Ryo" userId="18831572-7aab-4b12-89e3-a5e58af7a83e" providerId="ADAL" clId="{00786286-401E-4FD1-BD85-040950DC1534}" dt="2024-02-07T23:48:05.148" v="672" actId="165"/>
          <ac:spMkLst>
            <pc:docMk/>
            <pc:sldMk cId="4160675354" sldId="2147468659"/>
            <ac:spMk id="108" creationId="{72726A32-9332-D1DA-21C1-45D553ECD1E5}"/>
          </ac:spMkLst>
        </pc:spChg>
        <pc:spChg chg="mod topLvl">
          <ac:chgData name="Okamura, Ryo" userId="18831572-7aab-4b12-89e3-a5e58af7a83e" providerId="ADAL" clId="{00786286-401E-4FD1-BD85-040950DC1534}" dt="2024-02-07T23:48:05.148" v="672" actId="165"/>
          <ac:spMkLst>
            <pc:docMk/>
            <pc:sldMk cId="4160675354" sldId="2147468659"/>
            <ac:spMk id="109" creationId="{22C69869-1A2C-2FFC-E32E-5E5A538D260A}"/>
          </ac:spMkLst>
        </pc:spChg>
        <pc:spChg chg="mod topLvl">
          <ac:chgData name="Okamura, Ryo" userId="18831572-7aab-4b12-89e3-a5e58af7a83e" providerId="ADAL" clId="{00786286-401E-4FD1-BD85-040950DC1534}" dt="2024-02-07T23:48:05.148" v="672" actId="165"/>
          <ac:spMkLst>
            <pc:docMk/>
            <pc:sldMk cId="4160675354" sldId="2147468659"/>
            <ac:spMk id="110" creationId="{7F596869-4BC7-FA3B-642D-714AF4A19012}"/>
          </ac:spMkLst>
        </pc:spChg>
        <pc:spChg chg="mod topLvl">
          <ac:chgData name="Okamura, Ryo" userId="18831572-7aab-4b12-89e3-a5e58af7a83e" providerId="ADAL" clId="{00786286-401E-4FD1-BD85-040950DC1534}" dt="2024-02-07T23:48:05.148" v="672" actId="165"/>
          <ac:spMkLst>
            <pc:docMk/>
            <pc:sldMk cId="4160675354" sldId="2147468659"/>
            <ac:spMk id="111" creationId="{4500E1DF-1F4C-F070-1820-D0BE2B6F6EEA}"/>
          </ac:spMkLst>
        </pc:spChg>
        <pc:spChg chg="mod topLvl">
          <ac:chgData name="Okamura, Ryo" userId="18831572-7aab-4b12-89e3-a5e58af7a83e" providerId="ADAL" clId="{00786286-401E-4FD1-BD85-040950DC1534}" dt="2024-02-07T23:48:05.148" v="672" actId="165"/>
          <ac:spMkLst>
            <pc:docMk/>
            <pc:sldMk cId="4160675354" sldId="2147468659"/>
            <ac:spMk id="112" creationId="{07D0152F-92A9-9B81-8CE0-C8B8F2E418C4}"/>
          </ac:spMkLst>
        </pc:spChg>
        <pc:spChg chg="mod topLvl">
          <ac:chgData name="Okamura, Ryo" userId="18831572-7aab-4b12-89e3-a5e58af7a83e" providerId="ADAL" clId="{00786286-401E-4FD1-BD85-040950DC1534}" dt="2024-02-07T23:48:05.148" v="672" actId="165"/>
          <ac:spMkLst>
            <pc:docMk/>
            <pc:sldMk cId="4160675354" sldId="2147468659"/>
            <ac:spMk id="113" creationId="{42D133A6-F46F-39F5-E608-81318C08FBE2}"/>
          </ac:spMkLst>
        </pc:spChg>
        <pc:spChg chg="mod topLvl">
          <ac:chgData name="Okamura, Ryo" userId="18831572-7aab-4b12-89e3-a5e58af7a83e" providerId="ADAL" clId="{00786286-401E-4FD1-BD85-040950DC1534}" dt="2024-02-07T23:48:05.148" v="672" actId="165"/>
          <ac:spMkLst>
            <pc:docMk/>
            <pc:sldMk cId="4160675354" sldId="2147468659"/>
            <ac:spMk id="114" creationId="{0C41E9C0-C1F4-D623-E557-7A1606575D9B}"/>
          </ac:spMkLst>
        </pc:spChg>
        <pc:spChg chg="mod topLvl">
          <ac:chgData name="Okamura, Ryo" userId="18831572-7aab-4b12-89e3-a5e58af7a83e" providerId="ADAL" clId="{00786286-401E-4FD1-BD85-040950DC1534}" dt="2024-02-07T23:49:20.822" v="680" actId="465"/>
          <ac:spMkLst>
            <pc:docMk/>
            <pc:sldMk cId="4160675354" sldId="2147468659"/>
            <ac:spMk id="115" creationId="{B6D95EDB-2572-B921-E6CE-7BE1048958C2}"/>
          </ac:spMkLst>
        </pc:spChg>
        <pc:spChg chg="mod topLvl">
          <ac:chgData name="Okamura, Ryo" userId="18831572-7aab-4b12-89e3-a5e58af7a83e" providerId="ADAL" clId="{00786286-401E-4FD1-BD85-040950DC1534}" dt="2024-02-07T23:49:20.822" v="680" actId="465"/>
          <ac:spMkLst>
            <pc:docMk/>
            <pc:sldMk cId="4160675354" sldId="2147468659"/>
            <ac:spMk id="116" creationId="{970BB4BD-C702-CCCE-AAF3-47198225EC65}"/>
          </ac:spMkLst>
        </pc:spChg>
        <pc:spChg chg="mod topLvl">
          <ac:chgData name="Okamura, Ryo" userId="18831572-7aab-4b12-89e3-a5e58af7a83e" providerId="ADAL" clId="{00786286-401E-4FD1-BD85-040950DC1534}" dt="2024-02-07T23:49:20.822" v="680" actId="465"/>
          <ac:spMkLst>
            <pc:docMk/>
            <pc:sldMk cId="4160675354" sldId="2147468659"/>
            <ac:spMk id="117" creationId="{5A55A7F6-8C56-2F8D-A79A-51E561652EDB}"/>
          </ac:spMkLst>
        </pc:spChg>
        <pc:spChg chg="mod topLvl">
          <ac:chgData name="Okamura, Ryo" userId="18831572-7aab-4b12-89e3-a5e58af7a83e" providerId="ADAL" clId="{00786286-401E-4FD1-BD85-040950DC1534}" dt="2024-02-07T23:49:20.822" v="680" actId="465"/>
          <ac:spMkLst>
            <pc:docMk/>
            <pc:sldMk cId="4160675354" sldId="2147468659"/>
            <ac:spMk id="118" creationId="{E269322D-0F66-D15C-A6C6-34D358E76267}"/>
          </ac:spMkLst>
        </pc:spChg>
        <pc:spChg chg="mod topLvl">
          <ac:chgData name="Okamura, Ryo" userId="18831572-7aab-4b12-89e3-a5e58af7a83e" providerId="ADAL" clId="{00786286-401E-4FD1-BD85-040950DC1534}" dt="2024-02-07T23:49:05.771" v="679" actId="1076"/>
          <ac:spMkLst>
            <pc:docMk/>
            <pc:sldMk cId="4160675354" sldId="2147468659"/>
            <ac:spMk id="119" creationId="{5AB76461-6600-D85A-A2E9-34AC702CF7FF}"/>
          </ac:spMkLst>
        </pc:spChg>
        <pc:spChg chg="mod topLvl">
          <ac:chgData name="Okamura, Ryo" userId="18831572-7aab-4b12-89e3-a5e58af7a83e" providerId="ADAL" clId="{00786286-401E-4FD1-BD85-040950DC1534}" dt="2024-02-07T23:48:05.148" v="672" actId="165"/>
          <ac:spMkLst>
            <pc:docMk/>
            <pc:sldMk cId="4160675354" sldId="2147468659"/>
            <ac:spMk id="120" creationId="{C250763B-C637-BE53-4D59-C37F4C861C81}"/>
          </ac:spMkLst>
        </pc:spChg>
        <pc:spChg chg="mod topLvl">
          <ac:chgData name="Okamura, Ryo" userId="18831572-7aab-4b12-89e3-a5e58af7a83e" providerId="ADAL" clId="{00786286-401E-4FD1-BD85-040950DC1534}" dt="2024-02-07T23:48:05.148" v="672" actId="165"/>
          <ac:spMkLst>
            <pc:docMk/>
            <pc:sldMk cId="4160675354" sldId="2147468659"/>
            <ac:spMk id="121" creationId="{3F3D61A5-655A-B605-FCD9-08E5B6ED9792}"/>
          </ac:spMkLst>
        </pc:spChg>
        <pc:spChg chg="mod topLvl">
          <ac:chgData name="Okamura, Ryo" userId="18831572-7aab-4b12-89e3-a5e58af7a83e" providerId="ADAL" clId="{00786286-401E-4FD1-BD85-040950DC1534}" dt="2024-02-07T23:48:05.148" v="672" actId="165"/>
          <ac:spMkLst>
            <pc:docMk/>
            <pc:sldMk cId="4160675354" sldId="2147468659"/>
            <ac:spMk id="122" creationId="{A3C1AAE7-17FB-5EB6-49BC-5647EDAEFF48}"/>
          </ac:spMkLst>
        </pc:spChg>
        <pc:spChg chg="mod topLvl">
          <ac:chgData name="Okamura, Ryo" userId="18831572-7aab-4b12-89e3-a5e58af7a83e" providerId="ADAL" clId="{00786286-401E-4FD1-BD85-040950DC1534}" dt="2024-02-07T23:48:19.573" v="674" actId="1076"/>
          <ac:spMkLst>
            <pc:docMk/>
            <pc:sldMk cId="4160675354" sldId="2147468659"/>
            <ac:spMk id="123" creationId="{AF7D3DCB-62B1-BB32-2239-7D40B41AA47C}"/>
          </ac:spMkLst>
        </pc:spChg>
        <pc:spChg chg="mod topLvl">
          <ac:chgData name="Okamura, Ryo" userId="18831572-7aab-4b12-89e3-a5e58af7a83e" providerId="ADAL" clId="{00786286-401E-4FD1-BD85-040950DC1534}" dt="2024-02-07T23:48:26.272" v="675" actId="465"/>
          <ac:spMkLst>
            <pc:docMk/>
            <pc:sldMk cId="4160675354" sldId="2147468659"/>
            <ac:spMk id="124" creationId="{481F9B98-BDA5-FCDE-32FF-0D3F8B7B6979}"/>
          </ac:spMkLst>
        </pc:spChg>
        <pc:spChg chg="mod topLvl">
          <ac:chgData name="Okamura, Ryo" userId="18831572-7aab-4b12-89e3-a5e58af7a83e" providerId="ADAL" clId="{00786286-401E-4FD1-BD85-040950DC1534}" dt="2024-02-07T23:48:26.272" v="675" actId="465"/>
          <ac:spMkLst>
            <pc:docMk/>
            <pc:sldMk cId="4160675354" sldId="2147468659"/>
            <ac:spMk id="125" creationId="{3D4EAA39-E6F7-F25F-7671-7DB3099CD0C7}"/>
          </ac:spMkLst>
        </pc:spChg>
        <pc:spChg chg="mod topLvl">
          <ac:chgData name="Okamura, Ryo" userId="18831572-7aab-4b12-89e3-a5e58af7a83e" providerId="ADAL" clId="{00786286-401E-4FD1-BD85-040950DC1534}" dt="2024-02-07T23:48:26.272" v="675" actId="465"/>
          <ac:spMkLst>
            <pc:docMk/>
            <pc:sldMk cId="4160675354" sldId="2147468659"/>
            <ac:spMk id="126" creationId="{1D6FA0BB-FA7C-D26C-DBC7-0602712F5030}"/>
          </ac:spMkLst>
        </pc:spChg>
        <pc:spChg chg="mod topLvl">
          <ac:chgData name="Okamura, Ryo" userId="18831572-7aab-4b12-89e3-a5e58af7a83e" providerId="ADAL" clId="{00786286-401E-4FD1-BD85-040950DC1534}" dt="2024-02-07T23:48:26.272" v="675" actId="465"/>
          <ac:spMkLst>
            <pc:docMk/>
            <pc:sldMk cId="4160675354" sldId="2147468659"/>
            <ac:spMk id="127" creationId="{3EB589B0-8BE6-A8F4-7AA6-C4050EF8BE27}"/>
          </ac:spMkLst>
        </pc:spChg>
        <pc:spChg chg="mod topLvl">
          <ac:chgData name="Okamura, Ryo" userId="18831572-7aab-4b12-89e3-a5e58af7a83e" providerId="ADAL" clId="{00786286-401E-4FD1-BD85-040950DC1534}" dt="2024-02-07T23:48:13.204" v="673" actId="1076"/>
          <ac:spMkLst>
            <pc:docMk/>
            <pc:sldMk cId="4160675354" sldId="2147468659"/>
            <ac:spMk id="128" creationId="{A5D9BF7B-F5B7-6582-439F-F0685EECF7FD}"/>
          </ac:spMkLst>
        </pc:spChg>
        <pc:grpChg chg="add del mod">
          <ac:chgData name="Okamura, Ryo" userId="18831572-7aab-4b12-89e3-a5e58af7a83e" providerId="ADAL" clId="{00786286-401E-4FD1-BD85-040950DC1534}" dt="2024-02-07T23:48:05.148" v="672" actId="165"/>
          <ac:grpSpMkLst>
            <pc:docMk/>
            <pc:sldMk cId="4160675354" sldId="2147468659"/>
            <ac:grpSpMk id="14" creationId="{8B379CC5-1FD1-0ECE-7CD0-93A95CA17A02}"/>
          </ac:grpSpMkLst>
        </pc:grpChg>
        <pc:grpChg chg="del">
          <ac:chgData name="Okamura, Ryo" userId="18831572-7aab-4b12-89e3-a5e58af7a83e" providerId="ADAL" clId="{00786286-401E-4FD1-BD85-040950DC1534}" dt="2024-02-07T23:47:00.953" v="665" actId="478"/>
          <ac:grpSpMkLst>
            <pc:docMk/>
            <pc:sldMk cId="4160675354" sldId="2147468659"/>
            <ac:grpSpMk id="22" creationId="{92DCCC59-8FF5-5ADE-FAEF-A08DE90B2030}"/>
          </ac:grpSpMkLst>
        </pc:grpChg>
        <pc:grpChg chg="del">
          <ac:chgData name="Okamura, Ryo" userId="18831572-7aab-4b12-89e3-a5e58af7a83e" providerId="ADAL" clId="{00786286-401E-4FD1-BD85-040950DC1534}" dt="2024-02-07T23:47:00.953" v="665" actId="478"/>
          <ac:grpSpMkLst>
            <pc:docMk/>
            <pc:sldMk cId="4160675354" sldId="2147468659"/>
            <ac:grpSpMk id="40" creationId="{F3765E75-6C01-5DE7-DF58-B3CAA1584C15}"/>
          </ac:grpSpMkLst>
        </pc:grpChg>
        <pc:grpChg chg="del">
          <ac:chgData name="Okamura, Ryo" userId="18831572-7aab-4b12-89e3-a5e58af7a83e" providerId="ADAL" clId="{00786286-401E-4FD1-BD85-040950DC1534}" dt="2024-02-07T23:47:00.953" v="665" actId="478"/>
          <ac:grpSpMkLst>
            <pc:docMk/>
            <pc:sldMk cId="4160675354" sldId="2147468659"/>
            <ac:grpSpMk id="53" creationId="{7C8ED706-9E22-5341-01E7-1B4683927BB4}"/>
          </ac:grpSpMkLst>
        </pc:grpChg>
        <pc:grpChg chg="del">
          <ac:chgData name="Okamura, Ryo" userId="18831572-7aab-4b12-89e3-a5e58af7a83e" providerId="ADAL" clId="{00786286-401E-4FD1-BD85-040950DC1534}" dt="2024-02-07T23:47:00.953" v="665" actId="478"/>
          <ac:grpSpMkLst>
            <pc:docMk/>
            <pc:sldMk cId="4160675354" sldId="2147468659"/>
            <ac:grpSpMk id="75" creationId="{F64483E1-2E3D-51D3-9B51-18C561A0439F}"/>
          </ac:grpSpMkLst>
        </pc:grpChg>
        <pc:grpChg chg="del">
          <ac:chgData name="Okamura, Ryo" userId="18831572-7aab-4b12-89e3-a5e58af7a83e" providerId="ADAL" clId="{00786286-401E-4FD1-BD85-040950DC1534}" dt="2024-02-07T23:47:00.953" v="665" actId="478"/>
          <ac:grpSpMkLst>
            <pc:docMk/>
            <pc:sldMk cId="4160675354" sldId="2147468659"/>
            <ac:grpSpMk id="88" creationId="{731C9CFB-F72B-FBB4-EFE0-FC8D0AFA62A8}"/>
          </ac:grpSpMkLst>
        </pc:grpChg>
        <pc:cxnChg chg="del">
          <ac:chgData name="Okamura, Ryo" userId="18831572-7aab-4b12-89e3-a5e58af7a83e" providerId="ADAL" clId="{00786286-401E-4FD1-BD85-040950DC1534}" dt="2024-02-07T23:47:00.953" v="665" actId="478"/>
          <ac:cxnSpMkLst>
            <pc:docMk/>
            <pc:sldMk cId="4160675354" sldId="2147468659"/>
            <ac:cxnSpMk id="3" creationId="{2D33F55E-21D3-D397-6520-32859440EDB3}"/>
          </ac:cxnSpMkLst>
        </pc:cxnChg>
        <pc:cxnChg chg="del">
          <ac:chgData name="Okamura, Ryo" userId="18831572-7aab-4b12-89e3-a5e58af7a83e" providerId="ADAL" clId="{00786286-401E-4FD1-BD85-040950DC1534}" dt="2024-02-07T23:47:00.953" v="665" actId="478"/>
          <ac:cxnSpMkLst>
            <pc:docMk/>
            <pc:sldMk cId="4160675354" sldId="2147468659"/>
            <ac:cxnSpMk id="4" creationId="{A04A54C4-E9A6-C388-07BB-2A7A9D885666}"/>
          </ac:cxnSpMkLst>
        </pc:cxnChg>
        <pc:cxnChg chg="del">
          <ac:chgData name="Okamura, Ryo" userId="18831572-7aab-4b12-89e3-a5e58af7a83e" providerId="ADAL" clId="{00786286-401E-4FD1-BD85-040950DC1534}" dt="2024-02-07T23:47:00.953" v="665" actId="478"/>
          <ac:cxnSpMkLst>
            <pc:docMk/>
            <pc:sldMk cId="4160675354" sldId="2147468659"/>
            <ac:cxnSpMk id="7" creationId="{EF87294F-5BF7-ECE6-A542-5A76ECED84B0}"/>
          </ac:cxnSpMkLst>
        </pc:cxnChg>
        <pc:cxnChg chg="del">
          <ac:chgData name="Okamura, Ryo" userId="18831572-7aab-4b12-89e3-a5e58af7a83e" providerId="ADAL" clId="{00786286-401E-4FD1-BD85-040950DC1534}" dt="2024-02-07T23:47:00.953" v="665" actId="478"/>
          <ac:cxnSpMkLst>
            <pc:docMk/>
            <pc:sldMk cId="4160675354" sldId="2147468659"/>
            <ac:cxnSpMk id="99" creationId="{B29C70D0-E7BA-5EBA-74E7-4CCD0E361564}"/>
          </ac:cxnSpMkLst>
        </pc:cxnChg>
        <pc:cxnChg chg="del">
          <ac:chgData name="Okamura, Ryo" userId="18831572-7aab-4b12-89e3-a5e58af7a83e" providerId="ADAL" clId="{00786286-401E-4FD1-BD85-040950DC1534}" dt="2024-02-07T23:47:00.953" v="665" actId="478"/>
          <ac:cxnSpMkLst>
            <pc:docMk/>
            <pc:sldMk cId="4160675354" sldId="2147468659"/>
            <ac:cxnSpMk id="100" creationId="{06F2D8AB-37A9-CE45-B56D-3DED6D4C3025}"/>
          </ac:cxnSpMkLst>
        </pc:cxnChg>
      </pc:sldChg>
      <pc:sldChg chg="delSp modSp add del mod">
        <pc:chgData name="Okamura, Ryo" userId="18831572-7aab-4b12-89e3-a5e58af7a83e" providerId="ADAL" clId="{00786286-401E-4FD1-BD85-040950DC1534}" dt="2024-02-08T00:38:24.913" v="762" actId="47"/>
        <pc:sldMkLst>
          <pc:docMk/>
          <pc:sldMk cId="284467860" sldId="2147468660"/>
        </pc:sldMkLst>
        <pc:spChg chg="mod">
          <ac:chgData name="Okamura, Ryo" userId="18831572-7aab-4b12-89e3-a5e58af7a83e" providerId="ADAL" clId="{00786286-401E-4FD1-BD85-040950DC1534}" dt="2024-02-08T00:37:27.007" v="731" actId="20577"/>
          <ac:spMkLst>
            <pc:docMk/>
            <pc:sldMk cId="284467860" sldId="2147468660"/>
            <ac:spMk id="2" creationId="{D330C548-A4DB-9B3B-D302-5DA6CA980022}"/>
          </ac:spMkLst>
        </pc:spChg>
        <pc:picChg chg="del">
          <ac:chgData name="Okamura, Ryo" userId="18831572-7aab-4b12-89e3-a5e58af7a83e" providerId="ADAL" clId="{00786286-401E-4FD1-BD85-040950DC1534}" dt="2024-02-08T00:37:36.848" v="732" actId="478"/>
          <ac:picMkLst>
            <pc:docMk/>
            <pc:sldMk cId="284467860" sldId="2147468660"/>
            <ac:picMk id="4" creationId="{78D16885-3968-A978-4505-43384A393A64}"/>
          </ac:picMkLst>
        </pc:picChg>
      </pc:sldChg>
      <pc:sldChg chg="addSp delSp modSp add mod">
        <pc:chgData name="Okamura, Ryo" userId="18831572-7aab-4b12-89e3-a5e58af7a83e" providerId="ADAL" clId="{00786286-401E-4FD1-BD85-040950DC1534}" dt="2024-02-08T00:37:13.671" v="722" actId="14100"/>
        <pc:sldMkLst>
          <pc:docMk/>
          <pc:sldMk cId="401433113" sldId="2147468661"/>
        </pc:sldMkLst>
        <pc:spChg chg="add del mod">
          <ac:chgData name="Okamura, Ryo" userId="18831572-7aab-4b12-89e3-a5e58af7a83e" providerId="ADAL" clId="{00786286-401E-4FD1-BD85-040950DC1534}" dt="2024-02-08T00:36:34.072" v="699" actId="478"/>
          <ac:spMkLst>
            <pc:docMk/>
            <pc:sldMk cId="401433113" sldId="2147468661"/>
            <ac:spMk id="3" creationId="{C60B78BB-EB77-F0D3-38A0-403A796A3F48}"/>
          </ac:spMkLst>
        </pc:spChg>
        <pc:spChg chg="mod">
          <ac:chgData name="Okamura, Ryo" userId="18831572-7aab-4b12-89e3-a5e58af7a83e" providerId="ADAL" clId="{00786286-401E-4FD1-BD85-040950DC1534}" dt="2024-02-08T00:37:02.410" v="714" actId="1076"/>
          <ac:spMkLst>
            <pc:docMk/>
            <pc:sldMk cId="401433113" sldId="2147468661"/>
            <ac:spMk id="7" creationId="{0BFD277C-A8BA-50F7-E548-8A80B3FAA80A}"/>
          </ac:spMkLst>
        </pc:spChg>
        <pc:spChg chg="del">
          <ac:chgData name="Okamura, Ryo" userId="18831572-7aab-4b12-89e3-a5e58af7a83e" providerId="ADAL" clId="{00786286-401E-4FD1-BD85-040950DC1534}" dt="2024-02-08T00:36:32.081" v="698" actId="478"/>
          <ac:spMkLst>
            <pc:docMk/>
            <pc:sldMk cId="401433113" sldId="2147468661"/>
            <ac:spMk id="8" creationId="{51FA7CC2-6A09-F9C3-3C02-F3DDDD595A28}"/>
          </ac:spMkLst>
        </pc:spChg>
        <pc:spChg chg="mod">
          <ac:chgData name="Okamura, Ryo" userId="18831572-7aab-4b12-89e3-a5e58af7a83e" providerId="ADAL" clId="{00786286-401E-4FD1-BD85-040950DC1534}" dt="2024-02-08T00:37:13.671" v="722" actId="14100"/>
          <ac:spMkLst>
            <pc:docMk/>
            <pc:sldMk cId="401433113" sldId="2147468661"/>
            <ac:spMk id="9" creationId="{398BB613-BB56-B211-3C55-7FF51BC3AC60}"/>
          </ac:spMkLst>
        </pc:spChg>
      </pc:sldChg>
    </pc:docChg>
  </pc:docChgLst>
  <pc:docChgLst>
    <pc:chgData name="Takeuchi, Koichiro" userId="b3848a05-443b-4434-8fa5-7398ca0c03c9" providerId="ADAL" clId="{A10AC5A3-C711-4270-8EF1-30E20D42DEFA}"/>
    <pc:docChg chg="undo custSel addSld delSld modSld modSection">
      <pc:chgData name="Takeuchi, Koichiro" userId="b3848a05-443b-4434-8fa5-7398ca0c03c9" providerId="ADAL" clId="{A10AC5A3-C711-4270-8EF1-30E20D42DEFA}" dt="2024-05-27T08:18:57.776" v="6766" actId="20577"/>
      <pc:docMkLst>
        <pc:docMk/>
      </pc:docMkLst>
      <pc:sldChg chg="add">
        <pc:chgData name="Takeuchi, Koichiro" userId="b3848a05-443b-4434-8fa5-7398ca0c03c9" providerId="ADAL" clId="{A10AC5A3-C711-4270-8EF1-30E20D42DEFA}" dt="2024-05-27T01:47:59.378" v="1076"/>
        <pc:sldMkLst>
          <pc:docMk/>
          <pc:sldMk cId="2966159613" sldId="2146849189"/>
        </pc:sldMkLst>
      </pc:sldChg>
      <pc:sldChg chg="addSp modSp mod">
        <pc:chgData name="Takeuchi, Koichiro" userId="b3848a05-443b-4434-8fa5-7398ca0c03c9" providerId="ADAL" clId="{A10AC5A3-C711-4270-8EF1-30E20D42DEFA}" dt="2024-05-27T00:08:22.706" v="592" actId="20577"/>
        <pc:sldMkLst>
          <pc:docMk/>
          <pc:sldMk cId="908662233" sldId="2147468668"/>
        </pc:sldMkLst>
        <pc:spChg chg="add mod">
          <ac:chgData name="Takeuchi, Koichiro" userId="b3848a05-443b-4434-8fa5-7398ca0c03c9" providerId="ADAL" clId="{A10AC5A3-C711-4270-8EF1-30E20D42DEFA}" dt="2024-05-26T23:54:58.094" v="70" actId="113"/>
          <ac:spMkLst>
            <pc:docMk/>
            <pc:sldMk cId="908662233" sldId="2147468668"/>
            <ac:spMk id="7" creationId="{E511834D-8E26-9339-601E-057A8C2D2934}"/>
          </ac:spMkLst>
        </pc:spChg>
        <pc:spChg chg="add mod">
          <ac:chgData name="Takeuchi, Koichiro" userId="b3848a05-443b-4434-8fa5-7398ca0c03c9" providerId="ADAL" clId="{A10AC5A3-C711-4270-8EF1-30E20D42DEFA}" dt="2024-05-26T23:57:05.431" v="71"/>
          <ac:spMkLst>
            <pc:docMk/>
            <pc:sldMk cId="908662233" sldId="2147468668"/>
            <ac:spMk id="8" creationId="{E8182D1A-7DDB-B0CE-F8CF-CB0718E211DD}"/>
          </ac:spMkLst>
        </pc:spChg>
        <pc:spChg chg="add mod">
          <ac:chgData name="Takeuchi, Koichiro" userId="b3848a05-443b-4434-8fa5-7398ca0c03c9" providerId="ADAL" clId="{A10AC5A3-C711-4270-8EF1-30E20D42DEFA}" dt="2024-05-27T00:05:31.257" v="527" actId="1037"/>
          <ac:spMkLst>
            <pc:docMk/>
            <pc:sldMk cId="908662233" sldId="2147468668"/>
            <ac:spMk id="9" creationId="{AF25EA85-F864-A148-B359-B1335CA54D0C}"/>
          </ac:spMkLst>
        </pc:spChg>
        <pc:spChg chg="add mod">
          <ac:chgData name="Takeuchi, Koichiro" userId="b3848a05-443b-4434-8fa5-7398ca0c03c9" providerId="ADAL" clId="{A10AC5A3-C711-4270-8EF1-30E20D42DEFA}" dt="2024-05-27T00:08:22.706" v="592" actId="20577"/>
          <ac:spMkLst>
            <pc:docMk/>
            <pc:sldMk cId="908662233" sldId="2147468668"/>
            <ac:spMk id="10" creationId="{14AFB752-6FA7-1C98-4324-90FF272EE49B}"/>
          </ac:spMkLst>
        </pc:spChg>
        <pc:picChg chg="mod">
          <ac:chgData name="Takeuchi, Koichiro" userId="b3848a05-443b-4434-8fa5-7398ca0c03c9" providerId="ADAL" clId="{A10AC5A3-C711-4270-8EF1-30E20D42DEFA}" dt="2024-05-26T23:58:12.994" v="152" actId="1076"/>
          <ac:picMkLst>
            <pc:docMk/>
            <pc:sldMk cId="908662233" sldId="2147468668"/>
            <ac:picMk id="28" creationId="{51FCC3F8-6BA6-5684-4EFD-6719E5763146}"/>
          </ac:picMkLst>
        </pc:picChg>
      </pc:sldChg>
      <pc:sldChg chg="addSp delSp modSp mod">
        <pc:chgData name="Takeuchi, Koichiro" userId="b3848a05-443b-4434-8fa5-7398ca0c03c9" providerId="ADAL" clId="{A10AC5A3-C711-4270-8EF1-30E20D42DEFA}" dt="2024-05-27T00:14:27.041" v="905" actId="1037"/>
        <pc:sldMkLst>
          <pc:docMk/>
          <pc:sldMk cId="3260510982" sldId="2147468670"/>
        </pc:sldMkLst>
        <pc:spChg chg="add mod">
          <ac:chgData name="Takeuchi, Koichiro" userId="b3848a05-443b-4434-8fa5-7398ca0c03c9" providerId="ADAL" clId="{A10AC5A3-C711-4270-8EF1-30E20D42DEFA}" dt="2024-05-27T00:08:11.119" v="582" actId="1076"/>
          <ac:spMkLst>
            <pc:docMk/>
            <pc:sldMk cId="3260510982" sldId="2147468670"/>
            <ac:spMk id="8" creationId="{4AF62E34-CD3E-44B8-F44A-6C0C1DC0724A}"/>
          </ac:spMkLst>
        </pc:spChg>
        <pc:spChg chg="add mod">
          <ac:chgData name="Takeuchi, Koichiro" userId="b3848a05-443b-4434-8fa5-7398ca0c03c9" providerId="ADAL" clId="{A10AC5A3-C711-4270-8EF1-30E20D42DEFA}" dt="2024-05-27T00:14:27.041" v="905" actId="1037"/>
          <ac:spMkLst>
            <pc:docMk/>
            <pc:sldMk cId="3260510982" sldId="2147468670"/>
            <ac:spMk id="9" creationId="{7F7865EB-ACF6-9AEC-1017-8742CD66E2AA}"/>
          </ac:spMkLst>
        </pc:spChg>
        <pc:spChg chg="add mod">
          <ac:chgData name="Takeuchi, Koichiro" userId="b3848a05-443b-4434-8fa5-7398ca0c03c9" providerId="ADAL" clId="{A10AC5A3-C711-4270-8EF1-30E20D42DEFA}" dt="2024-05-27T00:14:27.041" v="905" actId="1037"/>
          <ac:spMkLst>
            <pc:docMk/>
            <pc:sldMk cId="3260510982" sldId="2147468670"/>
            <ac:spMk id="10" creationId="{B088F551-F239-9255-2D27-F980439C0596}"/>
          </ac:spMkLst>
        </pc:spChg>
        <pc:picChg chg="add mod">
          <ac:chgData name="Takeuchi, Koichiro" userId="b3848a05-443b-4434-8fa5-7398ca0c03c9" providerId="ADAL" clId="{A10AC5A3-C711-4270-8EF1-30E20D42DEFA}" dt="2024-05-27T00:07:57.157" v="580" actId="1037"/>
          <ac:picMkLst>
            <pc:docMk/>
            <pc:sldMk cId="3260510982" sldId="2147468670"/>
            <ac:picMk id="7" creationId="{9F680633-5C92-4D93-FD42-467A7FFEB863}"/>
          </ac:picMkLst>
        </pc:picChg>
        <pc:picChg chg="del mod">
          <ac:chgData name="Takeuchi, Koichiro" userId="b3848a05-443b-4434-8fa5-7398ca0c03c9" providerId="ADAL" clId="{A10AC5A3-C711-4270-8EF1-30E20D42DEFA}" dt="2024-05-27T00:06:27.673" v="547" actId="478"/>
          <ac:picMkLst>
            <pc:docMk/>
            <pc:sldMk cId="3260510982" sldId="2147468670"/>
            <ac:picMk id="68" creationId="{00F9C26D-8B78-CC87-EF4B-8DA7F79EE475}"/>
          </ac:picMkLst>
        </pc:picChg>
      </pc:sldChg>
      <pc:sldChg chg="modSp mod">
        <pc:chgData name="Takeuchi, Koichiro" userId="b3848a05-443b-4434-8fa5-7398ca0c03c9" providerId="ADAL" clId="{A10AC5A3-C711-4270-8EF1-30E20D42DEFA}" dt="2024-05-27T00:26:22.491" v="938" actId="20577"/>
        <pc:sldMkLst>
          <pc:docMk/>
          <pc:sldMk cId="3125140011" sldId="2147468671"/>
        </pc:sldMkLst>
        <pc:spChg chg="mod">
          <ac:chgData name="Takeuchi, Koichiro" userId="b3848a05-443b-4434-8fa5-7398ca0c03c9" providerId="ADAL" clId="{A10AC5A3-C711-4270-8EF1-30E20D42DEFA}" dt="2024-05-27T00:26:22.491" v="938" actId="20577"/>
          <ac:spMkLst>
            <pc:docMk/>
            <pc:sldMk cId="3125140011" sldId="2147468671"/>
            <ac:spMk id="2" creationId="{236E8044-5707-32C9-BB39-B5830ACA9388}"/>
          </ac:spMkLst>
        </pc:spChg>
      </pc:sldChg>
      <pc:sldChg chg="modSp mod">
        <pc:chgData name="Takeuchi, Koichiro" userId="b3848a05-443b-4434-8fa5-7398ca0c03c9" providerId="ADAL" clId="{A10AC5A3-C711-4270-8EF1-30E20D42DEFA}" dt="2024-05-27T01:54:51.617" v="1361" actId="14100"/>
        <pc:sldMkLst>
          <pc:docMk/>
          <pc:sldMk cId="220710022" sldId="2147468672"/>
        </pc:sldMkLst>
        <pc:spChg chg="mod">
          <ac:chgData name="Takeuchi, Koichiro" userId="b3848a05-443b-4434-8fa5-7398ca0c03c9" providerId="ADAL" clId="{A10AC5A3-C711-4270-8EF1-30E20D42DEFA}" dt="2024-05-27T01:54:51.617" v="1361" actId="14100"/>
          <ac:spMkLst>
            <pc:docMk/>
            <pc:sldMk cId="220710022" sldId="2147468672"/>
            <ac:spMk id="13" creationId="{DFA13676-B0BF-3377-E394-6CCF32FD2451}"/>
          </ac:spMkLst>
        </pc:spChg>
      </pc:sldChg>
      <pc:sldChg chg="del">
        <pc:chgData name="Takeuchi, Koichiro" userId="b3848a05-443b-4434-8fa5-7398ca0c03c9" providerId="ADAL" clId="{A10AC5A3-C711-4270-8EF1-30E20D42DEFA}" dt="2024-05-27T04:12:07.208" v="1941" actId="47"/>
        <pc:sldMkLst>
          <pc:docMk/>
          <pc:sldMk cId="2303977941" sldId="2147468673"/>
        </pc:sldMkLst>
      </pc:sldChg>
      <pc:sldChg chg="addSp delSp modSp add mod">
        <pc:chgData name="Takeuchi, Koichiro" userId="b3848a05-443b-4434-8fa5-7398ca0c03c9" providerId="ADAL" clId="{A10AC5A3-C711-4270-8EF1-30E20D42DEFA}" dt="2024-05-27T04:10:54.227" v="1937" actId="1076"/>
        <pc:sldMkLst>
          <pc:docMk/>
          <pc:sldMk cId="433576511" sldId="2147468674"/>
        </pc:sldMkLst>
        <pc:spChg chg="mod">
          <ac:chgData name="Takeuchi, Koichiro" userId="b3848a05-443b-4434-8fa5-7398ca0c03c9" providerId="ADAL" clId="{A10AC5A3-C711-4270-8EF1-30E20D42DEFA}" dt="2024-05-27T04:08:16.414" v="1575" actId="20577"/>
          <ac:spMkLst>
            <pc:docMk/>
            <pc:sldMk cId="433576511" sldId="2147468674"/>
            <ac:spMk id="2" creationId="{236E8044-5707-32C9-BB39-B5830ACA9388}"/>
          </ac:spMkLst>
        </pc:spChg>
        <pc:spChg chg="mod">
          <ac:chgData name="Takeuchi, Koichiro" userId="b3848a05-443b-4434-8fa5-7398ca0c03c9" providerId="ADAL" clId="{A10AC5A3-C711-4270-8EF1-30E20D42DEFA}" dt="2024-05-27T04:10:19.189" v="1918" actId="20577"/>
          <ac:spMkLst>
            <pc:docMk/>
            <pc:sldMk cId="433576511" sldId="2147468674"/>
            <ac:spMk id="3" creationId="{6F87811F-22A0-40CB-5137-F9234735B4E4}"/>
          </ac:spMkLst>
        </pc:spChg>
        <pc:picChg chg="add mod">
          <ac:chgData name="Takeuchi, Koichiro" userId="b3848a05-443b-4434-8fa5-7398ca0c03c9" providerId="ADAL" clId="{A10AC5A3-C711-4270-8EF1-30E20D42DEFA}" dt="2024-05-27T04:10:34.871" v="1935" actId="12788"/>
          <ac:picMkLst>
            <pc:docMk/>
            <pc:sldMk cId="433576511" sldId="2147468674"/>
            <ac:picMk id="7" creationId="{DFAAF379-E32E-E6BF-CFC5-DE0131C380F0}"/>
          </ac:picMkLst>
        </pc:picChg>
        <pc:picChg chg="add mod">
          <ac:chgData name="Takeuchi, Koichiro" userId="b3848a05-443b-4434-8fa5-7398ca0c03c9" providerId="ADAL" clId="{A10AC5A3-C711-4270-8EF1-30E20D42DEFA}" dt="2024-05-27T04:10:54.227" v="1937" actId="1076"/>
          <ac:picMkLst>
            <pc:docMk/>
            <pc:sldMk cId="433576511" sldId="2147468674"/>
            <ac:picMk id="8" creationId="{EAA12EBC-3A81-64AB-AC81-85308ECC04EB}"/>
          </ac:picMkLst>
        </pc:picChg>
        <pc:picChg chg="del">
          <ac:chgData name="Takeuchi, Koichiro" userId="b3848a05-443b-4434-8fa5-7398ca0c03c9" providerId="ADAL" clId="{A10AC5A3-C711-4270-8EF1-30E20D42DEFA}" dt="2024-05-27T00:29:39.875" v="1029" actId="478"/>
          <ac:picMkLst>
            <pc:docMk/>
            <pc:sldMk cId="433576511" sldId="2147468674"/>
            <ac:picMk id="32" creationId="{2C685C17-3EF0-1232-112D-1DD6513B6786}"/>
          </ac:picMkLst>
        </pc:picChg>
      </pc:sldChg>
      <pc:sldChg chg="addSp delSp modSp add mod">
        <pc:chgData name="Takeuchi, Koichiro" userId="b3848a05-443b-4434-8fa5-7398ca0c03c9" providerId="ADAL" clId="{A10AC5A3-C711-4270-8EF1-30E20D42DEFA}" dt="2024-05-27T05:12:09.039" v="5364" actId="20577"/>
        <pc:sldMkLst>
          <pc:docMk/>
          <pc:sldMk cId="3380780641" sldId="2147480792"/>
        </pc:sldMkLst>
        <pc:spChg chg="mod">
          <ac:chgData name="Takeuchi, Koichiro" userId="b3848a05-443b-4434-8fa5-7398ca0c03c9" providerId="ADAL" clId="{A10AC5A3-C711-4270-8EF1-30E20D42DEFA}" dt="2024-05-27T04:21:28.898" v="2571" actId="20577"/>
          <ac:spMkLst>
            <pc:docMk/>
            <pc:sldMk cId="3380780641" sldId="2147480792"/>
            <ac:spMk id="2" creationId="{236E8044-5707-32C9-BB39-B5830ACA9388}"/>
          </ac:spMkLst>
        </pc:spChg>
        <pc:spChg chg="add mod">
          <ac:chgData name="Takeuchi, Koichiro" userId="b3848a05-443b-4434-8fa5-7398ca0c03c9" providerId="ADAL" clId="{A10AC5A3-C711-4270-8EF1-30E20D42DEFA}" dt="2024-05-27T04:15:45.662" v="2105" actId="553"/>
          <ac:spMkLst>
            <pc:docMk/>
            <pc:sldMk cId="3380780641" sldId="2147480792"/>
            <ac:spMk id="4" creationId="{C8BE4440-0524-2683-5B5C-9AF529129DD1}"/>
          </ac:spMkLst>
        </pc:spChg>
        <pc:spChg chg="mod">
          <ac:chgData name="Takeuchi, Koichiro" userId="b3848a05-443b-4434-8fa5-7398ca0c03c9" providerId="ADAL" clId="{A10AC5A3-C711-4270-8EF1-30E20D42DEFA}" dt="2024-05-27T05:12:09.039" v="5364" actId="20577"/>
          <ac:spMkLst>
            <pc:docMk/>
            <pc:sldMk cId="3380780641" sldId="2147480792"/>
            <ac:spMk id="7" creationId="{1B5211A4-A2F7-DA77-FBA5-5E4B3AB84E16}"/>
          </ac:spMkLst>
        </pc:spChg>
        <pc:spChg chg="add mod">
          <ac:chgData name="Takeuchi, Koichiro" userId="b3848a05-443b-4434-8fa5-7398ca0c03c9" providerId="ADAL" clId="{A10AC5A3-C711-4270-8EF1-30E20D42DEFA}" dt="2024-05-27T04:20:13.890" v="2507" actId="14100"/>
          <ac:spMkLst>
            <pc:docMk/>
            <pc:sldMk cId="3380780641" sldId="2147480792"/>
            <ac:spMk id="10" creationId="{CA2226FC-67DA-01C3-0531-A5E1DBB5BD40}"/>
          </ac:spMkLst>
        </pc:spChg>
        <pc:spChg chg="add del mod">
          <ac:chgData name="Takeuchi, Koichiro" userId="b3848a05-443b-4434-8fa5-7398ca0c03c9" providerId="ADAL" clId="{A10AC5A3-C711-4270-8EF1-30E20D42DEFA}" dt="2024-05-27T04:19:42.485" v="2445" actId="478"/>
          <ac:spMkLst>
            <pc:docMk/>
            <pc:sldMk cId="3380780641" sldId="2147480792"/>
            <ac:spMk id="12" creationId="{EA70F34F-FE9E-C8AC-0D60-A2F4C787DEC8}"/>
          </ac:spMkLst>
        </pc:spChg>
        <pc:spChg chg="mod">
          <ac:chgData name="Takeuchi, Koichiro" userId="b3848a05-443b-4434-8fa5-7398ca0c03c9" providerId="ADAL" clId="{A10AC5A3-C711-4270-8EF1-30E20D42DEFA}" dt="2024-05-27T04:12:23.804" v="1942" actId="20577"/>
          <ac:spMkLst>
            <pc:docMk/>
            <pc:sldMk cId="3380780641" sldId="2147480792"/>
            <ac:spMk id="17" creationId="{083A2009-DE8D-7170-4EDD-1B7262FF0E8C}"/>
          </ac:spMkLst>
        </pc:spChg>
        <pc:spChg chg="mod">
          <ac:chgData name="Takeuchi, Koichiro" userId="b3848a05-443b-4434-8fa5-7398ca0c03c9" providerId="ADAL" clId="{A10AC5A3-C711-4270-8EF1-30E20D42DEFA}" dt="2024-05-27T04:12:47.519" v="1946" actId="20577"/>
          <ac:spMkLst>
            <pc:docMk/>
            <pc:sldMk cId="3380780641" sldId="2147480792"/>
            <ac:spMk id="29" creationId="{977CAF50-4B26-C9A6-7881-73344BC7CC1C}"/>
          </ac:spMkLst>
        </pc:spChg>
        <pc:spChg chg="mod">
          <ac:chgData name="Takeuchi, Koichiro" userId="b3848a05-443b-4434-8fa5-7398ca0c03c9" providerId="ADAL" clId="{A10AC5A3-C711-4270-8EF1-30E20D42DEFA}" dt="2024-05-27T04:12:30.152" v="1943" actId="20577"/>
          <ac:spMkLst>
            <pc:docMk/>
            <pc:sldMk cId="3380780641" sldId="2147480792"/>
            <ac:spMk id="35" creationId="{99BE1930-A4D9-163E-5B83-617E95228432}"/>
          </ac:spMkLst>
        </pc:spChg>
        <pc:spChg chg="mod">
          <ac:chgData name="Takeuchi, Koichiro" userId="b3848a05-443b-4434-8fa5-7398ca0c03c9" providerId="ADAL" clId="{A10AC5A3-C711-4270-8EF1-30E20D42DEFA}" dt="2024-05-27T04:25:18.464" v="2605" actId="20577"/>
          <ac:spMkLst>
            <pc:docMk/>
            <pc:sldMk cId="3380780641" sldId="2147480792"/>
            <ac:spMk id="43" creationId="{EF519FEC-48F7-8BB9-A93C-07791DF83E83}"/>
          </ac:spMkLst>
        </pc:spChg>
        <pc:spChg chg="mod">
          <ac:chgData name="Takeuchi, Koichiro" userId="b3848a05-443b-4434-8fa5-7398ca0c03c9" providerId="ADAL" clId="{A10AC5A3-C711-4270-8EF1-30E20D42DEFA}" dt="2024-05-27T04:12:36.569" v="1944" actId="20577"/>
          <ac:spMkLst>
            <pc:docMk/>
            <pc:sldMk cId="3380780641" sldId="2147480792"/>
            <ac:spMk id="54" creationId="{BAC2B6A7-9D34-D63D-B15E-0FD27291A939}"/>
          </ac:spMkLst>
        </pc:spChg>
        <pc:spChg chg="mod">
          <ac:chgData name="Takeuchi, Koichiro" userId="b3848a05-443b-4434-8fa5-7398ca0c03c9" providerId="ADAL" clId="{A10AC5A3-C711-4270-8EF1-30E20D42DEFA}" dt="2024-05-27T04:12:42.913" v="1945" actId="20577"/>
          <ac:spMkLst>
            <pc:docMk/>
            <pc:sldMk cId="3380780641" sldId="2147480792"/>
            <ac:spMk id="64" creationId="{AD077B82-6358-F618-174B-E22DB4F61C52}"/>
          </ac:spMkLst>
        </pc:spChg>
        <pc:picChg chg="add del mod">
          <ac:chgData name="Takeuchi, Koichiro" userId="b3848a05-443b-4434-8fa5-7398ca0c03c9" providerId="ADAL" clId="{A10AC5A3-C711-4270-8EF1-30E20D42DEFA}" dt="2024-05-27T04:13:54.790" v="1949" actId="478"/>
          <ac:picMkLst>
            <pc:docMk/>
            <pc:sldMk cId="3380780641" sldId="2147480792"/>
            <ac:picMk id="3" creationId="{34BEE31B-70D9-EB52-9610-DCA916BF7914}"/>
          </ac:picMkLst>
        </pc:picChg>
      </pc:sldChg>
      <pc:sldChg chg="addSp delSp modSp add mod">
        <pc:chgData name="Takeuchi, Koichiro" userId="b3848a05-443b-4434-8fa5-7398ca0c03c9" providerId="ADAL" clId="{A10AC5A3-C711-4270-8EF1-30E20D42DEFA}" dt="2024-05-27T04:08:04.560" v="1565" actId="1076"/>
        <pc:sldMkLst>
          <pc:docMk/>
          <pc:sldMk cId="866521024" sldId="2147480793"/>
        </pc:sldMkLst>
        <pc:spChg chg="mod">
          <ac:chgData name="Takeuchi, Koichiro" userId="b3848a05-443b-4434-8fa5-7398ca0c03c9" providerId="ADAL" clId="{A10AC5A3-C711-4270-8EF1-30E20D42DEFA}" dt="2024-05-27T04:04:48.102" v="1437" actId="20577"/>
          <ac:spMkLst>
            <pc:docMk/>
            <pc:sldMk cId="866521024" sldId="2147480793"/>
            <ac:spMk id="2" creationId="{236E8044-5707-32C9-BB39-B5830ACA9388}"/>
          </ac:spMkLst>
        </pc:spChg>
        <pc:spChg chg="mod">
          <ac:chgData name="Takeuchi, Koichiro" userId="b3848a05-443b-4434-8fa5-7398ca0c03c9" providerId="ADAL" clId="{A10AC5A3-C711-4270-8EF1-30E20D42DEFA}" dt="2024-05-27T04:06:23.174" v="1503" actId="20577"/>
          <ac:spMkLst>
            <pc:docMk/>
            <pc:sldMk cId="866521024" sldId="2147480793"/>
            <ac:spMk id="3" creationId="{6F87811F-22A0-40CB-5137-F9234735B4E4}"/>
          </ac:spMkLst>
        </pc:spChg>
        <pc:spChg chg="add del mod">
          <ac:chgData name="Takeuchi, Koichiro" userId="b3848a05-443b-4434-8fa5-7398ca0c03c9" providerId="ADAL" clId="{A10AC5A3-C711-4270-8EF1-30E20D42DEFA}" dt="2024-05-27T04:06:27.103" v="1504" actId="478"/>
          <ac:spMkLst>
            <pc:docMk/>
            <pc:sldMk cId="866521024" sldId="2147480793"/>
            <ac:spMk id="7" creationId="{B5FE27F0-41B8-4DE5-AAE5-52C036E682F5}"/>
          </ac:spMkLst>
        </pc:spChg>
        <pc:spChg chg="add mod">
          <ac:chgData name="Takeuchi, Koichiro" userId="b3848a05-443b-4434-8fa5-7398ca0c03c9" providerId="ADAL" clId="{A10AC5A3-C711-4270-8EF1-30E20D42DEFA}" dt="2024-05-27T04:08:04.560" v="1565" actId="1076"/>
          <ac:spMkLst>
            <pc:docMk/>
            <pc:sldMk cId="866521024" sldId="2147480793"/>
            <ac:spMk id="12" creationId="{6DFF5B37-F258-E7EB-C7F6-A74D3DDB5CF8}"/>
          </ac:spMkLst>
        </pc:spChg>
        <pc:picChg chg="add del mod">
          <ac:chgData name="Takeuchi, Koichiro" userId="b3848a05-443b-4434-8fa5-7398ca0c03c9" providerId="ADAL" clId="{A10AC5A3-C711-4270-8EF1-30E20D42DEFA}" dt="2024-05-27T04:06:43.636" v="1526" actId="21"/>
          <ac:picMkLst>
            <pc:docMk/>
            <pc:sldMk cId="866521024" sldId="2147480793"/>
            <ac:picMk id="8" creationId="{9AF64A7D-EB64-2C23-3494-962B279FBC28}"/>
          </ac:picMkLst>
        </pc:picChg>
        <pc:picChg chg="add">
          <ac:chgData name="Takeuchi, Koichiro" userId="b3848a05-443b-4434-8fa5-7398ca0c03c9" providerId="ADAL" clId="{A10AC5A3-C711-4270-8EF1-30E20D42DEFA}" dt="2024-05-27T04:07:22.141" v="1527"/>
          <ac:picMkLst>
            <pc:docMk/>
            <pc:sldMk cId="866521024" sldId="2147480793"/>
            <ac:picMk id="9" creationId="{2DF16D7E-AF57-9A60-C677-3F4C687D34C6}"/>
          </ac:picMkLst>
        </pc:picChg>
        <pc:picChg chg="add mod">
          <ac:chgData name="Takeuchi, Koichiro" userId="b3848a05-443b-4434-8fa5-7398ca0c03c9" providerId="ADAL" clId="{A10AC5A3-C711-4270-8EF1-30E20D42DEFA}" dt="2024-05-27T04:07:46.103" v="1563" actId="12788"/>
          <ac:picMkLst>
            <pc:docMk/>
            <pc:sldMk cId="866521024" sldId="2147480793"/>
            <ac:picMk id="10" creationId="{CC563D87-2C01-0B03-08A1-920A5F8E3CB7}"/>
          </ac:picMkLst>
        </pc:picChg>
        <pc:picChg chg="add mod">
          <ac:chgData name="Takeuchi, Koichiro" userId="b3848a05-443b-4434-8fa5-7398ca0c03c9" providerId="ADAL" clId="{A10AC5A3-C711-4270-8EF1-30E20D42DEFA}" dt="2024-05-27T04:08:04.560" v="1565" actId="1076"/>
          <ac:picMkLst>
            <pc:docMk/>
            <pc:sldMk cId="866521024" sldId="2147480793"/>
            <ac:picMk id="11" creationId="{E8A2F3C0-D1EF-2B27-F262-C9561CECF19A}"/>
          </ac:picMkLst>
        </pc:picChg>
        <pc:picChg chg="del">
          <ac:chgData name="Takeuchi, Koichiro" userId="b3848a05-443b-4434-8fa5-7398ca0c03c9" providerId="ADAL" clId="{A10AC5A3-C711-4270-8EF1-30E20D42DEFA}" dt="2024-05-27T04:04:56.082" v="1438" actId="478"/>
          <ac:picMkLst>
            <pc:docMk/>
            <pc:sldMk cId="866521024" sldId="2147480793"/>
            <ac:picMk id="32" creationId="{2C685C17-3EF0-1232-112D-1DD6513B6786}"/>
          </ac:picMkLst>
        </pc:picChg>
      </pc:sldChg>
      <pc:sldChg chg="add del">
        <pc:chgData name="Takeuchi, Koichiro" userId="b3848a05-443b-4434-8fa5-7398ca0c03c9" providerId="ADAL" clId="{A10AC5A3-C711-4270-8EF1-30E20D42DEFA}" dt="2024-05-27T04:12:03.189" v="1939"/>
        <pc:sldMkLst>
          <pc:docMk/>
          <pc:sldMk cId="1128847977" sldId="2147480794"/>
        </pc:sldMkLst>
      </pc:sldChg>
      <pc:sldChg chg="add del">
        <pc:chgData name="Takeuchi, Koichiro" userId="b3848a05-443b-4434-8fa5-7398ca0c03c9" providerId="ADAL" clId="{A10AC5A3-C711-4270-8EF1-30E20D42DEFA}" dt="2024-05-27T04:20:36.863" v="2510"/>
        <pc:sldMkLst>
          <pc:docMk/>
          <pc:sldMk cId="1727773108" sldId="2147480794"/>
        </pc:sldMkLst>
      </pc:sldChg>
      <pc:sldChg chg="add del">
        <pc:chgData name="Takeuchi, Koichiro" userId="b3848a05-443b-4434-8fa5-7398ca0c03c9" providerId="ADAL" clId="{A10AC5A3-C711-4270-8EF1-30E20D42DEFA}" dt="2024-05-27T04:14:08.990" v="1950" actId="47"/>
        <pc:sldMkLst>
          <pc:docMk/>
          <pc:sldMk cId="3018718395" sldId="2147480794"/>
        </pc:sldMkLst>
      </pc:sldChg>
      <pc:sldChg chg="addSp delSp modSp add mod">
        <pc:chgData name="Takeuchi, Koichiro" userId="b3848a05-443b-4434-8fa5-7398ca0c03c9" providerId="ADAL" clId="{A10AC5A3-C711-4270-8EF1-30E20D42DEFA}" dt="2024-05-27T08:18:57.776" v="6766" actId="20577"/>
        <pc:sldMkLst>
          <pc:docMk/>
          <pc:sldMk cId="3530669204" sldId="2147480794"/>
        </pc:sldMkLst>
        <pc:spChg chg="mod">
          <ac:chgData name="Takeuchi, Koichiro" userId="b3848a05-443b-4434-8fa5-7398ca0c03c9" providerId="ADAL" clId="{A10AC5A3-C711-4270-8EF1-30E20D42DEFA}" dt="2024-05-27T04:21:40.643" v="2585" actId="20577"/>
          <ac:spMkLst>
            <pc:docMk/>
            <pc:sldMk cId="3530669204" sldId="2147480794"/>
            <ac:spMk id="2" creationId="{236E8044-5707-32C9-BB39-B5830ACA9388}"/>
          </ac:spMkLst>
        </pc:spChg>
        <pc:spChg chg="add mod topLvl">
          <ac:chgData name="Takeuchi, Koichiro" userId="b3848a05-443b-4434-8fa5-7398ca0c03c9" providerId="ADAL" clId="{A10AC5A3-C711-4270-8EF1-30E20D42DEFA}" dt="2024-05-27T08:06:35.852" v="6231" actId="555"/>
          <ac:spMkLst>
            <pc:docMk/>
            <pc:sldMk cId="3530669204" sldId="2147480794"/>
            <ac:spMk id="3" creationId="{7283448C-C2AA-FFB3-0F48-D72492AA42EF}"/>
          </ac:spMkLst>
        </pc:spChg>
        <pc:spChg chg="del">
          <ac:chgData name="Takeuchi, Koichiro" userId="b3848a05-443b-4434-8fa5-7398ca0c03c9" providerId="ADAL" clId="{A10AC5A3-C711-4270-8EF1-30E20D42DEFA}" dt="2024-05-27T04:21:50.174" v="2587" actId="478"/>
          <ac:spMkLst>
            <pc:docMk/>
            <pc:sldMk cId="3530669204" sldId="2147480794"/>
            <ac:spMk id="4" creationId="{C8BE4440-0524-2683-5B5C-9AF529129DD1}"/>
          </ac:spMkLst>
        </pc:spChg>
        <pc:spChg chg="mod">
          <ac:chgData name="Takeuchi, Koichiro" userId="b3848a05-443b-4434-8fa5-7398ca0c03c9" providerId="ADAL" clId="{A10AC5A3-C711-4270-8EF1-30E20D42DEFA}" dt="2024-05-27T08:11:37.523" v="6370" actId="20577"/>
          <ac:spMkLst>
            <pc:docMk/>
            <pc:sldMk cId="3530669204" sldId="2147480794"/>
            <ac:spMk id="7" creationId="{1B5211A4-A2F7-DA77-FBA5-5E4B3AB84E16}"/>
          </ac:spMkLst>
        </pc:spChg>
        <pc:spChg chg="del">
          <ac:chgData name="Takeuchi, Koichiro" userId="b3848a05-443b-4434-8fa5-7398ca0c03c9" providerId="ADAL" clId="{A10AC5A3-C711-4270-8EF1-30E20D42DEFA}" dt="2024-05-27T04:21:50.174" v="2587" actId="478"/>
          <ac:spMkLst>
            <pc:docMk/>
            <pc:sldMk cId="3530669204" sldId="2147480794"/>
            <ac:spMk id="8" creationId="{2CA609B8-100F-2FFC-0D6C-9388BFD631E2}"/>
          </ac:spMkLst>
        </pc:spChg>
        <pc:spChg chg="del">
          <ac:chgData name="Takeuchi, Koichiro" userId="b3848a05-443b-4434-8fa5-7398ca0c03c9" providerId="ADAL" clId="{A10AC5A3-C711-4270-8EF1-30E20D42DEFA}" dt="2024-05-27T04:21:50.174" v="2587" actId="478"/>
          <ac:spMkLst>
            <pc:docMk/>
            <pc:sldMk cId="3530669204" sldId="2147480794"/>
            <ac:spMk id="10" creationId="{CA2226FC-67DA-01C3-0531-A5E1DBB5BD40}"/>
          </ac:spMkLst>
        </pc:spChg>
        <pc:spChg chg="add mod topLvl">
          <ac:chgData name="Takeuchi, Koichiro" userId="b3848a05-443b-4434-8fa5-7398ca0c03c9" providerId="ADAL" clId="{A10AC5A3-C711-4270-8EF1-30E20D42DEFA}" dt="2024-05-27T08:18:57.776" v="6766" actId="20577"/>
          <ac:spMkLst>
            <pc:docMk/>
            <pc:sldMk cId="3530669204" sldId="2147480794"/>
            <ac:spMk id="12" creationId="{26DC941C-576A-D927-9AC2-62538BC1BF71}"/>
          </ac:spMkLst>
        </pc:spChg>
        <pc:spChg chg="add mod topLvl">
          <ac:chgData name="Takeuchi, Koichiro" userId="b3848a05-443b-4434-8fa5-7398ca0c03c9" providerId="ADAL" clId="{A10AC5A3-C711-4270-8EF1-30E20D42DEFA}" dt="2024-05-27T08:14:14.215" v="6549" actId="555"/>
          <ac:spMkLst>
            <pc:docMk/>
            <pc:sldMk cId="3530669204" sldId="2147480794"/>
            <ac:spMk id="13" creationId="{4E845ACE-23B3-25E4-65FE-6D0CEE69A0FF}"/>
          </ac:spMkLst>
        </pc:spChg>
        <pc:spChg chg="del">
          <ac:chgData name="Takeuchi, Koichiro" userId="b3848a05-443b-4434-8fa5-7398ca0c03c9" providerId="ADAL" clId="{A10AC5A3-C711-4270-8EF1-30E20D42DEFA}" dt="2024-05-27T04:21:50.174" v="2587" actId="478"/>
          <ac:spMkLst>
            <pc:docMk/>
            <pc:sldMk cId="3530669204" sldId="2147480794"/>
            <ac:spMk id="14" creationId="{655035C4-C4C1-D891-37D0-8355934D8287}"/>
          </ac:spMkLst>
        </pc:spChg>
        <pc:spChg chg="del">
          <ac:chgData name="Takeuchi, Koichiro" userId="b3848a05-443b-4434-8fa5-7398ca0c03c9" providerId="ADAL" clId="{A10AC5A3-C711-4270-8EF1-30E20D42DEFA}" dt="2024-05-27T04:21:50.174" v="2587" actId="478"/>
          <ac:spMkLst>
            <pc:docMk/>
            <pc:sldMk cId="3530669204" sldId="2147480794"/>
            <ac:spMk id="15" creationId="{FD5188EF-6030-23A8-2831-026741BE3232}"/>
          </ac:spMkLst>
        </pc:spChg>
        <pc:spChg chg="add mod topLvl">
          <ac:chgData name="Takeuchi, Koichiro" userId="b3848a05-443b-4434-8fa5-7398ca0c03c9" providerId="ADAL" clId="{A10AC5A3-C711-4270-8EF1-30E20D42DEFA}" dt="2024-05-27T08:14:38.945" v="6596" actId="20577"/>
          <ac:spMkLst>
            <pc:docMk/>
            <pc:sldMk cId="3530669204" sldId="2147480794"/>
            <ac:spMk id="16" creationId="{617E6CC5-E981-4213-4242-3781147CE344}"/>
          </ac:spMkLst>
        </pc:spChg>
        <pc:spChg chg="del">
          <ac:chgData name="Takeuchi, Koichiro" userId="b3848a05-443b-4434-8fa5-7398ca0c03c9" providerId="ADAL" clId="{A10AC5A3-C711-4270-8EF1-30E20D42DEFA}" dt="2024-05-27T04:21:50.174" v="2587" actId="478"/>
          <ac:spMkLst>
            <pc:docMk/>
            <pc:sldMk cId="3530669204" sldId="2147480794"/>
            <ac:spMk id="17" creationId="{083A2009-DE8D-7170-4EDD-1B7262FF0E8C}"/>
          </ac:spMkLst>
        </pc:spChg>
        <pc:spChg chg="del">
          <ac:chgData name="Takeuchi, Koichiro" userId="b3848a05-443b-4434-8fa5-7398ca0c03c9" providerId="ADAL" clId="{A10AC5A3-C711-4270-8EF1-30E20D42DEFA}" dt="2024-05-27T04:21:50.174" v="2587" actId="478"/>
          <ac:spMkLst>
            <pc:docMk/>
            <pc:sldMk cId="3530669204" sldId="2147480794"/>
            <ac:spMk id="18" creationId="{E5C9D409-4DFE-2797-E260-F67D50BB597E}"/>
          </ac:spMkLst>
        </pc:spChg>
        <pc:spChg chg="del">
          <ac:chgData name="Takeuchi, Koichiro" userId="b3848a05-443b-4434-8fa5-7398ca0c03c9" providerId="ADAL" clId="{A10AC5A3-C711-4270-8EF1-30E20D42DEFA}" dt="2024-05-27T04:21:50.174" v="2587" actId="478"/>
          <ac:spMkLst>
            <pc:docMk/>
            <pc:sldMk cId="3530669204" sldId="2147480794"/>
            <ac:spMk id="22" creationId="{C5B1A5B0-06DF-37A3-048B-FB28C07B404B}"/>
          </ac:spMkLst>
        </pc:spChg>
        <pc:spChg chg="del">
          <ac:chgData name="Takeuchi, Koichiro" userId="b3848a05-443b-4434-8fa5-7398ca0c03c9" providerId="ADAL" clId="{A10AC5A3-C711-4270-8EF1-30E20D42DEFA}" dt="2024-05-27T04:21:50.174" v="2587" actId="478"/>
          <ac:spMkLst>
            <pc:docMk/>
            <pc:sldMk cId="3530669204" sldId="2147480794"/>
            <ac:spMk id="26" creationId="{A1AAF9C4-F40C-89C3-72A8-B627A53E58B6}"/>
          </ac:spMkLst>
        </pc:spChg>
        <pc:spChg chg="del">
          <ac:chgData name="Takeuchi, Koichiro" userId="b3848a05-443b-4434-8fa5-7398ca0c03c9" providerId="ADAL" clId="{A10AC5A3-C711-4270-8EF1-30E20D42DEFA}" dt="2024-05-27T04:21:50.174" v="2587" actId="478"/>
          <ac:spMkLst>
            <pc:docMk/>
            <pc:sldMk cId="3530669204" sldId="2147480794"/>
            <ac:spMk id="28" creationId="{9FE2547F-9DA9-C71E-61FD-C88AABA25CE3}"/>
          </ac:spMkLst>
        </pc:spChg>
        <pc:spChg chg="del">
          <ac:chgData name="Takeuchi, Koichiro" userId="b3848a05-443b-4434-8fa5-7398ca0c03c9" providerId="ADAL" clId="{A10AC5A3-C711-4270-8EF1-30E20D42DEFA}" dt="2024-05-27T04:21:50.174" v="2587" actId="478"/>
          <ac:spMkLst>
            <pc:docMk/>
            <pc:sldMk cId="3530669204" sldId="2147480794"/>
            <ac:spMk id="29" creationId="{977CAF50-4B26-C9A6-7881-73344BC7CC1C}"/>
          </ac:spMkLst>
        </pc:spChg>
        <pc:spChg chg="add mod topLvl">
          <ac:chgData name="Takeuchi, Koichiro" userId="b3848a05-443b-4434-8fa5-7398ca0c03c9" providerId="ADAL" clId="{A10AC5A3-C711-4270-8EF1-30E20D42DEFA}" dt="2024-05-27T08:13:58.770" v="6544" actId="1036"/>
          <ac:spMkLst>
            <pc:docMk/>
            <pc:sldMk cId="3530669204" sldId="2147480794"/>
            <ac:spMk id="30" creationId="{058CE3D4-AFF8-BCE4-358F-C991B1BCEAD4}"/>
          </ac:spMkLst>
        </pc:spChg>
        <pc:spChg chg="del">
          <ac:chgData name="Takeuchi, Koichiro" userId="b3848a05-443b-4434-8fa5-7398ca0c03c9" providerId="ADAL" clId="{A10AC5A3-C711-4270-8EF1-30E20D42DEFA}" dt="2024-05-27T04:21:50.174" v="2587" actId="478"/>
          <ac:spMkLst>
            <pc:docMk/>
            <pc:sldMk cId="3530669204" sldId="2147480794"/>
            <ac:spMk id="35" creationId="{99BE1930-A4D9-163E-5B83-617E95228432}"/>
          </ac:spMkLst>
        </pc:spChg>
        <pc:spChg chg="del">
          <ac:chgData name="Takeuchi, Koichiro" userId="b3848a05-443b-4434-8fa5-7398ca0c03c9" providerId="ADAL" clId="{A10AC5A3-C711-4270-8EF1-30E20D42DEFA}" dt="2024-05-27T04:21:50.174" v="2587" actId="478"/>
          <ac:spMkLst>
            <pc:docMk/>
            <pc:sldMk cId="3530669204" sldId="2147480794"/>
            <ac:spMk id="36" creationId="{A1ACC864-0298-6029-9A6B-27EBF4FEB8F3}"/>
          </ac:spMkLst>
        </pc:spChg>
        <pc:spChg chg="del">
          <ac:chgData name="Takeuchi, Koichiro" userId="b3848a05-443b-4434-8fa5-7398ca0c03c9" providerId="ADAL" clId="{A10AC5A3-C711-4270-8EF1-30E20D42DEFA}" dt="2024-05-27T04:21:52.864" v="2588" actId="478"/>
          <ac:spMkLst>
            <pc:docMk/>
            <pc:sldMk cId="3530669204" sldId="2147480794"/>
            <ac:spMk id="37" creationId="{3E27E42F-3387-27BE-AB07-BCA49CFF0AEE}"/>
          </ac:spMkLst>
        </pc:spChg>
        <pc:spChg chg="add mod topLvl">
          <ac:chgData name="Takeuchi, Koichiro" userId="b3848a05-443b-4434-8fa5-7398ca0c03c9" providerId="ADAL" clId="{A10AC5A3-C711-4270-8EF1-30E20D42DEFA}" dt="2024-05-27T08:13:58.770" v="6544" actId="1036"/>
          <ac:spMkLst>
            <pc:docMk/>
            <pc:sldMk cId="3530669204" sldId="2147480794"/>
            <ac:spMk id="40" creationId="{00D7C407-F1F8-02D4-2BF1-078D990A55F8}"/>
          </ac:spMkLst>
        </pc:spChg>
        <pc:spChg chg="add del mod">
          <ac:chgData name="Takeuchi, Koichiro" userId="b3848a05-443b-4434-8fa5-7398ca0c03c9" providerId="ADAL" clId="{A10AC5A3-C711-4270-8EF1-30E20D42DEFA}" dt="2024-05-27T05:26:30.508" v="5366" actId="478"/>
          <ac:spMkLst>
            <pc:docMk/>
            <pc:sldMk cId="3530669204" sldId="2147480794"/>
            <ac:spMk id="42" creationId="{4A2D638F-F20F-7000-AB0B-56AE5AA26A0F}"/>
          </ac:spMkLst>
        </pc:spChg>
        <pc:spChg chg="del">
          <ac:chgData name="Takeuchi, Koichiro" userId="b3848a05-443b-4434-8fa5-7398ca0c03c9" providerId="ADAL" clId="{A10AC5A3-C711-4270-8EF1-30E20D42DEFA}" dt="2024-05-27T04:21:50.174" v="2587" actId="478"/>
          <ac:spMkLst>
            <pc:docMk/>
            <pc:sldMk cId="3530669204" sldId="2147480794"/>
            <ac:spMk id="43" creationId="{EF519FEC-48F7-8BB9-A93C-07791DF83E83}"/>
          </ac:spMkLst>
        </pc:spChg>
        <pc:spChg chg="del">
          <ac:chgData name="Takeuchi, Koichiro" userId="b3848a05-443b-4434-8fa5-7398ca0c03c9" providerId="ADAL" clId="{A10AC5A3-C711-4270-8EF1-30E20D42DEFA}" dt="2024-05-27T04:21:50.174" v="2587" actId="478"/>
          <ac:spMkLst>
            <pc:docMk/>
            <pc:sldMk cId="3530669204" sldId="2147480794"/>
            <ac:spMk id="44" creationId="{0D630056-F1F1-3257-1799-8B51BD0AF244}"/>
          </ac:spMkLst>
        </pc:spChg>
        <pc:spChg chg="del">
          <ac:chgData name="Takeuchi, Koichiro" userId="b3848a05-443b-4434-8fa5-7398ca0c03c9" providerId="ADAL" clId="{A10AC5A3-C711-4270-8EF1-30E20D42DEFA}" dt="2024-05-27T04:21:50.174" v="2587" actId="478"/>
          <ac:spMkLst>
            <pc:docMk/>
            <pc:sldMk cId="3530669204" sldId="2147480794"/>
            <ac:spMk id="45" creationId="{9A4F28C1-C7D5-29B9-0601-D42852F223E2}"/>
          </ac:spMkLst>
        </pc:spChg>
        <pc:spChg chg="del">
          <ac:chgData name="Takeuchi, Koichiro" userId="b3848a05-443b-4434-8fa5-7398ca0c03c9" providerId="ADAL" clId="{A10AC5A3-C711-4270-8EF1-30E20D42DEFA}" dt="2024-05-27T04:21:52.864" v="2588" actId="478"/>
          <ac:spMkLst>
            <pc:docMk/>
            <pc:sldMk cId="3530669204" sldId="2147480794"/>
            <ac:spMk id="48" creationId="{311B08D4-CC62-B6FF-97E8-6D0A1151A0A4}"/>
          </ac:spMkLst>
        </pc:spChg>
        <pc:spChg chg="add del mod">
          <ac:chgData name="Takeuchi, Koichiro" userId="b3848a05-443b-4434-8fa5-7398ca0c03c9" providerId="ADAL" clId="{A10AC5A3-C711-4270-8EF1-30E20D42DEFA}" dt="2024-05-27T05:26:30.508" v="5366" actId="478"/>
          <ac:spMkLst>
            <pc:docMk/>
            <pc:sldMk cId="3530669204" sldId="2147480794"/>
            <ac:spMk id="49" creationId="{00B3F2BC-AABC-A866-BF27-304BE2B18885}"/>
          </ac:spMkLst>
        </pc:spChg>
        <pc:spChg chg="add mod">
          <ac:chgData name="Takeuchi, Koichiro" userId="b3848a05-443b-4434-8fa5-7398ca0c03c9" providerId="ADAL" clId="{A10AC5A3-C711-4270-8EF1-30E20D42DEFA}" dt="2024-05-27T08:05:29.373" v="6205" actId="1076"/>
          <ac:spMkLst>
            <pc:docMk/>
            <pc:sldMk cId="3530669204" sldId="2147480794"/>
            <ac:spMk id="50" creationId="{EC91DEA5-C9C9-FF3D-9931-D5146ED1628D}"/>
          </ac:spMkLst>
        </pc:spChg>
        <pc:spChg chg="del">
          <ac:chgData name="Takeuchi, Koichiro" userId="b3848a05-443b-4434-8fa5-7398ca0c03c9" providerId="ADAL" clId="{A10AC5A3-C711-4270-8EF1-30E20D42DEFA}" dt="2024-05-27T04:21:50.174" v="2587" actId="478"/>
          <ac:spMkLst>
            <pc:docMk/>
            <pc:sldMk cId="3530669204" sldId="2147480794"/>
            <ac:spMk id="54" creationId="{BAC2B6A7-9D34-D63D-B15E-0FD27291A939}"/>
          </ac:spMkLst>
        </pc:spChg>
        <pc:spChg chg="del">
          <ac:chgData name="Takeuchi, Koichiro" userId="b3848a05-443b-4434-8fa5-7398ca0c03c9" providerId="ADAL" clId="{A10AC5A3-C711-4270-8EF1-30E20D42DEFA}" dt="2024-05-27T04:21:50.174" v="2587" actId="478"/>
          <ac:spMkLst>
            <pc:docMk/>
            <pc:sldMk cId="3530669204" sldId="2147480794"/>
            <ac:spMk id="58" creationId="{BE7C8E36-3686-5FE4-ED5A-DDB8FAA459F1}"/>
          </ac:spMkLst>
        </pc:spChg>
        <pc:spChg chg="del">
          <ac:chgData name="Takeuchi, Koichiro" userId="b3848a05-443b-4434-8fa5-7398ca0c03c9" providerId="ADAL" clId="{A10AC5A3-C711-4270-8EF1-30E20D42DEFA}" dt="2024-05-27T04:21:52.864" v="2588" actId="478"/>
          <ac:spMkLst>
            <pc:docMk/>
            <pc:sldMk cId="3530669204" sldId="2147480794"/>
            <ac:spMk id="63" creationId="{AB5D7715-7E25-7C56-C228-0D2BB8C0FE4F}"/>
          </ac:spMkLst>
        </pc:spChg>
        <pc:spChg chg="del">
          <ac:chgData name="Takeuchi, Koichiro" userId="b3848a05-443b-4434-8fa5-7398ca0c03c9" providerId="ADAL" clId="{A10AC5A3-C711-4270-8EF1-30E20D42DEFA}" dt="2024-05-27T04:21:50.174" v="2587" actId="478"/>
          <ac:spMkLst>
            <pc:docMk/>
            <pc:sldMk cId="3530669204" sldId="2147480794"/>
            <ac:spMk id="64" creationId="{AD077B82-6358-F618-174B-E22DB4F61C52}"/>
          </ac:spMkLst>
        </pc:spChg>
        <pc:spChg chg="del">
          <ac:chgData name="Takeuchi, Koichiro" userId="b3848a05-443b-4434-8fa5-7398ca0c03c9" providerId="ADAL" clId="{A10AC5A3-C711-4270-8EF1-30E20D42DEFA}" dt="2024-05-27T04:21:50.174" v="2587" actId="478"/>
          <ac:spMkLst>
            <pc:docMk/>
            <pc:sldMk cId="3530669204" sldId="2147480794"/>
            <ac:spMk id="67" creationId="{18F5C232-5D6B-8305-B091-2061E8EEFD60}"/>
          </ac:spMkLst>
        </pc:spChg>
        <pc:spChg chg="del">
          <ac:chgData name="Takeuchi, Koichiro" userId="b3848a05-443b-4434-8fa5-7398ca0c03c9" providerId="ADAL" clId="{A10AC5A3-C711-4270-8EF1-30E20D42DEFA}" dt="2024-05-27T04:21:50.174" v="2587" actId="478"/>
          <ac:spMkLst>
            <pc:docMk/>
            <pc:sldMk cId="3530669204" sldId="2147480794"/>
            <ac:spMk id="89" creationId="{50F3E437-7D14-392F-DB1E-000472141693}"/>
          </ac:spMkLst>
        </pc:spChg>
        <pc:spChg chg="del">
          <ac:chgData name="Takeuchi, Koichiro" userId="b3848a05-443b-4434-8fa5-7398ca0c03c9" providerId="ADAL" clId="{A10AC5A3-C711-4270-8EF1-30E20D42DEFA}" dt="2024-05-27T04:21:50.174" v="2587" actId="478"/>
          <ac:spMkLst>
            <pc:docMk/>
            <pc:sldMk cId="3530669204" sldId="2147480794"/>
            <ac:spMk id="90" creationId="{9DEF6CE1-C883-A006-8C35-85A75D44D578}"/>
          </ac:spMkLst>
        </pc:spChg>
        <pc:spChg chg="del">
          <ac:chgData name="Takeuchi, Koichiro" userId="b3848a05-443b-4434-8fa5-7398ca0c03c9" providerId="ADAL" clId="{A10AC5A3-C711-4270-8EF1-30E20D42DEFA}" dt="2024-05-27T04:21:47.334" v="2586" actId="478"/>
          <ac:spMkLst>
            <pc:docMk/>
            <pc:sldMk cId="3530669204" sldId="2147480794"/>
            <ac:spMk id="91" creationId="{119FCF50-34CF-7AA6-D964-555D3CF8C742}"/>
          </ac:spMkLst>
        </pc:spChg>
        <pc:grpChg chg="add del mod">
          <ac:chgData name="Takeuchi, Koichiro" userId="b3848a05-443b-4434-8fa5-7398ca0c03c9" providerId="ADAL" clId="{A10AC5A3-C711-4270-8EF1-30E20D42DEFA}" dt="2024-05-27T08:06:31.507" v="6229" actId="165"/>
          <ac:grpSpMkLst>
            <pc:docMk/>
            <pc:sldMk cId="3530669204" sldId="2147480794"/>
            <ac:grpSpMk id="8" creationId="{D2391BDC-3EC5-F420-6942-660385145645}"/>
          </ac:grpSpMkLst>
        </pc:grpChg>
        <pc:grpChg chg="del">
          <ac:chgData name="Takeuchi, Koichiro" userId="b3848a05-443b-4434-8fa5-7398ca0c03c9" providerId="ADAL" clId="{A10AC5A3-C711-4270-8EF1-30E20D42DEFA}" dt="2024-05-27T04:21:50.174" v="2587" actId="478"/>
          <ac:grpSpMkLst>
            <pc:docMk/>
            <pc:sldMk cId="3530669204" sldId="2147480794"/>
            <ac:grpSpMk id="19" creationId="{CBAB4438-F74C-2CD2-D6C3-355E0D2CAEA2}"/>
          </ac:grpSpMkLst>
        </pc:grpChg>
        <pc:grpChg chg="del">
          <ac:chgData name="Takeuchi, Koichiro" userId="b3848a05-443b-4434-8fa5-7398ca0c03c9" providerId="ADAL" clId="{A10AC5A3-C711-4270-8EF1-30E20D42DEFA}" dt="2024-05-27T04:21:50.174" v="2587" actId="478"/>
          <ac:grpSpMkLst>
            <pc:docMk/>
            <pc:sldMk cId="3530669204" sldId="2147480794"/>
            <ac:grpSpMk id="41" creationId="{E0F1022A-8041-D3BD-9622-E13713487058}"/>
          </ac:grpSpMkLst>
        </pc:grpChg>
        <pc:picChg chg="add del mod">
          <ac:chgData name="Takeuchi, Koichiro" userId="b3848a05-443b-4434-8fa5-7398ca0c03c9" providerId="ADAL" clId="{A10AC5A3-C711-4270-8EF1-30E20D42DEFA}" dt="2024-05-27T04:57:27.445" v="4943" actId="478"/>
          <ac:picMkLst>
            <pc:docMk/>
            <pc:sldMk cId="3530669204" sldId="2147480794"/>
            <ac:picMk id="4" creationId="{E8A5A36E-3DE3-1165-94F1-0A244C2CBF2A}"/>
          </ac:picMkLst>
        </pc:picChg>
        <pc:picChg chg="add mod">
          <ac:chgData name="Takeuchi, Koichiro" userId="b3848a05-443b-4434-8fa5-7398ca0c03c9" providerId="ADAL" clId="{A10AC5A3-C711-4270-8EF1-30E20D42DEFA}" dt="2024-05-27T08:06:35.852" v="6231" actId="555"/>
          <ac:picMkLst>
            <pc:docMk/>
            <pc:sldMk cId="3530669204" sldId="2147480794"/>
            <ac:picMk id="10" creationId="{7CB25799-E983-64FF-81DF-CC7172679947}"/>
          </ac:picMkLst>
        </pc:picChg>
        <pc:picChg chg="add del mod">
          <ac:chgData name="Takeuchi, Koichiro" userId="b3848a05-443b-4434-8fa5-7398ca0c03c9" providerId="ADAL" clId="{A10AC5A3-C711-4270-8EF1-30E20D42DEFA}" dt="2024-05-27T08:14:14.215" v="6549" actId="555"/>
          <ac:picMkLst>
            <pc:docMk/>
            <pc:sldMk cId="3530669204" sldId="2147480794"/>
            <ac:picMk id="14" creationId="{02704DD5-8396-4DA5-8DC6-9F1214CB1B57}"/>
          </ac:picMkLst>
        </pc:picChg>
        <pc:picChg chg="add mod">
          <ac:chgData name="Takeuchi, Koichiro" userId="b3848a05-443b-4434-8fa5-7398ca0c03c9" providerId="ADAL" clId="{A10AC5A3-C711-4270-8EF1-30E20D42DEFA}" dt="2024-05-27T08:13:58.770" v="6544" actId="1036"/>
          <ac:picMkLst>
            <pc:docMk/>
            <pc:sldMk cId="3530669204" sldId="2147480794"/>
            <ac:picMk id="17" creationId="{FFA40AC8-2934-29E8-59D5-B5E5F8ED613D}"/>
          </ac:picMkLst>
        </pc:picChg>
        <pc:cxnChg chg="del">
          <ac:chgData name="Takeuchi, Koichiro" userId="b3848a05-443b-4434-8fa5-7398ca0c03c9" providerId="ADAL" clId="{A10AC5A3-C711-4270-8EF1-30E20D42DEFA}" dt="2024-05-27T04:21:50.174" v="2587" actId="478"/>
          <ac:cxnSpMkLst>
            <pc:docMk/>
            <pc:sldMk cId="3530669204" sldId="2147480794"/>
            <ac:cxnSpMk id="9" creationId="{14461F44-960D-15E2-BE93-F8E477E14593}"/>
          </ac:cxnSpMkLst>
        </pc:cxnChg>
        <pc:cxnChg chg="del mod">
          <ac:chgData name="Takeuchi, Koichiro" userId="b3848a05-443b-4434-8fa5-7398ca0c03c9" providerId="ADAL" clId="{A10AC5A3-C711-4270-8EF1-30E20D42DEFA}" dt="2024-05-27T04:21:50.174" v="2587" actId="478"/>
          <ac:cxnSpMkLst>
            <pc:docMk/>
            <pc:sldMk cId="3530669204" sldId="2147480794"/>
            <ac:cxnSpMk id="11" creationId="{BD65BEFB-C496-D0FE-48DF-C3F4DA95E70C}"/>
          </ac:cxnSpMkLst>
        </pc:cxnChg>
        <pc:cxnChg chg="del">
          <ac:chgData name="Takeuchi, Koichiro" userId="b3848a05-443b-4434-8fa5-7398ca0c03c9" providerId="ADAL" clId="{A10AC5A3-C711-4270-8EF1-30E20D42DEFA}" dt="2024-05-27T04:21:50.174" v="2587" actId="478"/>
          <ac:cxnSpMkLst>
            <pc:docMk/>
            <pc:sldMk cId="3530669204" sldId="2147480794"/>
            <ac:cxnSpMk id="23" creationId="{C0C95C15-3F71-9E9D-1575-C2D26A9E4A70}"/>
          </ac:cxnSpMkLst>
        </pc:cxnChg>
        <pc:cxnChg chg="del mod">
          <ac:chgData name="Takeuchi, Koichiro" userId="b3848a05-443b-4434-8fa5-7398ca0c03c9" providerId="ADAL" clId="{A10AC5A3-C711-4270-8EF1-30E20D42DEFA}" dt="2024-05-27T04:21:50.174" v="2587" actId="478"/>
          <ac:cxnSpMkLst>
            <pc:docMk/>
            <pc:sldMk cId="3530669204" sldId="2147480794"/>
            <ac:cxnSpMk id="24" creationId="{E8E19477-C774-ACB2-1929-29E11D5BFD5D}"/>
          </ac:cxnSpMkLst>
        </pc:cxnChg>
        <pc:cxnChg chg="del mod">
          <ac:chgData name="Takeuchi, Koichiro" userId="b3848a05-443b-4434-8fa5-7398ca0c03c9" providerId="ADAL" clId="{A10AC5A3-C711-4270-8EF1-30E20D42DEFA}" dt="2024-05-27T04:21:50.174" v="2587" actId="478"/>
          <ac:cxnSpMkLst>
            <pc:docMk/>
            <pc:sldMk cId="3530669204" sldId="2147480794"/>
            <ac:cxnSpMk id="25" creationId="{04BBDA36-239E-CA1A-7E6E-4D9C389BEEED}"/>
          </ac:cxnSpMkLst>
        </pc:cxnChg>
        <pc:cxnChg chg="del">
          <ac:chgData name="Takeuchi, Koichiro" userId="b3848a05-443b-4434-8fa5-7398ca0c03c9" providerId="ADAL" clId="{A10AC5A3-C711-4270-8EF1-30E20D42DEFA}" dt="2024-05-27T04:21:50.174" v="2587" actId="478"/>
          <ac:cxnSpMkLst>
            <pc:docMk/>
            <pc:sldMk cId="3530669204" sldId="2147480794"/>
            <ac:cxnSpMk id="27" creationId="{FF1E746F-BC0B-702B-1E6F-6072329CA152}"/>
          </ac:cxnSpMkLst>
        </pc:cxnChg>
        <pc:cxnChg chg="del mod">
          <ac:chgData name="Takeuchi, Koichiro" userId="b3848a05-443b-4434-8fa5-7398ca0c03c9" providerId="ADAL" clId="{A10AC5A3-C711-4270-8EF1-30E20D42DEFA}" dt="2024-05-27T04:21:50.174" v="2587" actId="478"/>
          <ac:cxnSpMkLst>
            <pc:docMk/>
            <pc:sldMk cId="3530669204" sldId="2147480794"/>
            <ac:cxnSpMk id="31" creationId="{4E4A4944-7882-6E7B-54CE-BB81AEE3D359}"/>
          </ac:cxnSpMkLst>
        </pc:cxnChg>
        <pc:cxnChg chg="del mod">
          <ac:chgData name="Takeuchi, Koichiro" userId="b3848a05-443b-4434-8fa5-7398ca0c03c9" providerId="ADAL" clId="{A10AC5A3-C711-4270-8EF1-30E20D42DEFA}" dt="2024-05-27T04:21:50.174" v="2587" actId="478"/>
          <ac:cxnSpMkLst>
            <pc:docMk/>
            <pc:sldMk cId="3530669204" sldId="2147480794"/>
            <ac:cxnSpMk id="32" creationId="{53609A2D-DC53-5B5F-F1C9-13C64E165B9C}"/>
          </ac:cxnSpMkLst>
        </pc:cxnChg>
        <pc:cxnChg chg="del mod">
          <ac:chgData name="Takeuchi, Koichiro" userId="b3848a05-443b-4434-8fa5-7398ca0c03c9" providerId="ADAL" clId="{A10AC5A3-C711-4270-8EF1-30E20D42DEFA}" dt="2024-05-27T04:21:50.174" v="2587" actId="478"/>
          <ac:cxnSpMkLst>
            <pc:docMk/>
            <pc:sldMk cId="3530669204" sldId="2147480794"/>
            <ac:cxnSpMk id="33" creationId="{7C529D40-A930-4D41-4E1E-B503C5ADDBEF}"/>
          </ac:cxnSpMkLst>
        </pc:cxnChg>
        <pc:cxnChg chg="del mod">
          <ac:chgData name="Takeuchi, Koichiro" userId="b3848a05-443b-4434-8fa5-7398ca0c03c9" providerId="ADAL" clId="{A10AC5A3-C711-4270-8EF1-30E20D42DEFA}" dt="2024-05-27T04:21:50.174" v="2587" actId="478"/>
          <ac:cxnSpMkLst>
            <pc:docMk/>
            <pc:sldMk cId="3530669204" sldId="2147480794"/>
            <ac:cxnSpMk id="34" creationId="{559470EA-2959-6C85-BF44-845229B7617C}"/>
          </ac:cxnSpMkLst>
        </pc:cxnChg>
        <pc:cxnChg chg="del mod">
          <ac:chgData name="Takeuchi, Koichiro" userId="b3848a05-443b-4434-8fa5-7398ca0c03c9" providerId="ADAL" clId="{A10AC5A3-C711-4270-8EF1-30E20D42DEFA}" dt="2024-05-27T04:21:50.174" v="2587" actId="478"/>
          <ac:cxnSpMkLst>
            <pc:docMk/>
            <pc:sldMk cId="3530669204" sldId="2147480794"/>
            <ac:cxnSpMk id="38" creationId="{5C76CB6C-C58E-2267-079F-69B9A8FBD3FB}"/>
          </ac:cxnSpMkLst>
        </pc:cxnChg>
        <pc:cxnChg chg="del mod">
          <ac:chgData name="Takeuchi, Koichiro" userId="b3848a05-443b-4434-8fa5-7398ca0c03c9" providerId="ADAL" clId="{A10AC5A3-C711-4270-8EF1-30E20D42DEFA}" dt="2024-05-27T04:21:50.174" v="2587" actId="478"/>
          <ac:cxnSpMkLst>
            <pc:docMk/>
            <pc:sldMk cId="3530669204" sldId="2147480794"/>
            <ac:cxnSpMk id="39" creationId="{738A7337-175F-CDEA-51A4-C901E6835DDC}"/>
          </ac:cxnSpMkLst>
        </pc:cxnChg>
        <pc:cxnChg chg="del mod">
          <ac:chgData name="Takeuchi, Koichiro" userId="b3848a05-443b-4434-8fa5-7398ca0c03c9" providerId="ADAL" clId="{A10AC5A3-C711-4270-8EF1-30E20D42DEFA}" dt="2024-05-27T04:21:50.174" v="2587" actId="478"/>
          <ac:cxnSpMkLst>
            <pc:docMk/>
            <pc:sldMk cId="3530669204" sldId="2147480794"/>
            <ac:cxnSpMk id="53" creationId="{01E32C2F-7359-5AFE-DF08-979E49F6A81B}"/>
          </ac:cxnSpMkLst>
        </pc:cxnChg>
        <pc:cxnChg chg="del mod">
          <ac:chgData name="Takeuchi, Koichiro" userId="b3848a05-443b-4434-8fa5-7398ca0c03c9" providerId="ADAL" clId="{A10AC5A3-C711-4270-8EF1-30E20D42DEFA}" dt="2024-05-27T04:21:50.174" v="2587" actId="478"/>
          <ac:cxnSpMkLst>
            <pc:docMk/>
            <pc:sldMk cId="3530669204" sldId="2147480794"/>
            <ac:cxnSpMk id="55" creationId="{1F2CF0C5-290A-8E14-A2AA-4E2654D34418}"/>
          </ac:cxnSpMkLst>
        </pc:cxnChg>
        <pc:cxnChg chg="del mod">
          <ac:chgData name="Takeuchi, Koichiro" userId="b3848a05-443b-4434-8fa5-7398ca0c03c9" providerId="ADAL" clId="{A10AC5A3-C711-4270-8EF1-30E20D42DEFA}" dt="2024-05-27T04:21:50.174" v="2587" actId="478"/>
          <ac:cxnSpMkLst>
            <pc:docMk/>
            <pc:sldMk cId="3530669204" sldId="2147480794"/>
            <ac:cxnSpMk id="59" creationId="{E0FF5DCA-37C9-2FF7-1812-0ED6E7EA0397}"/>
          </ac:cxnSpMkLst>
        </pc:cxnChg>
        <pc:cxnChg chg="del mod">
          <ac:chgData name="Takeuchi, Koichiro" userId="b3848a05-443b-4434-8fa5-7398ca0c03c9" providerId="ADAL" clId="{A10AC5A3-C711-4270-8EF1-30E20D42DEFA}" dt="2024-05-27T04:21:52.864" v="2588" actId="478"/>
          <ac:cxnSpMkLst>
            <pc:docMk/>
            <pc:sldMk cId="3530669204" sldId="2147480794"/>
            <ac:cxnSpMk id="62" creationId="{C3EEDDD8-3381-40BE-C7A7-2754EF273575}"/>
          </ac:cxnSpMkLst>
        </pc:cxnChg>
        <pc:cxnChg chg="del mod">
          <ac:chgData name="Takeuchi, Koichiro" userId="b3848a05-443b-4434-8fa5-7398ca0c03c9" providerId="ADAL" clId="{A10AC5A3-C711-4270-8EF1-30E20D42DEFA}" dt="2024-05-27T04:21:50.174" v="2587" actId="478"/>
          <ac:cxnSpMkLst>
            <pc:docMk/>
            <pc:sldMk cId="3530669204" sldId="2147480794"/>
            <ac:cxnSpMk id="86" creationId="{AFDD9068-FCE2-026E-A06D-592275F190E6}"/>
          </ac:cxnSpMkLst>
        </pc:cxnChg>
      </pc:sldChg>
      <pc:sldChg chg="add del">
        <pc:chgData name="Takeuchi, Koichiro" userId="b3848a05-443b-4434-8fa5-7398ca0c03c9" providerId="ADAL" clId="{A10AC5A3-C711-4270-8EF1-30E20D42DEFA}" dt="2024-05-27T04:20:18.030" v="2508" actId="47"/>
        <pc:sldMkLst>
          <pc:docMk/>
          <pc:sldMk cId="3615051397" sldId="2147480794"/>
        </pc:sldMkLst>
      </pc:sldChg>
      <pc:sldChg chg="delSp modSp add del mod">
        <pc:chgData name="Takeuchi, Koichiro" userId="b3848a05-443b-4434-8fa5-7398ca0c03c9" providerId="ADAL" clId="{A10AC5A3-C711-4270-8EF1-30E20D42DEFA}" dt="2024-05-27T04:21:23.253" v="2558" actId="47"/>
        <pc:sldMkLst>
          <pc:docMk/>
          <pc:sldMk cId="3847908341" sldId="2147480794"/>
        </pc:sldMkLst>
        <pc:spChg chg="mod">
          <ac:chgData name="Takeuchi, Koichiro" userId="b3848a05-443b-4434-8fa5-7398ca0c03c9" providerId="ADAL" clId="{A10AC5A3-C711-4270-8EF1-30E20D42DEFA}" dt="2024-05-27T04:21:21.071" v="2557" actId="20577"/>
          <ac:spMkLst>
            <pc:docMk/>
            <pc:sldMk cId="3847908341" sldId="2147480794"/>
            <ac:spMk id="2" creationId="{236E8044-5707-32C9-BB39-B5830ACA9388}"/>
          </ac:spMkLst>
        </pc:spChg>
        <pc:spChg chg="mod">
          <ac:chgData name="Takeuchi, Koichiro" userId="b3848a05-443b-4434-8fa5-7398ca0c03c9" providerId="ADAL" clId="{A10AC5A3-C711-4270-8EF1-30E20D42DEFA}" dt="2024-05-27T04:20:55.165" v="2512"/>
          <ac:spMkLst>
            <pc:docMk/>
            <pc:sldMk cId="3847908341" sldId="2147480794"/>
            <ac:spMk id="4" creationId="{4E91C10C-2DEB-B4D7-60F2-3238F2D38E1C}"/>
          </ac:spMkLst>
        </pc:spChg>
        <pc:picChg chg="del">
          <ac:chgData name="Takeuchi, Koichiro" userId="b3848a05-443b-4434-8fa5-7398ca0c03c9" providerId="ADAL" clId="{A10AC5A3-C711-4270-8EF1-30E20D42DEFA}" dt="2024-05-27T04:21:02.819" v="2513" actId="478"/>
          <ac:picMkLst>
            <pc:docMk/>
            <pc:sldMk cId="3847908341" sldId="2147480794"/>
            <ac:picMk id="8" creationId="{EAA12EBC-3A81-64AB-AC81-85308ECC04EB}"/>
          </ac:picMkLst>
        </pc:picChg>
      </pc:sldChg>
    </pc:docChg>
  </pc:docChgLst>
  <pc:docChgLst>
    <pc:chgData name="Takeuchi, Koichiro" userId="b3848a05-443b-4434-8fa5-7398ca0c03c9" providerId="ADAL" clId="{3FF7AD84-CD27-40CD-9322-45A975286410}"/>
    <pc:docChg chg="undo redo custSel addSld delSld modSld modSection">
      <pc:chgData name="Takeuchi, Koichiro" userId="b3848a05-443b-4434-8fa5-7398ca0c03c9" providerId="ADAL" clId="{3FF7AD84-CD27-40CD-9322-45A975286410}" dt="2024-06-13T01:18:24.752" v="9233" actId="47"/>
      <pc:docMkLst>
        <pc:docMk/>
      </pc:docMkLst>
      <pc:sldChg chg="addSp modSp mod">
        <pc:chgData name="Takeuchi, Koichiro" userId="b3848a05-443b-4434-8fa5-7398ca0c03c9" providerId="ADAL" clId="{3FF7AD84-CD27-40CD-9322-45A975286410}" dt="2024-06-10T11:26:35.267" v="74" actId="20577"/>
        <pc:sldMkLst>
          <pc:docMk/>
          <pc:sldMk cId="1060982302" sldId="2147468617"/>
        </pc:sldMkLst>
        <pc:spChg chg="add mod">
          <ac:chgData name="Takeuchi, Koichiro" userId="b3848a05-443b-4434-8fa5-7398ca0c03c9" providerId="ADAL" clId="{3FF7AD84-CD27-40CD-9322-45A975286410}" dt="2024-06-10T11:26:35.267" v="74" actId="20577"/>
          <ac:spMkLst>
            <pc:docMk/>
            <pc:sldMk cId="1060982302" sldId="2147468617"/>
            <ac:spMk id="2" creationId="{74DC4784-B7FB-E1A2-F2A0-A5B535D7B282}"/>
          </ac:spMkLst>
        </pc:spChg>
      </pc:sldChg>
      <pc:sldChg chg="addSp modSp mod">
        <pc:chgData name="Takeuchi, Koichiro" userId="b3848a05-443b-4434-8fa5-7398ca0c03c9" providerId="ADAL" clId="{3FF7AD84-CD27-40CD-9322-45A975286410}" dt="2024-06-10T11:27:48.644" v="199" actId="14100"/>
        <pc:sldMkLst>
          <pc:docMk/>
          <pc:sldMk cId="4282457053" sldId="2147468665"/>
        </pc:sldMkLst>
        <pc:spChg chg="add mod">
          <ac:chgData name="Takeuchi, Koichiro" userId="b3848a05-443b-4434-8fa5-7398ca0c03c9" providerId="ADAL" clId="{3FF7AD84-CD27-40CD-9322-45A975286410}" dt="2024-06-10T11:27:48.644" v="199" actId="14100"/>
          <ac:spMkLst>
            <pc:docMk/>
            <pc:sldMk cId="4282457053" sldId="2147468665"/>
            <ac:spMk id="7" creationId="{51A42D31-C7F7-6BF7-B68A-3EA6F349BF1A}"/>
          </ac:spMkLst>
        </pc:spChg>
      </pc:sldChg>
      <pc:sldChg chg="addSp modSp mod">
        <pc:chgData name="Takeuchi, Koichiro" userId="b3848a05-443b-4434-8fa5-7398ca0c03c9" providerId="ADAL" clId="{3FF7AD84-CD27-40CD-9322-45A975286410}" dt="2024-06-10T11:39:25.797" v="1106" actId="207"/>
        <pc:sldMkLst>
          <pc:docMk/>
          <pc:sldMk cId="908662233" sldId="2147468668"/>
        </pc:sldMkLst>
        <pc:spChg chg="add mod">
          <ac:chgData name="Takeuchi, Koichiro" userId="b3848a05-443b-4434-8fa5-7398ca0c03c9" providerId="ADAL" clId="{3FF7AD84-CD27-40CD-9322-45A975286410}" dt="2024-06-10T11:39:25.797" v="1106" actId="207"/>
          <ac:spMkLst>
            <pc:docMk/>
            <pc:sldMk cId="908662233" sldId="2147468668"/>
            <ac:spMk id="8" creationId="{1ABCF44E-DBCE-D47D-67E1-104D96828BC6}"/>
          </ac:spMkLst>
        </pc:spChg>
      </pc:sldChg>
      <pc:sldChg chg="addSp modSp mod">
        <pc:chgData name="Takeuchi, Koichiro" userId="b3848a05-443b-4434-8fa5-7398ca0c03c9" providerId="ADAL" clId="{3FF7AD84-CD27-40CD-9322-45A975286410}" dt="2024-06-10T11:47:17.468" v="1648" actId="14100"/>
        <pc:sldMkLst>
          <pc:docMk/>
          <pc:sldMk cId="3260510982" sldId="2147468670"/>
        </pc:sldMkLst>
        <pc:spChg chg="add mod">
          <ac:chgData name="Takeuchi, Koichiro" userId="b3848a05-443b-4434-8fa5-7398ca0c03c9" providerId="ADAL" clId="{3FF7AD84-CD27-40CD-9322-45A975286410}" dt="2024-06-10T11:47:17.468" v="1648" actId="14100"/>
          <ac:spMkLst>
            <pc:docMk/>
            <pc:sldMk cId="3260510982" sldId="2147468670"/>
            <ac:spMk id="11" creationId="{227FD820-8866-0E2F-DF4E-F73E11BA2FE9}"/>
          </ac:spMkLst>
        </pc:spChg>
      </pc:sldChg>
      <pc:sldChg chg="addSp delSp modSp mod">
        <pc:chgData name="Takeuchi, Koichiro" userId="b3848a05-443b-4434-8fa5-7398ca0c03c9" providerId="ADAL" clId="{3FF7AD84-CD27-40CD-9322-45A975286410}" dt="2024-06-11T06:19:12.602" v="2461" actId="14100"/>
        <pc:sldMkLst>
          <pc:docMk/>
          <pc:sldMk cId="3380780641" sldId="2147480792"/>
        </pc:sldMkLst>
        <pc:spChg chg="add mod">
          <ac:chgData name="Takeuchi, Koichiro" userId="b3848a05-443b-4434-8fa5-7398ca0c03c9" providerId="ADAL" clId="{3FF7AD84-CD27-40CD-9322-45A975286410}" dt="2024-06-11T06:19:12.602" v="2461" actId="14100"/>
          <ac:spMkLst>
            <pc:docMk/>
            <pc:sldMk cId="3380780641" sldId="2147480792"/>
            <ac:spMk id="3" creationId="{85571E53-A133-2E5D-AE56-260D79029CD8}"/>
          </ac:spMkLst>
        </pc:spChg>
        <pc:spChg chg="add del mod">
          <ac:chgData name="Takeuchi, Koichiro" userId="b3848a05-443b-4434-8fa5-7398ca0c03c9" providerId="ADAL" clId="{3FF7AD84-CD27-40CD-9322-45A975286410}" dt="2024-06-10T11:54:18.156" v="1908" actId="478"/>
          <ac:spMkLst>
            <pc:docMk/>
            <pc:sldMk cId="3380780641" sldId="2147480792"/>
            <ac:spMk id="12" creationId="{21AC2C68-20EE-8470-D4D9-6EB5258904E1}"/>
          </ac:spMkLst>
        </pc:spChg>
      </pc:sldChg>
      <pc:sldChg chg="addSp modSp mod">
        <pc:chgData name="Takeuchi, Koichiro" userId="b3848a05-443b-4434-8fa5-7398ca0c03c9" providerId="ADAL" clId="{3FF7AD84-CD27-40CD-9322-45A975286410}" dt="2024-06-11T07:06:14.544" v="7210" actId="207"/>
        <pc:sldMkLst>
          <pc:docMk/>
          <pc:sldMk cId="3530669204" sldId="2147480794"/>
        </pc:sldMkLst>
        <pc:spChg chg="add mod">
          <ac:chgData name="Takeuchi, Koichiro" userId="b3848a05-443b-4434-8fa5-7398ca0c03c9" providerId="ADAL" clId="{3FF7AD84-CD27-40CD-9322-45A975286410}" dt="2024-06-11T06:23:05.813" v="2873" actId="14100"/>
          <ac:spMkLst>
            <pc:docMk/>
            <pc:sldMk cId="3530669204" sldId="2147480794"/>
            <ac:spMk id="8" creationId="{6C69439B-F130-4AD6-D97D-6B912ABC8D4B}"/>
          </ac:spMkLst>
        </pc:spChg>
        <pc:spChg chg="add mod">
          <ac:chgData name="Takeuchi, Koichiro" userId="b3848a05-443b-4434-8fa5-7398ca0c03c9" providerId="ADAL" clId="{3FF7AD84-CD27-40CD-9322-45A975286410}" dt="2024-06-11T07:06:14.544" v="7210" actId="207"/>
          <ac:spMkLst>
            <pc:docMk/>
            <pc:sldMk cId="3530669204" sldId="2147480794"/>
            <ac:spMk id="9" creationId="{AF4EFFCB-8726-2EA8-11E8-25433F50DCA1}"/>
          </ac:spMkLst>
        </pc:spChg>
      </pc:sldChg>
      <pc:sldChg chg="addSp delSp modSp new mod">
        <pc:chgData name="Takeuchi, Koichiro" userId="b3848a05-443b-4434-8fa5-7398ca0c03c9" providerId="ADAL" clId="{3FF7AD84-CD27-40CD-9322-45A975286410}" dt="2024-06-13T00:10:22.168" v="8896" actId="14100"/>
        <pc:sldMkLst>
          <pc:docMk/>
          <pc:sldMk cId="3876441418" sldId="2147480795"/>
        </pc:sldMkLst>
        <pc:spChg chg="mod">
          <ac:chgData name="Takeuchi, Koichiro" userId="b3848a05-443b-4434-8fa5-7398ca0c03c9" providerId="ADAL" clId="{3FF7AD84-CD27-40CD-9322-45A975286410}" dt="2024-06-11T06:45:41.859" v="3286" actId="20577"/>
          <ac:spMkLst>
            <pc:docMk/>
            <pc:sldMk cId="3876441418" sldId="2147480795"/>
            <ac:spMk id="2" creationId="{14526F6C-C9A4-555D-32CC-C62E692FE11F}"/>
          </ac:spMkLst>
        </pc:spChg>
        <pc:spChg chg="add mod">
          <ac:chgData name="Takeuchi, Koichiro" userId="b3848a05-443b-4434-8fa5-7398ca0c03c9" providerId="ADAL" clId="{3FF7AD84-CD27-40CD-9322-45A975286410}" dt="2024-06-13T00:10:22.168" v="8896" actId="14100"/>
          <ac:spMkLst>
            <pc:docMk/>
            <pc:sldMk cId="3876441418" sldId="2147480795"/>
            <ac:spMk id="3" creationId="{42524B08-E6D1-C294-8489-9840E0EE3E05}"/>
          </ac:spMkLst>
        </pc:spChg>
        <pc:spChg chg="del">
          <ac:chgData name="Takeuchi, Koichiro" userId="b3848a05-443b-4434-8fa5-7398ca0c03c9" providerId="ADAL" clId="{3FF7AD84-CD27-40CD-9322-45A975286410}" dt="2024-06-11T06:46:30.180" v="3288" actId="478"/>
          <ac:spMkLst>
            <pc:docMk/>
            <pc:sldMk cId="3876441418" sldId="2147480795"/>
            <ac:spMk id="3" creationId="{4D1A01A2-4B46-2CD1-886F-D9BEE7B148ED}"/>
          </ac:spMkLst>
        </pc:spChg>
        <pc:spChg chg="add mod">
          <ac:chgData name="Takeuchi, Koichiro" userId="b3848a05-443b-4434-8fa5-7398ca0c03c9" providerId="ADAL" clId="{3FF7AD84-CD27-40CD-9322-45A975286410}" dt="2024-06-11T06:45:46.917" v="3287"/>
          <ac:spMkLst>
            <pc:docMk/>
            <pc:sldMk cId="3876441418" sldId="2147480795"/>
            <ac:spMk id="7" creationId="{57BB8583-EF76-AF2C-50A3-3F582F876C16}"/>
          </ac:spMkLst>
        </pc:spChg>
        <pc:spChg chg="mod">
          <ac:chgData name="Takeuchi, Koichiro" userId="b3848a05-443b-4434-8fa5-7398ca0c03c9" providerId="ADAL" clId="{3FF7AD84-CD27-40CD-9322-45A975286410}" dt="2024-06-11T06:47:04.899" v="3340" actId="255"/>
          <ac:spMkLst>
            <pc:docMk/>
            <pc:sldMk cId="3876441418" sldId="2147480795"/>
            <ac:spMk id="10" creationId="{BF33B3E8-A93C-214F-EA80-369AB9385D9D}"/>
          </ac:spMkLst>
        </pc:spChg>
        <pc:spChg chg="add mod">
          <ac:chgData name="Takeuchi, Koichiro" userId="b3848a05-443b-4434-8fa5-7398ca0c03c9" providerId="ADAL" clId="{3FF7AD84-CD27-40CD-9322-45A975286410}" dt="2024-06-11T07:03:33.764" v="6723" actId="164"/>
          <ac:spMkLst>
            <pc:docMk/>
            <pc:sldMk cId="3876441418" sldId="2147480795"/>
            <ac:spMk id="11" creationId="{59810F2D-8DBF-28E3-9F04-9F3922642370}"/>
          </ac:spMkLst>
        </pc:spChg>
        <pc:spChg chg="add mod">
          <ac:chgData name="Takeuchi, Koichiro" userId="b3848a05-443b-4434-8fa5-7398ca0c03c9" providerId="ADAL" clId="{3FF7AD84-CD27-40CD-9322-45A975286410}" dt="2024-06-11T07:03:33.764" v="6723" actId="164"/>
          <ac:spMkLst>
            <pc:docMk/>
            <pc:sldMk cId="3876441418" sldId="2147480795"/>
            <ac:spMk id="12" creationId="{16E69EFA-A9CC-5FFF-5FBC-60A44FDC3736}"/>
          </ac:spMkLst>
        </pc:spChg>
        <pc:spChg chg="mod">
          <ac:chgData name="Takeuchi, Koichiro" userId="b3848a05-443b-4434-8fa5-7398ca0c03c9" providerId="ADAL" clId="{3FF7AD84-CD27-40CD-9322-45A975286410}" dt="2024-06-11T06:47:04.899" v="3340" actId="255"/>
          <ac:spMkLst>
            <pc:docMk/>
            <pc:sldMk cId="3876441418" sldId="2147480795"/>
            <ac:spMk id="15" creationId="{66582675-E6B4-BF82-B6C8-5C3FCC24C50F}"/>
          </ac:spMkLst>
        </pc:spChg>
        <pc:spChg chg="add mod">
          <ac:chgData name="Takeuchi, Koichiro" userId="b3848a05-443b-4434-8fa5-7398ca0c03c9" providerId="ADAL" clId="{3FF7AD84-CD27-40CD-9322-45A975286410}" dt="2024-06-11T07:03:33.764" v="6723" actId="164"/>
          <ac:spMkLst>
            <pc:docMk/>
            <pc:sldMk cId="3876441418" sldId="2147480795"/>
            <ac:spMk id="16" creationId="{B588129A-D9E2-C50D-B1C5-8F22CB71CEED}"/>
          </ac:spMkLst>
        </pc:spChg>
        <pc:spChg chg="add mod">
          <ac:chgData name="Takeuchi, Koichiro" userId="b3848a05-443b-4434-8fa5-7398ca0c03c9" providerId="ADAL" clId="{3FF7AD84-CD27-40CD-9322-45A975286410}" dt="2024-06-11T07:03:33.764" v="6723" actId="164"/>
          <ac:spMkLst>
            <pc:docMk/>
            <pc:sldMk cId="3876441418" sldId="2147480795"/>
            <ac:spMk id="17" creationId="{D9308A04-A83D-2024-AA33-38C29262BBC9}"/>
          </ac:spMkLst>
        </pc:spChg>
        <pc:spChg chg="add mod">
          <ac:chgData name="Takeuchi, Koichiro" userId="b3848a05-443b-4434-8fa5-7398ca0c03c9" providerId="ADAL" clId="{3FF7AD84-CD27-40CD-9322-45A975286410}" dt="2024-06-11T07:03:33.764" v="6723" actId="164"/>
          <ac:spMkLst>
            <pc:docMk/>
            <pc:sldMk cId="3876441418" sldId="2147480795"/>
            <ac:spMk id="18" creationId="{6B398663-5B31-104B-51E7-53FE91745A3E}"/>
          </ac:spMkLst>
        </pc:spChg>
        <pc:spChg chg="add mod">
          <ac:chgData name="Takeuchi, Koichiro" userId="b3848a05-443b-4434-8fa5-7398ca0c03c9" providerId="ADAL" clId="{3FF7AD84-CD27-40CD-9322-45A975286410}" dt="2024-06-11T07:03:33.764" v="6723" actId="164"/>
          <ac:spMkLst>
            <pc:docMk/>
            <pc:sldMk cId="3876441418" sldId="2147480795"/>
            <ac:spMk id="19" creationId="{2F799DB2-C099-F548-3EC8-F99CEEB97F49}"/>
          </ac:spMkLst>
        </pc:spChg>
        <pc:spChg chg="add mod">
          <ac:chgData name="Takeuchi, Koichiro" userId="b3848a05-443b-4434-8fa5-7398ca0c03c9" providerId="ADAL" clId="{3FF7AD84-CD27-40CD-9322-45A975286410}" dt="2024-06-11T07:03:33.764" v="6723" actId="164"/>
          <ac:spMkLst>
            <pc:docMk/>
            <pc:sldMk cId="3876441418" sldId="2147480795"/>
            <ac:spMk id="20" creationId="{96DD1CF0-4F91-E631-BD03-C61F000B6BF7}"/>
          </ac:spMkLst>
        </pc:spChg>
        <pc:spChg chg="add mod">
          <ac:chgData name="Takeuchi, Koichiro" userId="b3848a05-443b-4434-8fa5-7398ca0c03c9" providerId="ADAL" clId="{3FF7AD84-CD27-40CD-9322-45A975286410}" dt="2024-06-11T07:03:33.764" v="6723" actId="164"/>
          <ac:spMkLst>
            <pc:docMk/>
            <pc:sldMk cId="3876441418" sldId="2147480795"/>
            <ac:spMk id="21" creationId="{9CF591E3-9A40-9F62-BE93-6B3FE3C6A64E}"/>
          </ac:spMkLst>
        </pc:spChg>
        <pc:spChg chg="add mod">
          <ac:chgData name="Takeuchi, Koichiro" userId="b3848a05-443b-4434-8fa5-7398ca0c03c9" providerId="ADAL" clId="{3FF7AD84-CD27-40CD-9322-45A975286410}" dt="2024-06-11T07:03:33.764" v="6723" actId="164"/>
          <ac:spMkLst>
            <pc:docMk/>
            <pc:sldMk cId="3876441418" sldId="2147480795"/>
            <ac:spMk id="22" creationId="{674B5942-6DCA-06A0-8685-A9545B3B373F}"/>
          </ac:spMkLst>
        </pc:spChg>
        <pc:spChg chg="add mod">
          <ac:chgData name="Takeuchi, Koichiro" userId="b3848a05-443b-4434-8fa5-7398ca0c03c9" providerId="ADAL" clId="{3FF7AD84-CD27-40CD-9322-45A975286410}" dt="2024-06-11T07:03:33.764" v="6723" actId="164"/>
          <ac:spMkLst>
            <pc:docMk/>
            <pc:sldMk cId="3876441418" sldId="2147480795"/>
            <ac:spMk id="23" creationId="{0156D670-CBE0-9E12-5AF8-D6E218C8E7E0}"/>
          </ac:spMkLst>
        </pc:spChg>
        <pc:spChg chg="add mod">
          <ac:chgData name="Takeuchi, Koichiro" userId="b3848a05-443b-4434-8fa5-7398ca0c03c9" providerId="ADAL" clId="{3FF7AD84-CD27-40CD-9322-45A975286410}" dt="2024-06-11T07:03:33.764" v="6723" actId="164"/>
          <ac:spMkLst>
            <pc:docMk/>
            <pc:sldMk cId="3876441418" sldId="2147480795"/>
            <ac:spMk id="24" creationId="{3A5404FC-3E70-9C85-F036-888A9F7083B9}"/>
          </ac:spMkLst>
        </pc:spChg>
        <pc:spChg chg="add mod">
          <ac:chgData name="Takeuchi, Koichiro" userId="b3848a05-443b-4434-8fa5-7398ca0c03c9" providerId="ADAL" clId="{3FF7AD84-CD27-40CD-9322-45A975286410}" dt="2024-06-11T07:03:33.764" v="6723" actId="164"/>
          <ac:spMkLst>
            <pc:docMk/>
            <pc:sldMk cId="3876441418" sldId="2147480795"/>
            <ac:spMk id="25" creationId="{C01BA6D4-ADA6-E096-C2D4-A34A5F72E99D}"/>
          </ac:spMkLst>
        </pc:spChg>
        <pc:spChg chg="add mod">
          <ac:chgData name="Takeuchi, Koichiro" userId="b3848a05-443b-4434-8fa5-7398ca0c03c9" providerId="ADAL" clId="{3FF7AD84-CD27-40CD-9322-45A975286410}" dt="2024-06-11T07:03:33.764" v="6723" actId="164"/>
          <ac:spMkLst>
            <pc:docMk/>
            <pc:sldMk cId="3876441418" sldId="2147480795"/>
            <ac:spMk id="26" creationId="{C34FCC08-2917-80AF-56AA-8715049CBE75}"/>
          </ac:spMkLst>
        </pc:spChg>
        <pc:spChg chg="add mod">
          <ac:chgData name="Takeuchi, Koichiro" userId="b3848a05-443b-4434-8fa5-7398ca0c03c9" providerId="ADAL" clId="{3FF7AD84-CD27-40CD-9322-45A975286410}" dt="2024-06-11T07:03:33.764" v="6723" actId="164"/>
          <ac:spMkLst>
            <pc:docMk/>
            <pc:sldMk cId="3876441418" sldId="2147480795"/>
            <ac:spMk id="27" creationId="{78ABBFBD-BC2A-CE88-D25D-3CB8B92CD4A8}"/>
          </ac:spMkLst>
        </pc:spChg>
        <pc:spChg chg="add mod">
          <ac:chgData name="Takeuchi, Koichiro" userId="b3848a05-443b-4434-8fa5-7398ca0c03c9" providerId="ADAL" clId="{3FF7AD84-CD27-40CD-9322-45A975286410}" dt="2024-06-11T07:03:33.764" v="6723" actId="164"/>
          <ac:spMkLst>
            <pc:docMk/>
            <pc:sldMk cId="3876441418" sldId="2147480795"/>
            <ac:spMk id="28" creationId="{A16301A6-E9B5-770A-E2A2-D3C73EC2F723}"/>
          </ac:spMkLst>
        </pc:spChg>
        <pc:spChg chg="add mod">
          <ac:chgData name="Takeuchi, Koichiro" userId="b3848a05-443b-4434-8fa5-7398ca0c03c9" providerId="ADAL" clId="{3FF7AD84-CD27-40CD-9322-45A975286410}" dt="2024-06-11T07:03:33.764" v="6723" actId="164"/>
          <ac:spMkLst>
            <pc:docMk/>
            <pc:sldMk cId="3876441418" sldId="2147480795"/>
            <ac:spMk id="29" creationId="{7731FD7A-AF08-E044-3DF3-09ACAD9B03FF}"/>
          </ac:spMkLst>
        </pc:spChg>
        <pc:spChg chg="mod">
          <ac:chgData name="Takeuchi, Koichiro" userId="b3848a05-443b-4434-8fa5-7398ca0c03c9" providerId="ADAL" clId="{3FF7AD84-CD27-40CD-9322-45A975286410}" dt="2024-06-11T07:02:48.574" v="6666" actId="20577"/>
          <ac:spMkLst>
            <pc:docMk/>
            <pc:sldMk cId="3876441418" sldId="2147480795"/>
            <ac:spMk id="32" creationId="{7AEE418E-5C9C-FCE2-2844-5BDD9D1EAC65}"/>
          </ac:spMkLst>
        </pc:spChg>
        <pc:spChg chg="mod">
          <ac:chgData name="Takeuchi, Koichiro" userId="b3848a05-443b-4434-8fa5-7398ca0c03c9" providerId="ADAL" clId="{3FF7AD84-CD27-40CD-9322-45A975286410}" dt="2024-06-11T07:03:27.928" v="6722" actId="20577"/>
          <ac:spMkLst>
            <pc:docMk/>
            <pc:sldMk cId="3876441418" sldId="2147480795"/>
            <ac:spMk id="35" creationId="{F716DEAA-F858-F64C-EB6F-44A850B1B19B}"/>
          </ac:spMkLst>
        </pc:spChg>
        <pc:grpChg chg="add mod">
          <ac:chgData name="Takeuchi, Koichiro" userId="b3848a05-443b-4434-8fa5-7398ca0c03c9" providerId="ADAL" clId="{3FF7AD84-CD27-40CD-9322-45A975286410}" dt="2024-06-11T07:03:33.764" v="6723" actId="164"/>
          <ac:grpSpMkLst>
            <pc:docMk/>
            <pc:sldMk cId="3876441418" sldId="2147480795"/>
            <ac:grpSpMk id="8" creationId="{B92268BB-2A16-1CDD-E018-46314A6FCC2D}"/>
          </ac:grpSpMkLst>
        </pc:grpChg>
        <pc:grpChg chg="add mod">
          <ac:chgData name="Takeuchi, Koichiro" userId="b3848a05-443b-4434-8fa5-7398ca0c03c9" providerId="ADAL" clId="{3FF7AD84-CD27-40CD-9322-45A975286410}" dt="2024-06-11T07:03:33.764" v="6723" actId="164"/>
          <ac:grpSpMkLst>
            <pc:docMk/>
            <pc:sldMk cId="3876441418" sldId="2147480795"/>
            <ac:grpSpMk id="13" creationId="{9CFD7342-07A7-17D9-A4B0-39F47001062E}"/>
          </ac:grpSpMkLst>
        </pc:grpChg>
        <pc:grpChg chg="add mod">
          <ac:chgData name="Takeuchi, Koichiro" userId="b3848a05-443b-4434-8fa5-7398ca0c03c9" providerId="ADAL" clId="{3FF7AD84-CD27-40CD-9322-45A975286410}" dt="2024-06-11T07:03:33.764" v="6723" actId="164"/>
          <ac:grpSpMkLst>
            <pc:docMk/>
            <pc:sldMk cId="3876441418" sldId="2147480795"/>
            <ac:grpSpMk id="30" creationId="{52C41ACA-AADF-7A10-1668-2A79AF5466F2}"/>
          </ac:grpSpMkLst>
        </pc:grpChg>
        <pc:grpChg chg="add mod">
          <ac:chgData name="Takeuchi, Koichiro" userId="b3848a05-443b-4434-8fa5-7398ca0c03c9" providerId="ADAL" clId="{3FF7AD84-CD27-40CD-9322-45A975286410}" dt="2024-06-11T07:03:33.764" v="6723" actId="164"/>
          <ac:grpSpMkLst>
            <pc:docMk/>
            <pc:sldMk cId="3876441418" sldId="2147480795"/>
            <ac:grpSpMk id="33" creationId="{AE4C2BE7-54A6-4CB4-2BCF-8E57ADA3557E}"/>
          </ac:grpSpMkLst>
        </pc:grpChg>
        <pc:grpChg chg="add mod">
          <ac:chgData name="Takeuchi, Koichiro" userId="b3848a05-443b-4434-8fa5-7398ca0c03c9" providerId="ADAL" clId="{3FF7AD84-CD27-40CD-9322-45A975286410}" dt="2024-06-11T07:03:34.849" v="6724" actId="12788"/>
          <ac:grpSpMkLst>
            <pc:docMk/>
            <pc:sldMk cId="3876441418" sldId="2147480795"/>
            <ac:grpSpMk id="36" creationId="{2EC0DBC3-AF95-F872-116B-8354A2C49416}"/>
          </ac:grpSpMkLst>
        </pc:grpChg>
        <pc:cxnChg chg="mod">
          <ac:chgData name="Takeuchi, Koichiro" userId="b3848a05-443b-4434-8fa5-7398ca0c03c9" providerId="ADAL" clId="{3FF7AD84-CD27-40CD-9322-45A975286410}" dt="2024-06-11T06:46:30.496" v="3289"/>
          <ac:cxnSpMkLst>
            <pc:docMk/>
            <pc:sldMk cId="3876441418" sldId="2147480795"/>
            <ac:cxnSpMk id="9" creationId="{92E0E4B1-88CA-5227-AC47-EE59125F74A4}"/>
          </ac:cxnSpMkLst>
        </pc:cxnChg>
        <pc:cxnChg chg="mod">
          <ac:chgData name="Takeuchi, Koichiro" userId="b3848a05-443b-4434-8fa5-7398ca0c03c9" providerId="ADAL" clId="{3FF7AD84-CD27-40CD-9322-45A975286410}" dt="2024-06-11T06:46:30.496" v="3289"/>
          <ac:cxnSpMkLst>
            <pc:docMk/>
            <pc:sldMk cId="3876441418" sldId="2147480795"/>
            <ac:cxnSpMk id="14" creationId="{B8298A78-1AB0-5E9A-38BA-677031F57AB7}"/>
          </ac:cxnSpMkLst>
        </pc:cxnChg>
        <pc:cxnChg chg="mod">
          <ac:chgData name="Takeuchi, Koichiro" userId="b3848a05-443b-4434-8fa5-7398ca0c03c9" providerId="ADAL" clId="{3FF7AD84-CD27-40CD-9322-45A975286410}" dt="2024-06-11T07:02:44.452" v="6652"/>
          <ac:cxnSpMkLst>
            <pc:docMk/>
            <pc:sldMk cId="3876441418" sldId="2147480795"/>
            <ac:cxnSpMk id="31" creationId="{09019FA2-C088-29CC-B60B-434535BC7C99}"/>
          </ac:cxnSpMkLst>
        </pc:cxnChg>
        <pc:cxnChg chg="mod">
          <ac:chgData name="Takeuchi, Koichiro" userId="b3848a05-443b-4434-8fa5-7398ca0c03c9" providerId="ADAL" clId="{3FF7AD84-CD27-40CD-9322-45A975286410}" dt="2024-06-11T07:03:05.781" v="6677"/>
          <ac:cxnSpMkLst>
            <pc:docMk/>
            <pc:sldMk cId="3876441418" sldId="2147480795"/>
            <ac:cxnSpMk id="34" creationId="{CC5477F1-FA35-F52A-C563-1072D21D9FB6}"/>
          </ac:cxnSpMkLst>
        </pc:cxnChg>
      </pc:sldChg>
      <pc:sldChg chg="addSp delSp modSp add mod">
        <pc:chgData name="Takeuchi, Koichiro" userId="b3848a05-443b-4434-8fa5-7398ca0c03c9" providerId="ADAL" clId="{3FF7AD84-CD27-40CD-9322-45A975286410}" dt="2024-06-13T00:57:03.721" v="9231" actId="20577"/>
        <pc:sldMkLst>
          <pc:docMk/>
          <pc:sldMk cId="2516064869" sldId="2147480796"/>
        </pc:sldMkLst>
        <pc:spChg chg="add mod">
          <ac:chgData name="Takeuchi, Koichiro" userId="b3848a05-443b-4434-8fa5-7398ca0c03c9" providerId="ADAL" clId="{3FF7AD84-CD27-40CD-9322-45A975286410}" dt="2024-06-11T07:43:45.536" v="8520" actId="553"/>
          <ac:spMkLst>
            <pc:docMk/>
            <pc:sldMk cId="2516064869" sldId="2147480796"/>
            <ac:spMk id="3" creationId="{45959641-5643-5A9F-D96E-BD37B774EEC7}"/>
          </ac:spMkLst>
        </pc:spChg>
        <pc:spChg chg="add mod">
          <ac:chgData name="Takeuchi, Koichiro" userId="b3848a05-443b-4434-8fa5-7398ca0c03c9" providerId="ADAL" clId="{3FF7AD84-CD27-40CD-9322-45A975286410}" dt="2024-06-11T07:43:46.598" v="8522"/>
          <ac:spMkLst>
            <pc:docMk/>
            <pc:sldMk cId="2516064869" sldId="2147480796"/>
            <ac:spMk id="7" creationId="{0110C97F-91AF-5ED7-E57C-28E3C4B2D143}"/>
          </ac:spMkLst>
        </pc:spChg>
        <pc:spChg chg="mod">
          <ac:chgData name="Takeuchi, Koichiro" userId="b3848a05-443b-4434-8fa5-7398ca0c03c9" providerId="ADAL" clId="{3FF7AD84-CD27-40CD-9322-45A975286410}" dt="2024-06-11T07:08:08.229" v="7599" actId="165"/>
          <ac:spMkLst>
            <pc:docMk/>
            <pc:sldMk cId="2516064869" sldId="2147480796"/>
            <ac:spMk id="10" creationId="{BF33B3E8-A93C-214F-EA80-369AB9385D9D}"/>
          </ac:spMkLst>
        </pc:spChg>
        <pc:spChg chg="mod topLvl">
          <ac:chgData name="Takeuchi, Koichiro" userId="b3848a05-443b-4434-8fa5-7398ca0c03c9" providerId="ADAL" clId="{3FF7AD84-CD27-40CD-9322-45A975286410}" dt="2024-06-11T07:08:08.229" v="7599" actId="165"/>
          <ac:spMkLst>
            <pc:docMk/>
            <pc:sldMk cId="2516064869" sldId="2147480796"/>
            <ac:spMk id="11" creationId="{59810F2D-8DBF-28E3-9F04-9F3922642370}"/>
          </ac:spMkLst>
        </pc:spChg>
        <pc:spChg chg="mod topLvl">
          <ac:chgData name="Takeuchi, Koichiro" userId="b3848a05-443b-4434-8fa5-7398ca0c03c9" providerId="ADAL" clId="{3FF7AD84-CD27-40CD-9322-45A975286410}" dt="2024-06-11T07:08:08.229" v="7599" actId="165"/>
          <ac:spMkLst>
            <pc:docMk/>
            <pc:sldMk cId="2516064869" sldId="2147480796"/>
            <ac:spMk id="12" creationId="{16E69EFA-A9CC-5FFF-5FBC-60A44FDC3736}"/>
          </ac:spMkLst>
        </pc:spChg>
        <pc:spChg chg="mod">
          <ac:chgData name="Takeuchi, Koichiro" userId="b3848a05-443b-4434-8fa5-7398ca0c03c9" providerId="ADAL" clId="{3FF7AD84-CD27-40CD-9322-45A975286410}" dt="2024-06-11T07:08:08.229" v="7599" actId="165"/>
          <ac:spMkLst>
            <pc:docMk/>
            <pc:sldMk cId="2516064869" sldId="2147480796"/>
            <ac:spMk id="15" creationId="{66582675-E6B4-BF82-B6C8-5C3FCC24C50F}"/>
          </ac:spMkLst>
        </pc:spChg>
        <pc:spChg chg="mod topLvl">
          <ac:chgData name="Takeuchi, Koichiro" userId="b3848a05-443b-4434-8fa5-7398ca0c03c9" providerId="ADAL" clId="{3FF7AD84-CD27-40CD-9322-45A975286410}" dt="2024-06-11T07:08:08.229" v="7599" actId="165"/>
          <ac:spMkLst>
            <pc:docMk/>
            <pc:sldMk cId="2516064869" sldId="2147480796"/>
            <ac:spMk id="16" creationId="{B588129A-D9E2-C50D-B1C5-8F22CB71CEED}"/>
          </ac:spMkLst>
        </pc:spChg>
        <pc:spChg chg="mod topLvl">
          <ac:chgData name="Takeuchi, Koichiro" userId="b3848a05-443b-4434-8fa5-7398ca0c03c9" providerId="ADAL" clId="{3FF7AD84-CD27-40CD-9322-45A975286410}" dt="2024-06-11T07:08:08.229" v="7599" actId="165"/>
          <ac:spMkLst>
            <pc:docMk/>
            <pc:sldMk cId="2516064869" sldId="2147480796"/>
            <ac:spMk id="17" creationId="{D9308A04-A83D-2024-AA33-38C29262BBC9}"/>
          </ac:spMkLst>
        </pc:spChg>
        <pc:spChg chg="mod topLvl">
          <ac:chgData name="Takeuchi, Koichiro" userId="b3848a05-443b-4434-8fa5-7398ca0c03c9" providerId="ADAL" clId="{3FF7AD84-CD27-40CD-9322-45A975286410}" dt="2024-06-11T07:08:08.229" v="7599" actId="165"/>
          <ac:spMkLst>
            <pc:docMk/>
            <pc:sldMk cId="2516064869" sldId="2147480796"/>
            <ac:spMk id="18" creationId="{6B398663-5B31-104B-51E7-53FE91745A3E}"/>
          </ac:spMkLst>
        </pc:spChg>
        <pc:spChg chg="mod topLvl">
          <ac:chgData name="Takeuchi, Koichiro" userId="b3848a05-443b-4434-8fa5-7398ca0c03c9" providerId="ADAL" clId="{3FF7AD84-CD27-40CD-9322-45A975286410}" dt="2024-06-11T07:08:08.229" v="7599" actId="165"/>
          <ac:spMkLst>
            <pc:docMk/>
            <pc:sldMk cId="2516064869" sldId="2147480796"/>
            <ac:spMk id="19" creationId="{2F799DB2-C099-F548-3EC8-F99CEEB97F49}"/>
          </ac:spMkLst>
        </pc:spChg>
        <pc:spChg chg="mod topLvl">
          <ac:chgData name="Takeuchi, Koichiro" userId="b3848a05-443b-4434-8fa5-7398ca0c03c9" providerId="ADAL" clId="{3FF7AD84-CD27-40CD-9322-45A975286410}" dt="2024-06-13T00:57:03.721" v="9231" actId="20577"/>
          <ac:spMkLst>
            <pc:docMk/>
            <pc:sldMk cId="2516064869" sldId="2147480796"/>
            <ac:spMk id="20" creationId="{96DD1CF0-4F91-E631-BD03-C61F000B6BF7}"/>
          </ac:spMkLst>
        </pc:spChg>
        <pc:spChg chg="mod topLvl">
          <ac:chgData name="Takeuchi, Koichiro" userId="b3848a05-443b-4434-8fa5-7398ca0c03c9" providerId="ADAL" clId="{3FF7AD84-CD27-40CD-9322-45A975286410}" dt="2024-06-11T07:08:08.229" v="7599" actId="165"/>
          <ac:spMkLst>
            <pc:docMk/>
            <pc:sldMk cId="2516064869" sldId="2147480796"/>
            <ac:spMk id="21" creationId="{9CF591E3-9A40-9F62-BE93-6B3FE3C6A64E}"/>
          </ac:spMkLst>
        </pc:spChg>
        <pc:spChg chg="mod topLvl">
          <ac:chgData name="Takeuchi, Koichiro" userId="b3848a05-443b-4434-8fa5-7398ca0c03c9" providerId="ADAL" clId="{3FF7AD84-CD27-40CD-9322-45A975286410}" dt="2024-06-11T07:27:10.704" v="8415" actId="14100"/>
          <ac:spMkLst>
            <pc:docMk/>
            <pc:sldMk cId="2516064869" sldId="2147480796"/>
            <ac:spMk id="22" creationId="{674B5942-6DCA-06A0-8685-A9545B3B373F}"/>
          </ac:spMkLst>
        </pc:spChg>
        <pc:spChg chg="mod topLvl">
          <ac:chgData name="Takeuchi, Koichiro" userId="b3848a05-443b-4434-8fa5-7398ca0c03c9" providerId="ADAL" clId="{3FF7AD84-CD27-40CD-9322-45A975286410}" dt="2024-06-11T07:27:10.704" v="8415" actId="14100"/>
          <ac:spMkLst>
            <pc:docMk/>
            <pc:sldMk cId="2516064869" sldId="2147480796"/>
            <ac:spMk id="23" creationId="{0156D670-CBE0-9E12-5AF8-D6E218C8E7E0}"/>
          </ac:spMkLst>
        </pc:spChg>
        <pc:spChg chg="mod topLvl">
          <ac:chgData name="Takeuchi, Koichiro" userId="b3848a05-443b-4434-8fa5-7398ca0c03c9" providerId="ADAL" clId="{3FF7AD84-CD27-40CD-9322-45A975286410}" dt="2024-06-11T07:26:25.753" v="8305" actId="14100"/>
          <ac:spMkLst>
            <pc:docMk/>
            <pc:sldMk cId="2516064869" sldId="2147480796"/>
            <ac:spMk id="24" creationId="{3A5404FC-3E70-9C85-F036-888A9F7083B9}"/>
          </ac:spMkLst>
        </pc:spChg>
        <pc:spChg chg="mod topLvl">
          <ac:chgData name="Takeuchi, Koichiro" userId="b3848a05-443b-4434-8fa5-7398ca0c03c9" providerId="ADAL" clId="{3FF7AD84-CD27-40CD-9322-45A975286410}" dt="2024-06-11T07:27:02.019" v="8414" actId="20577"/>
          <ac:spMkLst>
            <pc:docMk/>
            <pc:sldMk cId="2516064869" sldId="2147480796"/>
            <ac:spMk id="25" creationId="{C01BA6D4-ADA6-E096-C2D4-A34A5F72E99D}"/>
          </ac:spMkLst>
        </pc:spChg>
        <pc:spChg chg="del mod topLvl">
          <ac:chgData name="Takeuchi, Koichiro" userId="b3848a05-443b-4434-8fa5-7398ca0c03c9" providerId="ADAL" clId="{3FF7AD84-CD27-40CD-9322-45A975286410}" dt="2024-06-11T07:08:11.537" v="7600" actId="478"/>
          <ac:spMkLst>
            <pc:docMk/>
            <pc:sldMk cId="2516064869" sldId="2147480796"/>
            <ac:spMk id="26" creationId="{C34FCC08-2917-80AF-56AA-8715049CBE75}"/>
          </ac:spMkLst>
        </pc:spChg>
        <pc:spChg chg="del mod topLvl">
          <ac:chgData name="Takeuchi, Koichiro" userId="b3848a05-443b-4434-8fa5-7398ca0c03c9" providerId="ADAL" clId="{3FF7AD84-CD27-40CD-9322-45A975286410}" dt="2024-06-11T07:08:11.537" v="7600" actId="478"/>
          <ac:spMkLst>
            <pc:docMk/>
            <pc:sldMk cId="2516064869" sldId="2147480796"/>
            <ac:spMk id="27" creationId="{78ABBFBD-BC2A-CE88-D25D-3CB8B92CD4A8}"/>
          </ac:spMkLst>
        </pc:spChg>
        <pc:spChg chg="del mod topLvl">
          <ac:chgData name="Takeuchi, Koichiro" userId="b3848a05-443b-4434-8fa5-7398ca0c03c9" providerId="ADAL" clId="{3FF7AD84-CD27-40CD-9322-45A975286410}" dt="2024-06-11T07:08:11.537" v="7600" actId="478"/>
          <ac:spMkLst>
            <pc:docMk/>
            <pc:sldMk cId="2516064869" sldId="2147480796"/>
            <ac:spMk id="28" creationId="{A16301A6-E9B5-770A-E2A2-D3C73EC2F723}"/>
          </ac:spMkLst>
        </pc:spChg>
        <pc:spChg chg="del mod topLvl">
          <ac:chgData name="Takeuchi, Koichiro" userId="b3848a05-443b-4434-8fa5-7398ca0c03c9" providerId="ADAL" clId="{3FF7AD84-CD27-40CD-9322-45A975286410}" dt="2024-06-11T07:08:11.537" v="7600" actId="478"/>
          <ac:spMkLst>
            <pc:docMk/>
            <pc:sldMk cId="2516064869" sldId="2147480796"/>
            <ac:spMk id="29" creationId="{7731FD7A-AF08-E044-3DF3-09ACAD9B03FF}"/>
          </ac:spMkLst>
        </pc:spChg>
        <pc:spChg chg="mod">
          <ac:chgData name="Takeuchi, Koichiro" userId="b3848a05-443b-4434-8fa5-7398ca0c03c9" providerId="ADAL" clId="{3FF7AD84-CD27-40CD-9322-45A975286410}" dt="2024-06-11T07:08:08.229" v="7599" actId="165"/>
          <ac:spMkLst>
            <pc:docMk/>
            <pc:sldMk cId="2516064869" sldId="2147480796"/>
            <ac:spMk id="32" creationId="{7AEE418E-5C9C-FCE2-2844-5BDD9D1EAC65}"/>
          </ac:spMkLst>
        </pc:spChg>
        <pc:spChg chg="mod">
          <ac:chgData name="Takeuchi, Koichiro" userId="b3848a05-443b-4434-8fa5-7398ca0c03c9" providerId="ADAL" clId="{3FF7AD84-CD27-40CD-9322-45A975286410}" dt="2024-06-11T07:08:08.229" v="7599" actId="165"/>
          <ac:spMkLst>
            <pc:docMk/>
            <pc:sldMk cId="2516064869" sldId="2147480796"/>
            <ac:spMk id="35" creationId="{F716DEAA-F858-F64C-EB6F-44A850B1B19B}"/>
          </ac:spMkLst>
        </pc:spChg>
        <pc:grpChg chg="mod topLvl">
          <ac:chgData name="Takeuchi, Koichiro" userId="b3848a05-443b-4434-8fa5-7398ca0c03c9" providerId="ADAL" clId="{3FF7AD84-CD27-40CD-9322-45A975286410}" dt="2024-06-11T07:08:08.229" v="7599" actId="165"/>
          <ac:grpSpMkLst>
            <pc:docMk/>
            <pc:sldMk cId="2516064869" sldId="2147480796"/>
            <ac:grpSpMk id="8" creationId="{B92268BB-2A16-1CDD-E018-46314A6FCC2D}"/>
          </ac:grpSpMkLst>
        </pc:grpChg>
        <pc:grpChg chg="mod topLvl">
          <ac:chgData name="Takeuchi, Koichiro" userId="b3848a05-443b-4434-8fa5-7398ca0c03c9" providerId="ADAL" clId="{3FF7AD84-CD27-40CD-9322-45A975286410}" dt="2024-06-11T07:08:08.229" v="7599" actId="165"/>
          <ac:grpSpMkLst>
            <pc:docMk/>
            <pc:sldMk cId="2516064869" sldId="2147480796"/>
            <ac:grpSpMk id="13" creationId="{9CFD7342-07A7-17D9-A4B0-39F47001062E}"/>
          </ac:grpSpMkLst>
        </pc:grpChg>
        <pc:grpChg chg="mod topLvl">
          <ac:chgData name="Takeuchi, Koichiro" userId="b3848a05-443b-4434-8fa5-7398ca0c03c9" providerId="ADAL" clId="{3FF7AD84-CD27-40CD-9322-45A975286410}" dt="2024-06-11T07:08:08.229" v="7599" actId="165"/>
          <ac:grpSpMkLst>
            <pc:docMk/>
            <pc:sldMk cId="2516064869" sldId="2147480796"/>
            <ac:grpSpMk id="30" creationId="{52C41ACA-AADF-7A10-1668-2A79AF5466F2}"/>
          </ac:grpSpMkLst>
        </pc:grpChg>
        <pc:grpChg chg="mod topLvl">
          <ac:chgData name="Takeuchi, Koichiro" userId="b3848a05-443b-4434-8fa5-7398ca0c03c9" providerId="ADAL" clId="{3FF7AD84-CD27-40CD-9322-45A975286410}" dt="2024-06-11T07:08:08.229" v="7599" actId="165"/>
          <ac:grpSpMkLst>
            <pc:docMk/>
            <pc:sldMk cId="2516064869" sldId="2147480796"/>
            <ac:grpSpMk id="33" creationId="{AE4C2BE7-54A6-4CB4-2BCF-8E57ADA3557E}"/>
          </ac:grpSpMkLst>
        </pc:grpChg>
        <pc:grpChg chg="del">
          <ac:chgData name="Takeuchi, Koichiro" userId="b3848a05-443b-4434-8fa5-7398ca0c03c9" providerId="ADAL" clId="{3FF7AD84-CD27-40CD-9322-45A975286410}" dt="2024-06-11T07:08:08.229" v="7599" actId="165"/>
          <ac:grpSpMkLst>
            <pc:docMk/>
            <pc:sldMk cId="2516064869" sldId="2147480796"/>
            <ac:grpSpMk id="36" creationId="{2EC0DBC3-AF95-F872-116B-8354A2C49416}"/>
          </ac:grpSpMkLst>
        </pc:grpChg>
        <pc:cxnChg chg="mod">
          <ac:chgData name="Takeuchi, Koichiro" userId="b3848a05-443b-4434-8fa5-7398ca0c03c9" providerId="ADAL" clId="{3FF7AD84-CD27-40CD-9322-45A975286410}" dt="2024-06-11T07:08:08.229" v="7599" actId="165"/>
          <ac:cxnSpMkLst>
            <pc:docMk/>
            <pc:sldMk cId="2516064869" sldId="2147480796"/>
            <ac:cxnSpMk id="9" creationId="{92E0E4B1-88CA-5227-AC47-EE59125F74A4}"/>
          </ac:cxnSpMkLst>
        </pc:cxnChg>
        <pc:cxnChg chg="mod">
          <ac:chgData name="Takeuchi, Koichiro" userId="b3848a05-443b-4434-8fa5-7398ca0c03c9" providerId="ADAL" clId="{3FF7AD84-CD27-40CD-9322-45A975286410}" dt="2024-06-11T07:08:08.229" v="7599" actId="165"/>
          <ac:cxnSpMkLst>
            <pc:docMk/>
            <pc:sldMk cId="2516064869" sldId="2147480796"/>
            <ac:cxnSpMk id="14" creationId="{B8298A78-1AB0-5E9A-38BA-677031F57AB7}"/>
          </ac:cxnSpMkLst>
        </pc:cxnChg>
        <pc:cxnChg chg="mod">
          <ac:chgData name="Takeuchi, Koichiro" userId="b3848a05-443b-4434-8fa5-7398ca0c03c9" providerId="ADAL" clId="{3FF7AD84-CD27-40CD-9322-45A975286410}" dt="2024-06-11T07:08:08.229" v="7599" actId="165"/>
          <ac:cxnSpMkLst>
            <pc:docMk/>
            <pc:sldMk cId="2516064869" sldId="2147480796"/>
            <ac:cxnSpMk id="31" creationId="{09019FA2-C088-29CC-B60B-434535BC7C99}"/>
          </ac:cxnSpMkLst>
        </pc:cxnChg>
        <pc:cxnChg chg="mod">
          <ac:chgData name="Takeuchi, Koichiro" userId="b3848a05-443b-4434-8fa5-7398ca0c03c9" providerId="ADAL" clId="{3FF7AD84-CD27-40CD-9322-45A975286410}" dt="2024-06-11T07:08:08.229" v="7599" actId="165"/>
          <ac:cxnSpMkLst>
            <pc:docMk/>
            <pc:sldMk cId="2516064869" sldId="2147480796"/>
            <ac:cxnSpMk id="34" creationId="{CC5477F1-FA35-F52A-C563-1072D21D9FB6}"/>
          </ac:cxnSpMkLst>
        </pc:cxnChg>
      </pc:sldChg>
      <pc:sldChg chg="addSp modSp new mod">
        <pc:chgData name="Takeuchi, Koichiro" userId="b3848a05-443b-4434-8fa5-7398ca0c03c9" providerId="ADAL" clId="{3FF7AD84-CD27-40CD-9322-45A975286410}" dt="2024-06-11T07:48:04.248" v="8595" actId="1076"/>
        <pc:sldMkLst>
          <pc:docMk/>
          <pc:sldMk cId="1309547912" sldId="2147480797"/>
        </pc:sldMkLst>
        <pc:spChg chg="mod">
          <ac:chgData name="Takeuchi, Koichiro" userId="b3848a05-443b-4434-8fa5-7398ca0c03c9" providerId="ADAL" clId="{3FF7AD84-CD27-40CD-9322-45A975286410}" dt="2024-06-11T07:48:04.248" v="8595" actId="1076"/>
          <ac:spMkLst>
            <pc:docMk/>
            <pc:sldMk cId="1309547912" sldId="2147480797"/>
            <ac:spMk id="2" creationId="{2ACCCE1B-81AB-8BDA-0F5F-0976385D9715}"/>
          </ac:spMkLst>
        </pc:spChg>
        <pc:picChg chg="add mod">
          <ac:chgData name="Takeuchi, Koichiro" userId="b3848a05-443b-4434-8fa5-7398ca0c03c9" providerId="ADAL" clId="{3FF7AD84-CD27-40CD-9322-45A975286410}" dt="2024-06-11T07:47:57.471" v="8593" actId="12788"/>
          <ac:picMkLst>
            <pc:docMk/>
            <pc:sldMk cId="1309547912" sldId="2147480797"/>
            <ac:picMk id="8" creationId="{8CAE6A0C-4A05-6B96-80D6-F8779D1D954A}"/>
          </ac:picMkLst>
        </pc:picChg>
      </pc:sldChg>
      <pc:sldChg chg="addSp delSp modSp new mod">
        <pc:chgData name="Takeuchi, Koichiro" userId="b3848a05-443b-4434-8fa5-7398ca0c03c9" providerId="ADAL" clId="{3FF7AD84-CD27-40CD-9322-45A975286410}" dt="2024-06-11T07:48:55.346" v="8623" actId="12788"/>
        <pc:sldMkLst>
          <pc:docMk/>
          <pc:sldMk cId="1040805338" sldId="2147480798"/>
        </pc:sldMkLst>
        <pc:spChg chg="mod">
          <ac:chgData name="Takeuchi, Koichiro" userId="b3848a05-443b-4434-8fa5-7398ca0c03c9" providerId="ADAL" clId="{3FF7AD84-CD27-40CD-9322-45A975286410}" dt="2024-06-11T07:48:20.694" v="8618" actId="255"/>
          <ac:spMkLst>
            <pc:docMk/>
            <pc:sldMk cId="1040805338" sldId="2147480798"/>
            <ac:spMk id="2" creationId="{01CA31FE-6DFB-6A83-6096-5F026C5C3632}"/>
          </ac:spMkLst>
        </pc:spChg>
        <pc:spChg chg="del">
          <ac:chgData name="Takeuchi, Koichiro" userId="b3848a05-443b-4434-8fa5-7398ca0c03c9" providerId="ADAL" clId="{3FF7AD84-CD27-40CD-9322-45A975286410}" dt="2024-06-11T07:48:45.055" v="8619" actId="478"/>
          <ac:spMkLst>
            <pc:docMk/>
            <pc:sldMk cId="1040805338" sldId="2147480798"/>
            <ac:spMk id="3" creationId="{5F20228A-A978-BB92-A514-8243B0DAC4A6}"/>
          </ac:spMkLst>
        </pc:spChg>
        <pc:picChg chg="add mod">
          <ac:chgData name="Takeuchi, Koichiro" userId="b3848a05-443b-4434-8fa5-7398ca0c03c9" providerId="ADAL" clId="{3FF7AD84-CD27-40CD-9322-45A975286410}" dt="2024-06-11T07:48:55.346" v="8623" actId="12788"/>
          <ac:picMkLst>
            <pc:docMk/>
            <pc:sldMk cId="1040805338" sldId="2147480798"/>
            <ac:picMk id="8" creationId="{95CEB611-C240-62D9-E715-33EFA587BCA9}"/>
          </ac:picMkLst>
        </pc:picChg>
      </pc:sldChg>
      <pc:sldChg chg="addSp delSp modSp add mod">
        <pc:chgData name="Takeuchi, Koichiro" userId="b3848a05-443b-4434-8fa5-7398ca0c03c9" providerId="ADAL" clId="{3FF7AD84-CD27-40CD-9322-45A975286410}" dt="2024-06-11T07:49:24.861" v="8629" actId="12788"/>
        <pc:sldMkLst>
          <pc:docMk/>
          <pc:sldMk cId="831026738" sldId="2147480799"/>
        </pc:sldMkLst>
        <pc:picChg chg="add mod">
          <ac:chgData name="Takeuchi, Koichiro" userId="b3848a05-443b-4434-8fa5-7398ca0c03c9" providerId="ADAL" clId="{3FF7AD84-CD27-40CD-9322-45A975286410}" dt="2024-06-11T07:49:24.861" v="8629" actId="12788"/>
          <ac:picMkLst>
            <pc:docMk/>
            <pc:sldMk cId="831026738" sldId="2147480799"/>
            <ac:picMk id="7" creationId="{D63A5FE3-149A-860A-6DA9-51479A00170C}"/>
          </ac:picMkLst>
        </pc:picChg>
        <pc:picChg chg="del">
          <ac:chgData name="Takeuchi, Koichiro" userId="b3848a05-443b-4434-8fa5-7398ca0c03c9" providerId="ADAL" clId="{3FF7AD84-CD27-40CD-9322-45A975286410}" dt="2024-06-11T07:48:59.707" v="8625" actId="478"/>
          <ac:picMkLst>
            <pc:docMk/>
            <pc:sldMk cId="831026738" sldId="2147480799"/>
            <ac:picMk id="8" creationId="{95CEB611-C240-62D9-E715-33EFA587BCA9}"/>
          </ac:picMkLst>
        </pc:picChg>
      </pc:sldChg>
      <pc:sldChg chg="add del">
        <pc:chgData name="Takeuchi, Koichiro" userId="b3848a05-443b-4434-8fa5-7398ca0c03c9" providerId="ADAL" clId="{3FF7AD84-CD27-40CD-9322-45A975286410}" dt="2024-06-11T07:48:08.888" v="8597"/>
        <pc:sldMkLst>
          <pc:docMk/>
          <pc:sldMk cId="3277807820" sldId="2147480799"/>
        </pc:sldMkLst>
      </pc:sldChg>
      <pc:sldChg chg="addSp delSp modSp add mod">
        <pc:chgData name="Takeuchi, Koichiro" userId="b3848a05-443b-4434-8fa5-7398ca0c03c9" providerId="ADAL" clId="{3FF7AD84-CD27-40CD-9322-45A975286410}" dt="2024-06-11T07:49:52.454" v="8635" actId="12788"/>
        <pc:sldMkLst>
          <pc:docMk/>
          <pc:sldMk cId="457865810" sldId="2147480800"/>
        </pc:sldMkLst>
        <pc:picChg chg="del">
          <ac:chgData name="Takeuchi, Koichiro" userId="b3848a05-443b-4434-8fa5-7398ca0c03c9" providerId="ADAL" clId="{3FF7AD84-CD27-40CD-9322-45A975286410}" dt="2024-06-11T07:49:40.292" v="8631" actId="478"/>
          <ac:picMkLst>
            <pc:docMk/>
            <pc:sldMk cId="457865810" sldId="2147480800"/>
            <ac:picMk id="7" creationId="{D63A5FE3-149A-860A-6DA9-51479A00170C}"/>
          </ac:picMkLst>
        </pc:picChg>
        <pc:picChg chg="add mod">
          <ac:chgData name="Takeuchi, Koichiro" userId="b3848a05-443b-4434-8fa5-7398ca0c03c9" providerId="ADAL" clId="{3FF7AD84-CD27-40CD-9322-45A975286410}" dt="2024-06-11T07:49:52.454" v="8635" actId="12788"/>
          <ac:picMkLst>
            <pc:docMk/>
            <pc:sldMk cId="457865810" sldId="2147480800"/>
            <ac:picMk id="8" creationId="{F6BCFD2C-00A0-A2B0-0F43-0571A51FD8D2}"/>
          </ac:picMkLst>
        </pc:picChg>
      </pc:sldChg>
      <pc:sldChg chg="addSp modSp new mod">
        <pc:chgData name="Takeuchi, Koichiro" userId="b3848a05-443b-4434-8fa5-7398ca0c03c9" providerId="ADAL" clId="{3FF7AD84-CD27-40CD-9322-45A975286410}" dt="2024-06-11T07:50:32.625" v="8673" actId="255"/>
        <pc:sldMkLst>
          <pc:docMk/>
          <pc:sldMk cId="1421077284" sldId="2147480801"/>
        </pc:sldMkLst>
        <pc:spChg chg="mod">
          <ac:chgData name="Takeuchi, Koichiro" userId="b3848a05-443b-4434-8fa5-7398ca0c03c9" providerId="ADAL" clId="{3FF7AD84-CD27-40CD-9322-45A975286410}" dt="2024-06-11T07:50:32.625" v="8673" actId="255"/>
          <ac:spMkLst>
            <pc:docMk/>
            <pc:sldMk cId="1421077284" sldId="2147480801"/>
            <ac:spMk id="2" creationId="{92CF2C43-EE09-01AC-B8C8-FC6A176DE248}"/>
          </ac:spMkLst>
        </pc:spChg>
        <pc:picChg chg="add mod">
          <ac:chgData name="Takeuchi, Koichiro" userId="b3848a05-443b-4434-8fa5-7398ca0c03c9" providerId="ADAL" clId="{3FF7AD84-CD27-40CD-9322-45A975286410}" dt="2024-06-11T07:50:24.457" v="8671" actId="1036"/>
          <ac:picMkLst>
            <pc:docMk/>
            <pc:sldMk cId="1421077284" sldId="2147480801"/>
            <ac:picMk id="8" creationId="{28140F76-F6BE-A921-48DE-5BB08181685F}"/>
          </ac:picMkLst>
        </pc:picChg>
      </pc:sldChg>
      <pc:sldChg chg="addSp delSp modSp new mod">
        <pc:chgData name="Takeuchi, Koichiro" userId="b3848a05-443b-4434-8fa5-7398ca0c03c9" providerId="ADAL" clId="{3FF7AD84-CD27-40CD-9322-45A975286410}" dt="2024-06-11T07:52:37.144" v="8682" actId="255"/>
        <pc:sldMkLst>
          <pc:docMk/>
          <pc:sldMk cId="2079993822" sldId="2147480802"/>
        </pc:sldMkLst>
        <pc:spChg chg="mod">
          <ac:chgData name="Takeuchi, Koichiro" userId="b3848a05-443b-4434-8fa5-7398ca0c03c9" providerId="ADAL" clId="{3FF7AD84-CD27-40CD-9322-45A975286410}" dt="2024-06-11T07:52:37.144" v="8682" actId="255"/>
          <ac:spMkLst>
            <pc:docMk/>
            <pc:sldMk cId="2079993822" sldId="2147480802"/>
            <ac:spMk id="2" creationId="{4BF83003-D7D9-F73C-3310-D40DF5BF83E0}"/>
          </ac:spMkLst>
        </pc:spChg>
        <pc:spChg chg="del">
          <ac:chgData name="Takeuchi, Koichiro" userId="b3848a05-443b-4434-8fa5-7398ca0c03c9" providerId="ADAL" clId="{3FF7AD84-CD27-40CD-9322-45A975286410}" dt="2024-06-11T07:52:13.111" v="8675" actId="478"/>
          <ac:spMkLst>
            <pc:docMk/>
            <pc:sldMk cId="2079993822" sldId="2147480802"/>
            <ac:spMk id="3" creationId="{6DE7DA9A-5228-85F9-01D0-531EEA6FA323}"/>
          </ac:spMkLst>
        </pc:spChg>
        <pc:picChg chg="add mod">
          <ac:chgData name="Takeuchi, Koichiro" userId="b3848a05-443b-4434-8fa5-7398ca0c03c9" providerId="ADAL" clId="{3FF7AD84-CD27-40CD-9322-45A975286410}" dt="2024-06-11T07:52:28.692" v="8680" actId="12788"/>
          <ac:picMkLst>
            <pc:docMk/>
            <pc:sldMk cId="2079993822" sldId="2147480802"/>
            <ac:picMk id="8" creationId="{FAE2C17B-C282-034E-9EEA-4A00FD86856A}"/>
          </ac:picMkLst>
        </pc:picChg>
      </pc:sldChg>
      <pc:sldChg chg="addSp delSp modSp add del mod">
        <pc:chgData name="Takeuchi, Koichiro" userId="b3848a05-443b-4434-8fa5-7398ca0c03c9" providerId="ADAL" clId="{3FF7AD84-CD27-40CD-9322-45A975286410}" dt="2024-06-13T01:18:24.752" v="9233" actId="47"/>
        <pc:sldMkLst>
          <pc:docMk/>
          <pc:sldMk cId="2451936986" sldId="2147480803"/>
        </pc:sldMkLst>
        <pc:spChg chg="mod">
          <ac:chgData name="Takeuchi, Koichiro" userId="b3848a05-443b-4434-8fa5-7398ca0c03c9" providerId="ADAL" clId="{3FF7AD84-CD27-40CD-9322-45A975286410}" dt="2024-06-13T00:16:17.180" v="8902"/>
          <ac:spMkLst>
            <pc:docMk/>
            <pc:sldMk cId="2451936986" sldId="2147480803"/>
            <ac:spMk id="2" creationId="{2ACCCE1B-81AB-8BDA-0F5F-0976385D9715}"/>
          </ac:spMkLst>
        </pc:spChg>
        <pc:spChg chg="mod">
          <ac:chgData name="Takeuchi, Koichiro" userId="b3848a05-443b-4434-8fa5-7398ca0c03c9" providerId="ADAL" clId="{3FF7AD84-CD27-40CD-9322-45A975286410}" dt="2024-06-13T00:16:27.187" v="8903"/>
          <ac:spMkLst>
            <pc:docMk/>
            <pc:sldMk cId="2451936986" sldId="2147480803"/>
            <ac:spMk id="3" creationId="{FDD2F209-62E3-9A2E-72D6-2417321D2F8A}"/>
          </ac:spMkLst>
        </pc:spChg>
        <pc:picChg chg="add mod">
          <ac:chgData name="Takeuchi, Koichiro" userId="b3848a05-443b-4434-8fa5-7398ca0c03c9" providerId="ADAL" clId="{3FF7AD84-CD27-40CD-9322-45A975286410}" dt="2024-06-13T00:16:46.536" v="8930" actId="1036"/>
          <ac:picMkLst>
            <pc:docMk/>
            <pc:sldMk cId="2451936986" sldId="2147480803"/>
            <ac:picMk id="7" creationId="{1F745AA6-99AB-BF7E-A824-8AF3CA4936B3}"/>
          </ac:picMkLst>
        </pc:picChg>
        <pc:picChg chg="del">
          <ac:chgData name="Takeuchi, Koichiro" userId="b3848a05-443b-4434-8fa5-7398ca0c03c9" providerId="ADAL" clId="{3FF7AD84-CD27-40CD-9322-45A975286410}" dt="2024-06-13T00:15:56.566" v="8898" actId="478"/>
          <ac:picMkLst>
            <pc:docMk/>
            <pc:sldMk cId="2451936986" sldId="2147480803"/>
            <ac:picMk id="8" creationId="{8CAE6A0C-4A05-6B96-80D6-F8779D1D954A}"/>
          </ac:picMkLst>
        </pc:picChg>
      </pc:sldChg>
      <pc:sldChg chg="addSp delSp modSp add mod">
        <pc:chgData name="Takeuchi, Koichiro" userId="b3848a05-443b-4434-8fa5-7398ca0c03c9" providerId="ADAL" clId="{3FF7AD84-CD27-40CD-9322-45A975286410}" dt="2024-06-13T00:19:18.754" v="9223" actId="14100"/>
        <pc:sldMkLst>
          <pc:docMk/>
          <pc:sldMk cId="2113185304" sldId="2147480804"/>
        </pc:sldMkLst>
        <pc:spChg chg="mod">
          <ac:chgData name="Takeuchi, Koichiro" userId="b3848a05-443b-4434-8fa5-7398ca0c03c9" providerId="ADAL" clId="{3FF7AD84-CD27-40CD-9322-45A975286410}" dt="2024-06-13T00:17:11.975" v="8933"/>
          <ac:spMkLst>
            <pc:docMk/>
            <pc:sldMk cId="2113185304" sldId="2147480804"/>
            <ac:spMk id="2" creationId="{2ACCCE1B-81AB-8BDA-0F5F-0976385D9715}"/>
          </ac:spMkLst>
        </pc:spChg>
        <pc:spChg chg="del">
          <ac:chgData name="Takeuchi, Koichiro" userId="b3848a05-443b-4434-8fa5-7398ca0c03c9" providerId="ADAL" clId="{3FF7AD84-CD27-40CD-9322-45A975286410}" dt="2024-06-13T00:17:16.910" v="8934" actId="478"/>
          <ac:spMkLst>
            <pc:docMk/>
            <pc:sldMk cId="2113185304" sldId="2147480804"/>
            <ac:spMk id="3" creationId="{FDD2F209-62E3-9A2E-72D6-2417321D2F8A}"/>
          </ac:spMkLst>
        </pc:spChg>
        <pc:spChg chg="add del mod">
          <ac:chgData name="Takeuchi, Koichiro" userId="b3848a05-443b-4434-8fa5-7398ca0c03c9" providerId="ADAL" clId="{3FF7AD84-CD27-40CD-9322-45A975286410}" dt="2024-06-13T00:17:28.443" v="8936" actId="478"/>
          <ac:spMkLst>
            <pc:docMk/>
            <pc:sldMk cId="2113185304" sldId="2147480804"/>
            <ac:spMk id="9" creationId="{FA18445D-3503-591A-A489-DE6699A719F9}"/>
          </ac:spMkLst>
        </pc:spChg>
        <pc:spChg chg="add mod">
          <ac:chgData name="Takeuchi, Koichiro" userId="b3848a05-443b-4434-8fa5-7398ca0c03c9" providerId="ADAL" clId="{3FF7AD84-CD27-40CD-9322-45A975286410}" dt="2024-06-13T00:18:40.103" v="9054" actId="1035"/>
          <ac:spMkLst>
            <pc:docMk/>
            <pc:sldMk cId="2113185304" sldId="2147480804"/>
            <ac:spMk id="11" creationId="{3CA32A10-CBBC-2FF6-5DAE-3AC70D379710}"/>
          </ac:spMkLst>
        </pc:spChg>
        <pc:spChg chg="add mod">
          <ac:chgData name="Takeuchi, Koichiro" userId="b3848a05-443b-4434-8fa5-7398ca0c03c9" providerId="ADAL" clId="{3FF7AD84-CD27-40CD-9322-45A975286410}" dt="2024-06-13T00:19:18.754" v="9223" actId="14100"/>
          <ac:spMkLst>
            <pc:docMk/>
            <pc:sldMk cId="2113185304" sldId="2147480804"/>
            <ac:spMk id="12" creationId="{4207AF96-2C16-79C8-BB30-81F070D0A2BF}"/>
          </ac:spMkLst>
        </pc:spChg>
        <pc:picChg chg="del">
          <ac:chgData name="Takeuchi, Koichiro" userId="b3848a05-443b-4434-8fa5-7398ca0c03c9" providerId="ADAL" clId="{3FF7AD84-CD27-40CD-9322-45A975286410}" dt="2024-06-13T00:17:25.358" v="8935" actId="478"/>
          <ac:picMkLst>
            <pc:docMk/>
            <pc:sldMk cId="2113185304" sldId="2147480804"/>
            <ac:picMk id="7" creationId="{1F745AA6-99AB-BF7E-A824-8AF3CA4936B3}"/>
          </ac:picMkLst>
        </pc:picChg>
        <pc:picChg chg="add mod">
          <ac:chgData name="Takeuchi, Koichiro" userId="b3848a05-443b-4434-8fa5-7398ca0c03c9" providerId="ADAL" clId="{3FF7AD84-CD27-40CD-9322-45A975286410}" dt="2024-06-13T00:17:41.658" v="8957" actId="12788"/>
          <ac:picMkLst>
            <pc:docMk/>
            <pc:sldMk cId="2113185304" sldId="2147480804"/>
            <ac:picMk id="10" creationId="{368FA38E-38CB-21DA-CF11-8039057E2B3B}"/>
          </ac:picMkLst>
        </pc:picChg>
      </pc:sldChg>
    </pc:docChg>
  </pc:docChgLst>
  <pc:docChgLst>
    <pc:chgData name="Takeuchi, Koichiro" userId="b3848a05-443b-4434-8fa5-7398ca0c03c9" providerId="ADAL" clId="{AE71EA6D-8CAE-4CA8-A4AE-CBE82EA043E5}"/>
    <pc:docChg chg="undo custSel addSld delSld modSld sldOrd modMainMaster modSection">
      <pc:chgData name="Takeuchi, Koichiro" userId="b3848a05-443b-4434-8fa5-7398ca0c03c9" providerId="ADAL" clId="{AE71EA6D-8CAE-4CA8-A4AE-CBE82EA043E5}" dt="2024-09-26T01:49:46.615" v="11980" actId="20577"/>
      <pc:docMkLst>
        <pc:docMk/>
      </pc:docMkLst>
      <pc:sldChg chg="modSp mod">
        <pc:chgData name="Takeuchi, Koichiro" userId="b3848a05-443b-4434-8fa5-7398ca0c03c9" providerId="ADAL" clId="{AE71EA6D-8CAE-4CA8-A4AE-CBE82EA043E5}" dt="2024-09-25T03:20:35.393" v="83" actId="20577"/>
        <pc:sldMkLst>
          <pc:docMk/>
          <pc:sldMk cId="684610595" sldId="2147468582"/>
        </pc:sldMkLst>
        <pc:spChg chg="mod">
          <ac:chgData name="Takeuchi, Koichiro" userId="b3848a05-443b-4434-8fa5-7398ca0c03c9" providerId="ADAL" clId="{AE71EA6D-8CAE-4CA8-A4AE-CBE82EA043E5}" dt="2024-09-25T03:20:35.393" v="83" actId="20577"/>
          <ac:spMkLst>
            <pc:docMk/>
            <pc:sldMk cId="684610595" sldId="2147468582"/>
            <ac:spMk id="7" creationId="{A22762E2-0815-406B-AB18-FC327E470E5A}"/>
          </ac:spMkLst>
        </pc:spChg>
      </pc:sldChg>
      <pc:sldChg chg="del">
        <pc:chgData name="Takeuchi, Koichiro" userId="b3848a05-443b-4434-8fa5-7398ca0c03c9" providerId="ADAL" clId="{AE71EA6D-8CAE-4CA8-A4AE-CBE82EA043E5}" dt="2024-09-25T11:21:47.469" v="6317" actId="47"/>
        <pc:sldMkLst>
          <pc:docMk/>
          <pc:sldMk cId="4237770355" sldId="2147468622"/>
        </pc:sldMkLst>
      </pc:sldChg>
      <pc:sldChg chg="del">
        <pc:chgData name="Takeuchi, Koichiro" userId="b3848a05-443b-4434-8fa5-7398ca0c03c9" providerId="ADAL" clId="{AE71EA6D-8CAE-4CA8-A4AE-CBE82EA043E5}" dt="2024-09-25T11:10:21.639" v="5672" actId="47"/>
        <pc:sldMkLst>
          <pc:docMk/>
          <pc:sldMk cId="323859429" sldId="2147480809"/>
        </pc:sldMkLst>
      </pc:sldChg>
      <pc:sldChg chg="modSp mod">
        <pc:chgData name="Takeuchi, Koichiro" userId="b3848a05-443b-4434-8fa5-7398ca0c03c9" providerId="ADAL" clId="{AE71EA6D-8CAE-4CA8-A4AE-CBE82EA043E5}" dt="2024-09-26T01:49:46.615" v="11980" actId="20577"/>
        <pc:sldMkLst>
          <pc:docMk/>
          <pc:sldMk cId="1710641726" sldId="2147480810"/>
        </pc:sldMkLst>
        <pc:spChg chg="mod">
          <ac:chgData name="Takeuchi, Koichiro" userId="b3848a05-443b-4434-8fa5-7398ca0c03c9" providerId="ADAL" clId="{AE71EA6D-8CAE-4CA8-A4AE-CBE82EA043E5}" dt="2024-09-26T01:49:46.615" v="11980" actId="20577"/>
          <ac:spMkLst>
            <pc:docMk/>
            <pc:sldMk cId="1710641726" sldId="2147480810"/>
            <ac:spMk id="7" creationId="{4C331423-D31E-54C6-B603-3A2DCE7DE991}"/>
          </ac:spMkLst>
        </pc:spChg>
      </pc:sldChg>
      <pc:sldChg chg="del">
        <pc:chgData name="Takeuchi, Koichiro" userId="b3848a05-443b-4434-8fa5-7398ca0c03c9" providerId="ADAL" clId="{AE71EA6D-8CAE-4CA8-A4AE-CBE82EA043E5}" dt="2024-09-25T03:23:34.988" v="393" actId="47"/>
        <pc:sldMkLst>
          <pc:docMk/>
          <pc:sldMk cId="197750219" sldId="2147480811"/>
        </pc:sldMkLst>
      </pc:sldChg>
      <pc:sldChg chg="del">
        <pc:chgData name="Takeuchi, Koichiro" userId="b3848a05-443b-4434-8fa5-7398ca0c03c9" providerId="ADAL" clId="{AE71EA6D-8CAE-4CA8-A4AE-CBE82EA043E5}" dt="2024-09-25T11:14:20.545" v="5925" actId="47"/>
        <pc:sldMkLst>
          <pc:docMk/>
          <pc:sldMk cId="3372364919" sldId="2147480812"/>
        </pc:sldMkLst>
      </pc:sldChg>
      <pc:sldChg chg="del">
        <pc:chgData name="Takeuchi, Koichiro" userId="b3848a05-443b-4434-8fa5-7398ca0c03c9" providerId="ADAL" clId="{AE71EA6D-8CAE-4CA8-A4AE-CBE82EA043E5}" dt="2024-09-25T11:21:44.557" v="6312" actId="47"/>
        <pc:sldMkLst>
          <pc:docMk/>
          <pc:sldMk cId="982874196" sldId="2147480823"/>
        </pc:sldMkLst>
      </pc:sldChg>
      <pc:sldChg chg="del">
        <pc:chgData name="Takeuchi, Koichiro" userId="b3848a05-443b-4434-8fa5-7398ca0c03c9" providerId="ADAL" clId="{AE71EA6D-8CAE-4CA8-A4AE-CBE82EA043E5}" dt="2024-09-25T11:21:46.223" v="6315" actId="47"/>
        <pc:sldMkLst>
          <pc:docMk/>
          <pc:sldMk cId="1860587498" sldId="2147480825"/>
        </pc:sldMkLst>
      </pc:sldChg>
      <pc:sldChg chg="del">
        <pc:chgData name="Takeuchi, Koichiro" userId="b3848a05-443b-4434-8fa5-7398ca0c03c9" providerId="ADAL" clId="{AE71EA6D-8CAE-4CA8-A4AE-CBE82EA043E5}" dt="2024-09-25T11:21:46.731" v="6316" actId="47"/>
        <pc:sldMkLst>
          <pc:docMk/>
          <pc:sldMk cId="2654425851" sldId="2147480826"/>
        </pc:sldMkLst>
      </pc:sldChg>
      <pc:sldChg chg="del">
        <pc:chgData name="Takeuchi, Koichiro" userId="b3848a05-443b-4434-8fa5-7398ca0c03c9" providerId="ADAL" clId="{AE71EA6D-8CAE-4CA8-A4AE-CBE82EA043E5}" dt="2024-09-25T11:21:45.121" v="6313" actId="47"/>
        <pc:sldMkLst>
          <pc:docMk/>
          <pc:sldMk cId="3308295739" sldId="2147480828"/>
        </pc:sldMkLst>
      </pc:sldChg>
      <pc:sldChg chg="del">
        <pc:chgData name="Takeuchi, Koichiro" userId="b3848a05-443b-4434-8fa5-7398ca0c03c9" providerId="ADAL" clId="{AE71EA6D-8CAE-4CA8-A4AE-CBE82EA043E5}" dt="2024-09-25T11:21:45.760" v="6314" actId="47"/>
        <pc:sldMkLst>
          <pc:docMk/>
          <pc:sldMk cId="3580450898" sldId="2147480829"/>
        </pc:sldMkLst>
      </pc:sldChg>
      <pc:sldChg chg="del">
        <pc:chgData name="Takeuchi, Koichiro" userId="b3848a05-443b-4434-8fa5-7398ca0c03c9" providerId="ADAL" clId="{AE71EA6D-8CAE-4CA8-A4AE-CBE82EA043E5}" dt="2024-09-25T11:21:37.996" v="6301" actId="47"/>
        <pc:sldMkLst>
          <pc:docMk/>
          <pc:sldMk cId="2091009357" sldId="2147480830"/>
        </pc:sldMkLst>
      </pc:sldChg>
      <pc:sldChg chg="del">
        <pc:chgData name="Takeuchi, Koichiro" userId="b3848a05-443b-4434-8fa5-7398ca0c03c9" providerId="ADAL" clId="{AE71EA6D-8CAE-4CA8-A4AE-CBE82EA043E5}" dt="2024-09-25T11:21:40.277" v="6305" actId="47"/>
        <pc:sldMkLst>
          <pc:docMk/>
          <pc:sldMk cId="4048553935" sldId="2147480833"/>
        </pc:sldMkLst>
      </pc:sldChg>
      <pc:sldChg chg="del">
        <pc:chgData name="Takeuchi, Koichiro" userId="b3848a05-443b-4434-8fa5-7398ca0c03c9" providerId="ADAL" clId="{AE71EA6D-8CAE-4CA8-A4AE-CBE82EA043E5}" dt="2024-09-25T11:21:41.310" v="6306" actId="47"/>
        <pc:sldMkLst>
          <pc:docMk/>
          <pc:sldMk cId="1353650430" sldId="2147480834"/>
        </pc:sldMkLst>
      </pc:sldChg>
      <pc:sldChg chg="del">
        <pc:chgData name="Takeuchi, Koichiro" userId="b3848a05-443b-4434-8fa5-7398ca0c03c9" providerId="ADAL" clId="{AE71EA6D-8CAE-4CA8-A4AE-CBE82EA043E5}" dt="2024-09-25T11:21:41.631" v="6307" actId="47"/>
        <pc:sldMkLst>
          <pc:docMk/>
          <pc:sldMk cId="3421619155" sldId="2147480835"/>
        </pc:sldMkLst>
      </pc:sldChg>
      <pc:sldChg chg="del">
        <pc:chgData name="Takeuchi, Koichiro" userId="b3848a05-443b-4434-8fa5-7398ca0c03c9" providerId="ADAL" clId="{AE71EA6D-8CAE-4CA8-A4AE-CBE82EA043E5}" dt="2024-09-25T11:21:41.971" v="6308" actId="47"/>
        <pc:sldMkLst>
          <pc:docMk/>
          <pc:sldMk cId="3067867741" sldId="2147480836"/>
        </pc:sldMkLst>
      </pc:sldChg>
      <pc:sldChg chg="del">
        <pc:chgData name="Takeuchi, Koichiro" userId="b3848a05-443b-4434-8fa5-7398ca0c03c9" providerId="ADAL" clId="{AE71EA6D-8CAE-4CA8-A4AE-CBE82EA043E5}" dt="2024-09-25T11:21:42.402" v="6309" actId="47"/>
        <pc:sldMkLst>
          <pc:docMk/>
          <pc:sldMk cId="672143202" sldId="2147480837"/>
        </pc:sldMkLst>
      </pc:sldChg>
      <pc:sldChg chg="del">
        <pc:chgData name="Takeuchi, Koichiro" userId="b3848a05-443b-4434-8fa5-7398ca0c03c9" providerId="ADAL" clId="{AE71EA6D-8CAE-4CA8-A4AE-CBE82EA043E5}" dt="2024-09-25T11:21:43.085" v="6310" actId="47"/>
        <pc:sldMkLst>
          <pc:docMk/>
          <pc:sldMk cId="3849089130" sldId="2147480838"/>
        </pc:sldMkLst>
      </pc:sldChg>
      <pc:sldChg chg="del">
        <pc:chgData name="Takeuchi, Koichiro" userId="b3848a05-443b-4434-8fa5-7398ca0c03c9" providerId="ADAL" clId="{AE71EA6D-8CAE-4CA8-A4AE-CBE82EA043E5}" dt="2024-09-25T11:21:39.680" v="6304" actId="47"/>
        <pc:sldMkLst>
          <pc:docMk/>
          <pc:sldMk cId="1607300711" sldId="2147480840"/>
        </pc:sldMkLst>
      </pc:sldChg>
      <pc:sldChg chg="del">
        <pc:chgData name="Takeuchi, Koichiro" userId="b3848a05-443b-4434-8fa5-7398ca0c03c9" providerId="ADAL" clId="{AE71EA6D-8CAE-4CA8-A4AE-CBE82EA043E5}" dt="2024-09-25T11:21:38.503" v="6302" actId="47"/>
        <pc:sldMkLst>
          <pc:docMk/>
          <pc:sldMk cId="489336897" sldId="2147480841"/>
        </pc:sldMkLst>
      </pc:sldChg>
      <pc:sldChg chg="del">
        <pc:chgData name="Takeuchi, Koichiro" userId="b3848a05-443b-4434-8fa5-7398ca0c03c9" providerId="ADAL" clId="{AE71EA6D-8CAE-4CA8-A4AE-CBE82EA043E5}" dt="2024-09-25T11:21:39.122" v="6303" actId="47"/>
        <pc:sldMkLst>
          <pc:docMk/>
          <pc:sldMk cId="403272463" sldId="2147480842"/>
        </pc:sldMkLst>
      </pc:sldChg>
      <pc:sldChg chg="del">
        <pc:chgData name="Takeuchi, Koichiro" userId="b3848a05-443b-4434-8fa5-7398ca0c03c9" providerId="ADAL" clId="{AE71EA6D-8CAE-4CA8-A4AE-CBE82EA043E5}" dt="2024-09-25T11:21:44.072" v="6311" actId="47"/>
        <pc:sldMkLst>
          <pc:docMk/>
          <pc:sldMk cId="3478628263" sldId="2147480843"/>
        </pc:sldMkLst>
      </pc:sldChg>
      <pc:sldChg chg="new del">
        <pc:chgData name="Takeuchi, Koichiro" userId="b3848a05-443b-4434-8fa5-7398ca0c03c9" providerId="ADAL" clId="{AE71EA6D-8CAE-4CA8-A4AE-CBE82EA043E5}" dt="2024-09-25T03:29:39.136" v="1006" actId="47"/>
        <pc:sldMkLst>
          <pc:docMk/>
          <pc:sldMk cId="3197641219" sldId="2147480844"/>
        </pc:sldMkLst>
      </pc:sldChg>
      <pc:sldChg chg="addSp delSp modSp new mod ord">
        <pc:chgData name="Takeuchi, Koichiro" userId="b3848a05-443b-4434-8fa5-7398ca0c03c9" providerId="ADAL" clId="{AE71EA6D-8CAE-4CA8-A4AE-CBE82EA043E5}" dt="2024-09-25T03:29:34.371" v="1005" actId="20577"/>
        <pc:sldMkLst>
          <pc:docMk/>
          <pc:sldMk cId="3447474003" sldId="2147480845"/>
        </pc:sldMkLst>
        <pc:spChg chg="mod">
          <ac:chgData name="Takeuchi, Koichiro" userId="b3848a05-443b-4434-8fa5-7398ca0c03c9" providerId="ADAL" clId="{AE71EA6D-8CAE-4CA8-A4AE-CBE82EA043E5}" dt="2024-09-25T03:24:59.325" v="470" actId="20577"/>
          <ac:spMkLst>
            <pc:docMk/>
            <pc:sldMk cId="3447474003" sldId="2147480845"/>
            <ac:spMk id="2" creationId="{5838DF93-ED8A-1BE7-6C79-E8409BA55A1E}"/>
          </ac:spMkLst>
        </pc:spChg>
        <pc:spChg chg="del">
          <ac:chgData name="Takeuchi, Koichiro" userId="b3848a05-443b-4434-8fa5-7398ca0c03c9" providerId="ADAL" clId="{AE71EA6D-8CAE-4CA8-A4AE-CBE82EA043E5}" dt="2024-09-25T03:25:11.603" v="480" actId="478"/>
          <ac:spMkLst>
            <pc:docMk/>
            <pc:sldMk cId="3447474003" sldId="2147480845"/>
            <ac:spMk id="3" creationId="{DB342D85-CCB2-5895-1F69-E468C94AC22E}"/>
          </ac:spMkLst>
        </pc:spChg>
        <pc:spChg chg="add mod">
          <ac:chgData name="Takeuchi, Koichiro" userId="b3848a05-443b-4434-8fa5-7398ca0c03c9" providerId="ADAL" clId="{AE71EA6D-8CAE-4CA8-A4AE-CBE82EA043E5}" dt="2024-09-25T03:29:34.371" v="1005" actId="20577"/>
          <ac:spMkLst>
            <pc:docMk/>
            <pc:sldMk cId="3447474003" sldId="2147480845"/>
            <ac:spMk id="7" creationId="{83CD5819-4D9B-9D9D-671A-783B40DF8999}"/>
          </ac:spMkLst>
        </pc:spChg>
      </pc:sldChg>
      <pc:sldChg chg="addSp delSp modSp new mod">
        <pc:chgData name="Takeuchi, Koichiro" userId="b3848a05-443b-4434-8fa5-7398ca0c03c9" providerId="ADAL" clId="{AE71EA6D-8CAE-4CA8-A4AE-CBE82EA043E5}" dt="2024-09-25T03:33:48.804" v="1463" actId="12789"/>
        <pc:sldMkLst>
          <pc:docMk/>
          <pc:sldMk cId="3295928436" sldId="2147480846"/>
        </pc:sldMkLst>
        <pc:spChg chg="mod">
          <ac:chgData name="Takeuchi, Koichiro" userId="b3848a05-443b-4434-8fa5-7398ca0c03c9" providerId="ADAL" clId="{AE71EA6D-8CAE-4CA8-A4AE-CBE82EA043E5}" dt="2024-09-25T03:30:17.244" v="1077" actId="20577"/>
          <ac:spMkLst>
            <pc:docMk/>
            <pc:sldMk cId="3295928436" sldId="2147480846"/>
            <ac:spMk id="2" creationId="{12E5C933-DA06-FC97-5C7D-EE0B1451922A}"/>
          </ac:spMkLst>
        </pc:spChg>
        <pc:spChg chg="mod">
          <ac:chgData name="Takeuchi, Koichiro" userId="b3848a05-443b-4434-8fa5-7398ca0c03c9" providerId="ADAL" clId="{AE71EA6D-8CAE-4CA8-A4AE-CBE82EA043E5}" dt="2024-09-25T03:31:51.885" v="1360" actId="20577"/>
          <ac:spMkLst>
            <pc:docMk/>
            <pc:sldMk cId="3295928436" sldId="2147480846"/>
            <ac:spMk id="3" creationId="{54B8A19E-0DB5-9B0F-F304-DB34A65D485D}"/>
          </ac:spMkLst>
        </pc:spChg>
        <pc:spChg chg="del">
          <ac:chgData name="Takeuchi, Koichiro" userId="b3848a05-443b-4434-8fa5-7398ca0c03c9" providerId="ADAL" clId="{AE71EA6D-8CAE-4CA8-A4AE-CBE82EA043E5}" dt="2024-09-25T03:30:19.487" v="1078" actId="478"/>
          <ac:spMkLst>
            <pc:docMk/>
            <pc:sldMk cId="3295928436" sldId="2147480846"/>
            <ac:spMk id="4" creationId="{0593817A-EAC0-1365-EC20-C7326C375825}"/>
          </ac:spMkLst>
        </pc:spChg>
        <pc:spChg chg="add del mod">
          <ac:chgData name="Takeuchi, Koichiro" userId="b3848a05-443b-4434-8fa5-7398ca0c03c9" providerId="ADAL" clId="{AE71EA6D-8CAE-4CA8-A4AE-CBE82EA043E5}" dt="2024-09-25T03:31:54.946" v="1361" actId="478"/>
          <ac:spMkLst>
            <pc:docMk/>
            <pc:sldMk cId="3295928436" sldId="2147480846"/>
            <ac:spMk id="7" creationId="{82A942E4-D372-B225-A935-03560D7EC061}"/>
          </ac:spMkLst>
        </pc:spChg>
        <pc:spChg chg="add mod">
          <ac:chgData name="Takeuchi, Koichiro" userId="b3848a05-443b-4434-8fa5-7398ca0c03c9" providerId="ADAL" clId="{AE71EA6D-8CAE-4CA8-A4AE-CBE82EA043E5}" dt="2024-09-25T03:32:08.529" v="1362"/>
          <ac:spMkLst>
            <pc:docMk/>
            <pc:sldMk cId="3295928436" sldId="2147480846"/>
            <ac:spMk id="8" creationId="{40EE0716-DB0E-D309-9B01-FA3C99E5A9A4}"/>
          </ac:spMkLst>
        </pc:spChg>
        <pc:spChg chg="add mod">
          <ac:chgData name="Takeuchi, Koichiro" userId="b3848a05-443b-4434-8fa5-7398ca0c03c9" providerId="ADAL" clId="{AE71EA6D-8CAE-4CA8-A4AE-CBE82EA043E5}" dt="2024-09-25T03:32:08.529" v="1362"/>
          <ac:spMkLst>
            <pc:docMk/>
            <pc:sldMk cId="3295928436" sldId="2147480846"/>
            <ac:spMk id="9" creationId="{F73EB194-66A5-F6EA-E6D5-A2468B53743F}"/>
          </ac:spMkLst>
        </pc:spChg>
        <pc:spChg chg="add mod">
          <ac:chgData name="Takeuchi, Koichiro" userId="b3848a05-443b-4434-8fa5-7398ca0c03c9" providerId="ADAL" clId="{AE71EA6D-8CAE-4CA8-A4AE-CBE82EA043E5}" dt="2024-09-25T03:32:08.529" v="1362"/>
          <ac:spMkLst>
            <pc:docMk/>
            <pc:sldMk cId="3295928436" sldId="2147480846"/>
            <ac:spMk id="10" creationId="{5383E58F-18C9-9658-9420-C12B1B6965F9}"/>
          </ac:spMkLst>
        </pc:spChg>
        <pc:spChg chg="add mod">
          <ac:chgData name="Takeuchi, Koichiro" userId="b3848a05-443b-4434-8fa5-7398ca0c03c9" providerId="ADAL" clId="{AE71EA6D-8CAE-4CA8-A4AE-CBE82EA043E5}" dt="2024-09-25T03:32:08.529" v="1362"/>
          <ac:spMkLst>
            <pc:docMk/>
            <pc:sldMk cId="3295928436" sldId="2147480846"/>
            <ac:spMk id="11" creationId="{957B4FA3-0BB4-CEE6-DDF7-AA0416125E07}"/>
          </ac:spMkLst>
        </pc:spChg>
        <pc:spChg chg="add mod">
          <ac:chgData name="Takeuchi, Koichiro" userId="b3848a05-443b-4434-8fa5-7398ca0c03c9" providerId="ADAL" clId="{AE71EA6D-8CAE-4CA8-A4AE-CBE82EA043E5}" dt="2024-09-25T03:32:08.529" v="1362"/>
          <ac:spMkLst>
            <pc:docMk/>
            <pc:sldMk cId="3295928436" sldId="2147480846"/>
            <ac:spMk id="12" creationId="{852646B4-6A32-8C17-13E7-A5A33CD076F8}"/>
          </ac:spMkLst>
        </pc:spChg>
        <pc:spChg chg="add mod">
          <ac:chgData name="Takeuchi, Koichiro" userId="b3848a05-443b-4434-8fa5-7398ca0c03c9" providerId="ADAL" clId="{AE71EA6D-8CAE-4CA8-A4AE-CBE82EA043E5}" dt="2024-09-25T03:32:08.529" v="1362"/>
          <ac:spMkLst>
            <pc:docMk/>
            <pc:sldMk cId="3295928436" sldId="2147480846"/>
            <ac:spMk id="13" creationId="{BBF3227D-8AB0-15F8-A018-2C1BFE291D36}"/>
          </ac:spMkLst>
        </pc:spChg>
        <pc:spChg chg="add mod">
          <ac:chgData name="Takeuchi, Koichiro" userId="b3848a05-443b-4434-8fa5-7398ca0c03c9" providerId="ADAL" clId="{AE71EA6D-8CAE-4CA8-A4AE-CBE82EA043E5}" dt="2024-09-25T03:32:08.529" v="1362"/>
          <ac:spMkLst>
            <pc:docMk/>
            <pc:sldMk cId="3295928436" sldId="2147480846"/>
            <ac:spMk id="14" creationId="{F3E72EBB-27C1-CC06-8FD3-31B4A5F26614}"/>
          </ac:spMkLst>
        </pc:spChg>
        <pc:spChg chg="add mod">
          <ac:chgData name="Takeuchi, Koichiro" userId="b3848a05-443b-4434-8fa5-7398ca0c03c9" providerId="ADAL" clId="{AE71EA6D-8CAE-4CA8-A4AE-CBE82EA043E5}" dt="2024-09-25T03:32:08.529" v="1362"/>
          <ac:spMkLst>
            <pc:docMk/>
            <pc:sldMk cId="3295928436" sldId="2147480846"/>
            <ac:spMk id="15" creationId="{4F597B69-6FD9-8699-9E56-B46626976C79}"/>
          </ac:spMkLst>
        </pc:spChg>
        <pc:spChg chg="add mod">
          <ac:chgData name="Takeuchi, Koichiro" userId="b3848a05-443b-4434-8fa5-7398ca0c03c9" providerId="ADAL" clId="{AE71EA6D-8CAE-4CA8-A4AE-CBE82EA043E5}" dt="2024-09-25T03:32:08.529" v="1362"/>
          <ac:spMkLst>
            <pc:docMk/>
            <pc:sldMk cId="3295928436" sldId="2147480846"/>
            <ac:spMk id="16" creationId="{6681026E-2B17-C168-B74C-87080A17173B}"/>
          </ac:spMkLst>
        </pc:spChg>
        <pc:spChg chg="add mod">
          <ac:chgData name="Takeuchi, Koichiro" userId="b3848a05-443b-4434-8fa5-7398ca0c03c9" providerId="ADAL" clId="{AE71EA6D-8CAE-4CA8-A4AE-CBE82EA043E5}" dt="2024-09-25T03:32:08.529" v="1362"/>
          <ac:spMkLst>
            <pc:docMk/>
            <pc:sldMk cId="3295928436" sldId="2147480846"/>
            <ac:spMk id="17" creationId="{111624A7-8FD2-265A-F400-888359F7711C}"/>
          </ac:spMkLst>
        </pc:spChg>
        <pc:spChg chg="add mod">
          <ac:chgData name="Takeuchi, Koichiro" userId="b3848a05-443b-4434-8fa5-7398ca0c03c9" providerId="ADAL" clId="{AE71EA6D-8CAE-4CA8-A4AE-CBE82EA043E5}" dt="2024-09-25T03:32:08.529" v="1362"/>
          <ac:spMkLst>
            <pc:docMk/>
            <pc:sldMk cId="3295928436" sldId="2147480846"/>
            <ac:spMk id="19" creationId="{4B9C601D-843D-FAEB-E5EB-7ADFB603B809}"/>
          </ac:spMkLst>
        </pc:spChg>
        <pc:spChg chg="add mod">
          <ac:chgData name="Takeuchi, Koichiro" userId="b3848a05-443b-4434-8fa5-7398ca0c03c9" providerId="ADAL" clId="{AE71EA6D-8CAE-4CA8-A4AE-CBE82EA043E5}" dt="2024-09-25T03:32:08.529" v="1362"/>
          <ac:spMkLst>
            <pc:docMk/>
            <pc:sldMk cId="3295928436" sldId="2147480846"/>
            <ac:spMk id="20" creationId="{D60B617E-860B-6795-554A-F906C718C273}"/>
          </ac:spMkLst>
        </pc:spChg>
        <pc:spChg chg="add mod">
          <ac:chgData name="Takeuchi, Koichiro" userId="b3848a05-443b-4434-8fa5-7398ca0c03c9" providerId="ADAL" clId="{AE71EA6D-8CAE-4CA8-A4AE-CBE82EA043E5}" dt="2024-09-25T03:32:08.529" v="1362"/>
          <ac:spMkLst>
            <pc:docMk/>
            <pc:sldMk cId="3295928436" sldId="2147480846"/>
            <ac:spMk id="21" creationId="{B0FA33D2-B378-0EB9-5317-486AA17E0DDF}"/>
          </ac:spMkLst>
        </pc:spChg>
        <pc:spChg chg="add mod">
          <ac:chgData name="Takeuchi, Koichiro" userId="b3848a05-443b-4434-8fa5-7398ca0c03c9" providerId="ADAL" clId="{AE71EA6D-8CAE-4CA8-A4AE-CBE82EA043E5}" dt="2024-09-25T03:32:08.529" v="1362"/>
          <ac:spMkLst>
            <pc:docMk/>
            <pc:sldMk cId="3295928436" sldId="2147480846"/>
            <ac:spMk id="22" creationId="{E3F52C0F-9F8F-73B0-1898-0A40D2D6070D}"/>
          </ac:spMkLst>
        </pc:spChg>
        <pc:spChg chg="add mod">
          <ac:chgData name="Takeuchi, Koichiro" userId="b3848a05-443b-4434-8fa5-7398ca0c03c9" providerId="ADAL" clId="{AE71EA6D-8CAE-4CA8-A4AE-CBE82EA043E5}" dt="2024-09-25T03:32:08.529" v="1362"/>
          <ac:spMkLst>
            <pc:docMk/>
            <pc:sldMk cId="3295928436" sldId="2147480846"/>
            <ac:spMk id="23" creationId="{94AC4D0C-18AA-8E26-CC11-0F718BAB7199}"/>
          </ac:spMkLst>
        </pc:spChg>
        <pc:spChg chg="add mod">
          <ac:chgData name="Takeuchi, Koichiro" userId="b3848a05-443b-4434-8fa5-7398ca0c03c9" providerId="ADAL" clId="{AE71EA6D-8CAE-4CA8-A4AE-CBE82EA043E5}" dt="2024-09-25T03:32:08.529" v="1362"/>
          <ac:spMkLst>
            <pc:docMk/>
            <pc:sldMk cId="3295928436" sldId="2147480846"/>
            <ac:spMk id="24" creationId="{0FE8ACFD-D14A-EA21-7341-C320BFB451E8}"/>
          </ac:spMkLst>
        </pc:spChg>
        <pc:spChg chg="mod">
          <ac:chgData name="Takeuchi, Koichiro" userId="b3848a05-443b-4434-8fa5-7398ca0c03c9" providerId="ADAL" clId="{AE71EA6D-8CAE-4CA8-A4AE-CBE82EA043E5}" dt="2024-09-25T03:32:08.529" v="1362"/>
          <ac:spMkLst>
            <pc:docMk/>
            <pc:sldMk cId="3295928436" sldId="2147480846"/>
            <ac:spMk id="26" creationId="{F41393D6-4D3E-C63C-9B3C-CA32B42FBD34}"/>
          </ac:spMkLst>
        </pc:spChg>
        <pc:spChg chg="mod">
          <ac:chgData name="Takeuchi, Koichiro" userId="b3848a05-443b-4434-8fa5-7398ca0c03c9" providerId="ADAL" clId="{AE71EA6D-8CAE-4CA8-A4AE-CBE82EA043E5}" dt="2024-09-25T03:32:08.529" v="1362"/>
          <ac:spMkLst>
            <pc:docMk/>
            <pc:sldMk cId="3295928436" sldId="2147480846"/>
            <ac:spMk id="27" creationId="{883EF7E3-A403-9D76-C564-FBD4009CDEC2}"/>
          </ac:spMkLst>
        </pc:spChg>
        <pc:spChg chg="mod">
          <ac:chgData name="Takeuchi, Koichiro" userId="b3848a05-443b-4434-8fa5-7398ca0c03c9" providerId="ADAL" clId="{AE71EA6D-8CAE-4CA8-A4AE-CBE82EA043E5}" dt="2024-09-25T03:32:08.529" v="1362"/>
          <ac:spMkLst>
            <pc:docMk/>
            <pc:sldMk cId="3295928436" sldId="2147480846"/>
            <ac:spMk id="28" creationId="{AD43B6AB-0497-4DA0-192B-C94B1EE2D0CD}"/>
          </ac:spMkLst>
        </pc:spChg>
        <pc:spChg chg="mod">
          <ac:chgData name="Takeuchi, Koichiro" userId="b3848a05-443b-4434-8fa5-7398ca0c03c9" providerId="ADAL" clId="{AE71EA6D-8CAE-4CA8-A4AE-CBE82EA043E5}" dt="2024-09-25T03:32:08.529" v="1362"/>
          <ac:spMkLst>
            <pc:docMk/>
            <pc:sldMk cId="3295928436" sldId="2147480846"/>
            <ac:spMk id="29" creationId="{6BADCC93-7141-6072-A26B-A34CDBA0B920}"/>
          </ac:spMkLst>
        </pc:spChg>
        <pc:spChg chg="mod">
          <ac:chgData name="Takeuchi, Koichiro" userId="b3848a05-443b-4434-8fa5-7398ca0c03c9" providerId="ADAL" clId="{AE71EA6D-8CAE-4CA8-A4AE-CBE82EA043E5}" dt="2024-09-25T03:32:08.529" v="1362"/>
          <ac:spMkLst>
            <pc:docMk/>
            <pc:sldMk cId="3295928436" sldId="2147480846"/>
            <ac:spMk id="31" creationId="{EC879E11-8452-1842-FAFB-BFDF3F85C4E1}"/>
          </ac:spMkLst>
        </pc:spChg>
        <pc:spChg chg="mod">
          <ac:chgData name="Takeuchi, Koichiro" userId="b3848a05-443b-4434-8fa5-7398ca0c03c9" providerId="ADAL" clId="{AE71EA6D-8CAE-4CA8-A4AE-CBE82EA043E5}" dt="2024-09-25T03:32:08.529" v="1362"/>
          <ac:spMkLst>
            <pc:docMk/>
            <pc:sldMk cId="3295928436" sldId="2147480846"/>
            <ac:spMk id="32" creationId="{8337DA34-D1DD-FDE6-DDDC-135614D6BE66}"/>
          </ac:spMkLst>
        </pc:spChg>
        <pc:spChg chg="mod">
          <ac:chgData name="Takeuchi, Koichiro" userId="b3848a05-443b-4434-8fa5-7398ca0c03c9" providerId="ADAL" clId="{AE71EA6D-8CAE-4CA8-A4AE-CBE82EA043E5}" dt="2024-09-25T03:32:08.529" v="1362"/>
          <ac:spMkLst>
            <pc:docMk/>
            <pc:sldMk cId="3295928436" sldId="2147480846"/>
            <ac:spMk id="33" creationId="{A8896B5B-907A-084C-8EDA-5955F0C64C67}"/>
          </ac:spMkLst>
        </pc:spChg>
        <pc:spChg chg="mod">
          <ac:chgData name="Takeuchi, Koichiro" userId="b3848a05-443b-4434-8fa5-7398ca0c03c9" providerId="ADAL" clId="{AE71EA6D-8CAE-4CA8-A4AE-CBE82EA043E5}" dt="2024-09-25T03:32:08.529" v="1362"/>
          <ac:spMkLst>
            <pc:docMk/>
            <pc:sldMk cId="3295928436" sldId="2147480846"/>
            <ac:spMk id="34" creationId="{A3A2EA0C-6824-970A-D33A-6BCDD85E8F24}"/>
          </ac:spMkLst>
        </pc:spChg>
        <pc:spChg chg="mod">
          <ac:chgData name="Takeuchi, Koichiro" userId="b3848a05-443b-4434-8fa5-7398ca0c03c9" providerId="ADAL" clId="{AE71EA6D-8CAE-4CA8-A4AE-CBE82EA043E5}" dt="2024-09-25T03:32:08.529" v="1362"/>
          <ac:spMkLst>
            <pc:docMk/>
            <pc:sldMk cId="3295928436" sldId="2147480846"/>
            <ac:spMk id="35" creationId="{9FB4642A-09E8-B122-6701-C8D34344F835}"/>
          </ac:spMkLst>
        </pc:spChg>
        <pc:spChg chg="mod">
          <ac:chgData name="Takeuchi, Koichiro" userId="b3848a05-443b-4434-8fa5-7398ca0c03c9" providerId="ADAL" clId="{AE71EA6D-8CAE-4CA8-A4AE-CBE82EA043E5}" dt="2024-09-25T03:32:08.529" v="1362"/>
          <ac:spMkLst>
            <pc:docMk/>
            <pc:sldMk cId="3295928436" sldId="2147480846"/>
            <ac:spMk id="36" creationId="{A51F4994-DD83-81AD-0CC5-EAB421D27294}"/>
          </ac:spMkLst>
        </pc:spChg>
        <pc:spChg chg="mod">
          <ac:chgData name="Takeuchi, Koichiro" userId="b3848a05-443b-4434-8fa5-7398ca0c03c9" providerId="ADAL" clId="{AE71EA6D-8CAE-4CA8-A4AE-CBE82EA043E5}" dt="2024-09-25T03:32:08.529" v="1362"/>
          <ac:spMkLst>
            <pc:docMk/>
            <pc:sldMk cId="3295928436" sldId="2147480846"/>
            <ac:spMk id="38" creationId="{D5A5D576-7C64-88C0-8A47-B2424D213A9B}"/>
          </ac:spMkLst>
        </pc:spChg>
        <pc:spChg chg="mod">
          <ac:chgData name="Takeuchi, Koichiro" userId="b3848a05-443b-4434-8fa5-7398ca0c03c9" providerId="ADAL" clId="{AE71EA6D-8CAE-4CA8-A4AE-CBE82EA043E5}" dt="2024-09-25T03:32:08.529" v="1362"/>
          <ac:spMkLst>
            <pc:docMk/>
            <pc:sldMk cId="3295928436" sldId="2147480846"/>
            <ac:spMk id="39" creationId="{B1D4A209-3F83-CDCF-556D-4D74D8392C5E}"/>
          </ac:spMkLst>
        </pc:spChg>
        <pc:spChg chg="mod">
          <ac:chgData name="Takeuchi, Koichiro" userId="b3848a05-443b-4434-8fa5-7398ca0c03c9" providerId="ADAL" clId="{AE71EA6D-8CAE-4CA8-A4AE-CBE82EA043E5}" dt="2024-09-25T03:32:08.529" v="1362"/>
          <ac:spMkLst>
            <pc:docMk/>
            <pc:sldMk cId="3295928436" sldId="2147480846"/>
            <ac:spMk id="40" creationId="{F41074F9-9F1C-E39E-3F40-5590DCA87C9D}"/>
          </ac:spMkLst>
        </pc:spChg>
        <pc:spChg chg="mod">
          <ac:chgData name="Takeuchi, Koichiro" userId="b3848a05-443b-4434-8fa5-7398ca0c03c9" providerId="ADAL" clId="{AE71EA6D-8CAE-4CA8-A4AE-CBE82EA043E5}" dt="2024-09-25T03:32:08.529" v="1362"/>
          <ac:spMkLst>
            <pc:docMk/>
            <pc:sldMk cId="3295928436" sldId="2147480846"/>
            <ac:spMk id="41" creationId="{F26EB189-54B4-DE21-62A8-91D641E87022}"/>
          </ac:spMkLst>
        </pc:spChg>
        <pc:spChg chg="mod">
          <ac:chgData name="Takeuchi, Koichiro" userId="b3848a05-443b-4434-8fa5-7398ca0c03c9" providerId="ADAL" clId="{AE71EA6D-8CAE-4CA8-A4AE-CBE82EA043E5}" dt="2024-09-25T03:32:08.529" v="1362"/>
          <ac:spMkLst>
            <pc:docMk/>
            <pc:sldMk cId="3295928436" sldId="2147480846"/>
            <ac:spMk id="42" creationId="{CDCFD3A8-37DC-0095-61F2-3831384E80DD}"/>
          </ac:spMkLst>
        </pc:spChg>
        <pc:spChg chg="mod">
          <ac:chgData name="Takeuchi, Koichiro" userId="b3848a05-443b-4434-8fa5-7398ca0c03c9" providerId="ADAL" clId="{AE71EA6D-8CAE-4CA8-A4AE-CBE82EA043E5}" dt="2024-09-25T03:32:08.529" v="1362"/>
          <ac:spMkLst>
            <pc:docMk/>
            <pc:sldMk cId="3295928436" sldId="2147480846"/>
            <ac:spMk id="43" creationId="{5B703FBB-751E-BA4A-506C-307B1B527470}"/>
          </ac:spMkLst>
        </pc:spChg>
        <pc:spChg chg="mod">
          <ac:chgData name="Takeuchi, Koichiro" userId="b3848a05-443b-4434-8fa5-7398ca0c03c9" providerId="ADAL" clId="{AE71EA6D-8CAE-4CA8-A4AE-CBE82EA043E5}" dt="2024-09-25T03:32:08.529" v="1362"/>
          <ac:spMkLst>
            <pc:docMk/>
            <pc:sldMk cId="3295928436" sldId="2147480846"/>
            <ac:spMk id="44" creationId="{54D6551F-69B6-A6AA-2B0D-745423DF07E5}"/>
          </ac:spMkLst>
        </pc:spChg>
        <pc:spChg chg="mod">
          <ac:chgData name="Takeuchi, Koichiro" userId="b3848a05-443b-4434-8fa5-7398ca0c03c9" providerId="ADAL" clId="{AE71EA6D-8CAE-4CA8-A4AE-CBE82EA043E5}" dt="2024-09-25T03:32:08.529" v="1362"/>
          <ac:spMkLst>
            <pc:docMk/>
            <pc:sldMk cId="3295928436" sldId="2147480846"/>
            <ac:spMk id="45" creationId="{C987163B-C27E-C316-1738-CC21467CD066}"/>
          </ac:spMkLst>
        </pc:spChg>
        <pc:spChg chg="mod">
          <ac:chgData name="Takeuchi, Koichiro" userId="b3848a05-443b-4434-8fa5-7398ca0c03c9" providerId="ADAL" clId="{AE71EA6D-8CAE-4CA8-A4AE-CBE82EA043E5}" dt="2024-09-25T03:32:08.529" v="1362"/>
          <ac:spMkLst>
            <pc:docMk/>
            <pc:sldMk cId="3295928436" sldId="2147480846"/>
            <ac:spMk id="47" creationId="{476FA682-A4C8-EDDA-8942-E0AD6E771AE6}"/>
          </ac:spMkLst>
        </pc:spChg>
        <pc:spChg chg="mod">
          <ac:chgData name="Takeuchi, Koichiro" userId="b3848a05-443b-4434-8fa5-7398ca0c03c9" providerId="ADAL" clId="{AE71EA6D-8CAE-4CA8-A4AE-CBE82EA043E5}" dt="2024-09-25T03:32:08.529" v="1362"/>
          <ac:spMkLst>
            <pc:docMk/>
            <pc:sldMk cId="3295928436" sldId="2147480846"/>
            <ac:spMk id="49" creationId="{7A41D182-E4AB-D40B-EEAC-83F77A6ADC67}"/>
          </ac:spMkLst>
        </pc:spChg>
        <pc:spChg chg="mod">
          <ac:chgData name="Takeuchi, Koichiro" userId="b3848a05-443b-4434-8fa5-7398ca0c03c9" providerId="ADAL" clId="{AE71EA6D-8CAE-4CA8-A4AE-CBE82EA043E5}" dt="2024-09-25T03:32:08.529" v="1362"/>
          <ac:spMkLst>
            <pc:docMk/>
            <pc:sldMk cId="3295928436" sldId="2147480846"/>
            <ac:spMk id="50" creationId="{C28F2403-3D4E-F8CF-2A2E-8B442F0FBEA3}"/>
          </ac:spMkLst>
        </pc:spChg>
        <pc:spChg chg="mod">
          <ac:chgData name="Takeuchi, Koichiro" userId="b3848a05-443b-4434-8fa5-7398ca0c03c9" providerId="ADAL" clId="{AE71EA6D-8CAE-4CA8-A4AE-CBE82EA043E5}" dt="2024-09-25T03:32:08.529" v="1362"/>
          <ac:spMkLst>
            <pc:docMk/>
            <pc:sldMk cId="3295928436" sldId="2147480846"/>
            <ac:spMk id="51" creationId="{ABD856DD-EF0D-1D48-1DC8-71694B98B696}"/>
          </ac:spMkLst>
        </pc:spChg>
        <pc:spChg chg="mod">
          <ac:chgData name="Takeuchi, Koichiro" userId="b3848a05-443b-4434-8fa5-7398ca0c03c9" providerId="ADAL" clId="{AE71EA6D-8CAE-4CA8-A4AE-CBE82EA043E5}" dt="2024-09-25T03:32:08.529" v="1362"/>
          <ac:spMkLst>
            <pc:docMk/>
            <pc:sldMk cId="3295928436" sldId="2147480846"/>
            <ac:spMk id="52" creationId="{5DBE19FA-566F-05FE-552E-DE9482B8022F}"/>
          </ac:spMkLst>
        </pc:spChg>
        <pc:spChg chg="mod">
          <ac:chgData name="Takeuchi, Koichiro" userId="b3848a05-443b-4434-8fa5-7398ca0c03c9" providerId="ADAL" clId="{AE71EA6D-8CAE-4CA8-A4AE-CBE82EA043E5}" dt="2024-09-25T03:32:08.529" v="1362"/>
          <ac:spMkLst>
            <pc:docMk/>
            <pc:sldMk cId="3295928436" sldId="2147480846"/>
            <ac:spMk id="53" creationId="{8F82EFC0-27F5-37C2-0AFB-856F8D78FA13}"/>
          </ac:spMkLst>
        </pc:spChg>
        <pc:spChg chg="mod">
          <ac:chgData name="Takeuchi, Koichiro" userId="b3848a05-443b-4434-8fa5-7398ca0c03c9" providerId="ADAL" clId="{AE71EA6D-8CAE-4CA8-A4AE-CBE82EA043E5}" dt="2024-09-25T03:32:08.529" v="1362"/>
          <ac:spMkLst>
            <pc:docMk/>
            <pc:sldMk cId="3295928436" sldId="2147480846"/>
            <ac:spMk id="55" creationId="{3BD9A69F-B2DF-D31B-DE08-68D20D7F9205}"/>
          </ac:spMkLst>
        </pc:spChg>
        <pc:spChg chg="mod">
          <ac:chgData name="Takeuchi, Koichiro" userId="b3848a05-443b-4434-8fa5-7398ca0c03c9" providerId="ADAL" clId="{AE71EA6D-8CAE-4CA8-A4AE-CBE82EA043E5}" dt="2024-09-25T03:32:08.529" v="1362"/>
          <ac:spMkLst>
            <pc:docMk/>
            <pc:sldMk cId="3295928436" sldId="2147480846"/>
            <ac:spMk id="56" creationId="{2DA19112-063E-C323-8C69-E9AB19AC2FAE}"/>
          </ac:spMkLst>
        </pc:spChg>
        <pc:spChg chg="mod">
          <ac:chgData name="Takeuchi, Koichiro" userId="b3848a05-443b-4434-8fa5-7398ca0c03c9" providerId="ADAL" clId="{AE71EA6D-8CAE-4CA8-A4AE-CBE82EA043E5}" dt="2024-09-25T03:32:08.529" v="1362"/>
          <ac:spMkLst>
            <pc:docMk/>
            <pc:sldMk cId="3295928436" sldId="2147480846"/>
            <ac:spMk id="57" creationId="{8545E59E-B4D4-77AF-436E-AFF592D63D73}"/>
          </ac:spMkLst>
        </pc:spChg>
        <pc:spChg chg="mod">
          <ac:chgData name="Takeuchi, Koichiro" userId="b3848a05-443b-4434-8fa5-7398ca0c03c9" providerId="ADAL" clId="{AE71EA6D-8CAE-4CA8-A4AE-CBE82EA043E5}" dt="2024-09-25T03:32:08.529" v="1362"/>
          <ac:spMkLst>
            <pc:docMk/>
            <pc:sldMk cId="3295928436" sldId="2147480846"/>
            <ac:spMk id="58" creationId="{AAF80260-E21D-FF43-AAA9-8EC7876DE370}"/>
          </ac:spMkLst>
        </pc:spChg>
        <pc:spChg chg="mod">
          <ac:chgData name="Takeuchi, Koichiro" userId="b3848a05-443b-4434-8fa5-7398ca0c03c9" providerId="ADAL" clId="{AE71EA6D-8CAE-4CA8-A4AE-CBE82EA043E5}" dt="2024-09-25T03:32:08.529" v="1362"/>
          <ac:spMkLst>
            <pc:docMk/>
            <pc:sldMk cId="3295928436" sldId="2147480846"/>
            <ac:spMk id="59" creationId="{3B92C518-DFB1-9F96-D792-234407234511}"/>
          </ac:spMkLst>
        </pc:spChg>
        <pc:spChg chg="mod">
          <ac:chgData name="Takeuchi, Koichiro" userId="b3848a05-443b-4434-8fa5-7398ca0c03c9" providerId="ADAL" clId="{AE71EA6D-8CAE-4CA8-A4AE-CBE82EA043E5}" dt="2024-09-25T03:32:08.529" v="1362"/>
          <ac:spMkLst>
            <pc:docMk/>
            <pc:sldMk cId="3295928436" sldId="2147480846"/>
            <ac:spMk id="60" creationId="{2C2E1779-4F9F-F302-1CF5-5DBF4698A3F0}"/>
          </ac:spMkLst>
        </pc:spChg>
        <pc:spChg chg="mod">
          <ac:chgData name="Takeuchi, Koichiro" userId="b3848a05-443b-4434-8fa5-7398ca0c03c9" providerId="ADAL" clId="{AE71EA6D-8CAE-4CA8-A4AE-CBE82EA043E5}" dt="2024-09-25T03:32:08.529" v="1362"/>
          <ac:spMkLst>
            <pc:docMk/>
            <pc:sldMk cId="3295928436" sldId="2147480846"/>
            <ac:spMk id="61" creationId="{0D41676D-3462-781E-A963-E4E882409705}"/>
          </ac:spMkLst>
        </pc:spChg>
        <pc:spChg chg="mod">
          <ac:chgData name="Takeuchi, Koichiro" userId="b3848a05-443b-4434-8fa5-7398ca0c03c9" providerId="ADAL" clId="{AE71EA6D-8CAE-4CA8-A4AE-CBE82EA043E5}" dt="2024-09-25T03:32:08.529" v="1362"/>
          <ac:spMkLst>
            <pc:docMk/>
            <pc:sldMk cId="3295928436" sldId="2147480846"/>
            <ac:spMk id="62" creationId="{0B1500D7-64BE-B995-E7E8-D237FE40C5C6}"/>
          </ac:spMkLst>
        </pc:spChg>
        <pc:spChg chg="mod">
          <ac:chgData name="Takeuchi, Koichiro" userId="b3848a05-443b-4434-8fa5-7398ca0c03c9" providerId="ADAL" clId="{AE71EA6D-8CAE-4CA8-A4AE-CBE82EA043E5}" dt="2024-09-25T03:32:08.529" v="1362"/>
          <ac:spMkLst>
            <pc:docMk/>
            <pc:sldMk cId="3295928436" sldId="2147480846"/>
            <ac:spMk id="63" creationId="{96A12A75-E373-A893-DBDE-DF684362E3D0}"/>
          </ac:spMkLst>
        </pc:spChg>
        <pc:spChg chg="mod">
          <ac:chgData name="Takeuchi, Koichiro" userId="b3848a05-443b-4434-8fa5-7398ca0c03c9" providerId="ADAL" clId="{AE71EA6D-8CAE-4CA8-A4AE-CBE82EA043E5}" dt="2024-09-25T03:32:08.529" v="1362"/>
          <ac:spMkLst>
            <pc:docMk/>
            <pc:sldMk cId="3295928436" sldId="2147480846"/>
            <ac:spMk id="64" creationId="{3C2DCEB7-9192-4574-F2BC-29CF2999DB66}"/>
          </ac:spMkLst>
        </pc:spChg>
        <pc:spChg chg="mod">
          <ac:chgData name="Takeuchi, Koichiro" userId="b3848a05-443b-4434-8fa5-7398ca0c03c9" providerId="ADAL" clId="{AE71EA6D-8CAE-4CA8-A4AE-CBE82EA043E5}" dt="2024-09-25T03:32:08.529" v="1362"/>
          <ac:spMkLst>
            <pc:docMk/>
            <pc:sldMk cId="3295928436" sldId="2147480846"/>
            <ac:spMk id="65" creationId="{51F146F1-3FB3-9BB0-0E3E-3C09F86C1899}"/>
          </ac:spMkLst>
        </pc:spChg>
        <pc:spChg chg="mod">
          <ac:chgData name="Takeuchi, Koichiro" userId="b3848a05-443b-4434-8fa5-7398ca0c03c9" providerId="ADAL" clId="{AE71EA6D-8CAE-4CA8-A4AE-CBE82EA043E5}" dt="2024-09-25T03:32:08.529" v="1362"/>
          <ac:spMkLst>
            <pc:docMk/>
            <pc:sldMk cId="3295928436" sldId="2147480846"/>
            <ac:spMk id="66" creationId="{EB5A5C74-7A54-46D3-6C80-4D6B71C5CB1D}"/>
          </ac:spMkLst>
        </pc:spChg>
        <pc:spChg chg="mod">
          <ac:chgData name="Takeuchi, Koichiro" userId="b3848a05-443b-4434-8fa5-7398ca0c03c9" providerId="ADAL" clId="{AE71EA6D-8CAE-4CA8-A4AE-CBE82EA043E5}" dt="2024-09-25T03:32:08.529" v="1362"/>
          <ac:spMkLst>
            <pc:docMk/>
            <pc:sldMk cId="3295928436" sldId="2147480846"/>
            <ac:spMk id="68" creationId="{549244B2-5F33-6B75-C5CB-C0CAF452680F}"/>
          </ac:spMkLst>
        </pc:spChg>
        <pc:spChg chg="mod">
          <ac:chgData name="Takeuchi, Koichiro" userId="b3848a05-443b-4434-8fa5-7398ca0c03c9" providerId="ADAL" clId="{AE71EA6D-8CAE-4CA8-A4AE-CBE82EA043E5}" dt="2024-09-25T03:32:08.529" v="1362"/>
          <ac:spMkLst>
            <pc:docMk/>
            <pc:sldMk cId="3295928436" sldId="2147480846"/>
            <ac:spMk id="69" creationId="{8BAC4F5C-D0DB-0AF3-0501-6DE2B20EC147}"/>
          </ac:spMkLst>
        </pc:spChg>
        <pc:spChg chg="mod">
          <ac:chgData name="Takeuchi, Koichiro" userId="b3848a05-443b-4434-8fa5-7398ca0c03c9" providerId="ADAL" clId="{AE71EA6D-8CAE-4CA8-A4AE-CBE82EA043E5}" dt="2024-09-25T03:32:08.529" v="1362"/>
          <ac:spMkLst>
            <pc:docMk/>
            <pc:sldMk cId="3295928436" sldId="2147480846"/>
            <ac:spMk id="70" creationId="{0C2831F1-B36F-D176-26FA-9B31D07D0992}"/>
          </ac:spMkLst>
        </pc:spChg>
        <pc:spChg chg="mod">
          <ac:chgData name="Takeuchi, Koichiro" userId="b3848a05-443b-4434-8fa5-7398ca0c03c9" providerId="ADAL" clId="{AE71EA6D-8CAE-4CA8-A4AE-CBE82EA043E5}" dt="2024-09-25T03:32:08.529" v="1362"/>
          <ac:spMkLst>
            <pc:docMk/>
            <pc:sldMk cId="3295928436" sldId="2147480846"/>
            <ac:spMk id="71" creationId="{C2B7AD98-8236-8DA0-8C13-A07B3347BF05}"/>
          </ac:spMkLst>
        </pc:spChg>
        <pc:spChg chg="mod">
          <ac:chgData name="Takeuchi, Koichiro" userId="b3848a05-443b-4434-8fa5-7398ca0c03c9" providerId="ADAL" clId="{AE71EA6D-8CAE-4CA8-A4AE-CBE82EA043E5}" dt="2024-09-25T03:32:08.529" v="1362"/>
          <ac:spMkLst>
            <pc:docMk/>
            <pc:sldMk cId="3295928436" sldId="2147480846"/>
            <ac:spMk id="72" creationId="{662D4559-80C8-8601-C84F-1DEA38429AFF}"/>
          </ac:spMkLst>
        </pc:spChg>
        <pc:spChg chg="mod">
          <ac:chgData name="Takeuchi, Koichiro" userId="b3848a05-443b-4434-8fa5-7398ca0c03c9" providerId="ADAL" clId="{AE71EA6D-8CAE-4CA8-A4AE-CBE82EA043E5}" dt="2024-09-25T03:32:08.529" v="1362"/>
          <ac:spMkLst>
            <pc:docMk/>
            <pc:sldMk cId="3295928436" sldId="2147480846"/>
            <ac:spMk id="73" creationId="{3632C47F-E16B-E1EF-681C-6BE44852E119}"/>
          </ac:spMkLst>
        </pc:spChg>
        <pc:spChg chg="mod">
          <ac:chgData name="Takeuchi, Koichiro" userId="b3848a05-443b-4434-8fa5-7398ca0c03c9" providerId="ADAL" clId="{AE71EA6D-8CAE-4CA8-A4AE-CBE82EA043E5}" dt="2024-09-25T03:32:08.529" v="1362"/>
          <ac:spMkLst>
            <pc:docMk/>
            <pc:sldMk cId="3295928436" sldId="2147480846"/>
            <ac:spMk id="75" creationId="{9C2A0071-077A-140D-6991-7CC7D6A26789}"/>
          </ac:spMkLst>
        </pc:spChg>
        <pc:spChg chg="mod">
          <ac:chgData name="Takeuchi, Koichiro" userId="b3848a05-443b-4434-8fa5-7398ca0c03c9" providerId="ADAL" clId="{AE71EA6D-8CAE-4CA8-A4AE-CBE82EA043E5}" dt="2024-09-25T03:32:08.529" v="1362"/>
          <ac:spMkLst>
            <pc:docMk/>
            <pc:sldMk cId="3295928436" sldId="2147480846"/>
            <ac:spMk id="76" creationId="{94CBFB87-2643-A64B-4D0C-573D4C6EC5BA}"/>
          </ac:spMkLst>
        </pc:spChg>
        <pc:spChg chg="mod">
          <ac:chgData name="Takeuchi, Koichiro" userId="b3848a05-443b-4434-8fa5-7398ca0c03c9" providerId="ADAL" clId="{AE71EA6D-8CAE-4CA8-A4AE-CBE82EA043E5}" dt="2024-09-25T03:32:08.529" v="1362"/>
          <ac:spMkLst>
            <pc:docMk/>
            <pc:sldMk cId="3295928436" sldId="2147480846"/>
            <ac:spMk id="77" creationId="{93EF5657-2CDD-0F59-E4E6-975F94BA6ECD}"/>
          </ac:spMkLst>
        </pc:spChg>
        <pc:spChg chg="mod">
          <ac:chgData name="Takeuchi, Koichiro" userId="b3848a05-443b-4434-8fa5-7398ca0c03c9" providerId="ADAL" clId="{AE71EA6D-8CAE-4CA8-A4AE-CBE82EA043E5}" dt="2024-09-25T03:32:08.529" v="1362"/>
          <ac:spMkLst>
            <pc:docMk/>
            <pc:sldMk cId="3295928436" sldId="2147480846"/>
            <ac:spMk id="78" creationId="{C4BB6A59-5742-0209-0B9B-72D67275BA68}"/>
          </ac:spMkLst>
        </pc:spChg>
        <pc:spChg chg="mod">
          <ac:chgData name="Takeuchi, Koichiro" userId="b3848a05-443b-4434-8fa5-7398ca0c03c9" providerId="ADAL" clId="{AE71EA6D-8CAE-4CA8-A4AE-CBE82EA043E5}" dt="2024-09-25T03:32:08.529" v="1362"/>
          <ac:spMkLst>
            <pc:docMk/>
            <pc:sldMk cId="3295928436" sldId="2147480846"/>
            <ac:spMk id="79" creationId="{4072BC91-39A3-4BC1-DF5D-4B84D367C6DD}"/>
          </ac:spMkLst>
        </pc:spChg>
        <pc:spChg chg="mod">
          <ac:chgData name="Takeuchi, Koichiro" userId="b3848a05-443b-4434-8fa5-7398ca0c03c9" providerId="ADAL" clId="{AE71EA6D-8CAE-4CA8-A4AE-CBE82EA043E5}" dt="2024-09-25T03:32:08.529" v="1362"/>
          <ac:spMkLst>
            <pc:docMk/>
            <pc:sldMk cId="3295928436" sldId="2147480846"/>
            <ac:spMk id="80" creationId="{4EDE2C44-97AB-2B6E-5603-59F81925150F}"/>
          </ac:spMkLst>
        </pc:spChg>
        <pc:spChg chg="mod">
          <ac:chgData name="Takeuchi, Koichiro" userId="b3848a05-443b-4434-8fa5-7398ca0c03c9" providerId="ADAL" clId="{AE71EA6D-8CAE-4CA8-A4AE-CBE82EA043E5}" dt="2024-09-25T03:32:08.529" v="1362"/>
          <ac:spMkLst>
            <pc:docMk/>
            <pc:sldMk cId="3295928436" sldId="2147480846"/>
            <ac:spMk id="82" creationId="{87689411-A5AF-3EAC-79EC-7AE3C0F5D201}"/>
          </ac:spMkLst>
        </pc:spChg>
        <pc:spChg chg="mod">
          <ac:chgData name="Takeuchi, Koichiro" userId="b3848a05-443b-4434-8fa5-7398ca0c03c9" providerId="ADAL" clId="{AE71EA6D-8CAE-4CA8-A4AE-CBE82EA043E5}" dt="2024-09-25T03:32:08.529" v="1362"/>
          <ac:spMkLst>
            <pc:docMk/>
            <pc:sldMk cId="3295928436" sldId="2147480846"/>
            <ac:spMk id="83" creationId="{FB0D9E23-B7E1-BA16-0849-DC65E9975CEF}"/>
          </ac:spMkLst>
        </pc:spChg>
        <pc:spChg chg="mod">
          <ac:chgData name="Takeuchi, Koichiro" userId="b3848a05-443b-4434-8fa5-7398ca0c03c9" providerId="ADAL" clId="{AE71EA6D-8CAE-4CA8-A4AE-CBE82EA043E5}" dt="2024-09-25T03:32:08.529" v="1362"/>
          <ac:spMkLst>
            <pc:docMk/>
            <pc:sldMk cId="3295928436" sldId="2147480846"/>
            <ac:spMk id="84" creationId="{A376FCCC-8BDF-52C2-E992-70CC8B5B861B}"/>
          </ac:spMkLst>
        </pc:spChg>
        <pc:spChg chg="mod">
          <ac:chgData name="Takeuchi, Koichiro" userId="b3848a05-443b-4434-8fa5-7398ca0c03c9" providerId="ADAL" clId="{AE71EA6D-8CAE-4CA8-A4AE-CBE82EA043E5}" dt="2024-09-25T03:32:08.529" v="1362"/>
          <ac:spMkLst>
            <pc:docMk/>
            <pc:sldMk cId="3295928436" sldId="2147480846"/>
            <ac:spMk id="85" creationId="{92433B0C-6823-622D-D3C7-BB062CEEE0D0}"/>
          </ac:spMkLst>
        </pc:spChg>
        <pc:spChg chg="mod">
          <ac:chgData name="Takeuchi, Koichiro" userId="b3848a05-443b-4434-8fa5-7398ca0c03c9" providerId="ADAL" clId="{AE71EA6D-8CAE-4CA8-A4AE-CBE82EA043E5}" dt="2024-09-25T03:32:08.529" v="1362"/>
          <ac:spMkLst>
            <pc:docMk/>
            <pc:sldMk cId="3295928436" sldId="2147480846"/>
            <ac:spMk id="86" creationId="{0E0BE967-AF47-89CA-564A-BFD65A500C99}"/>
          </ac:spMkLst>
        </pc:spChg>
        <pc:spChg chg="mod">
          <ac:chgData name="Takeuchi, Koichiro" userId="b3848a05-443b-4434-8fa5-7398ca0c03c9" providerId="ADAL" clId="{AE71EA6D-8CAE-4CA8-A4AE-CBE82EA043E5}" dt="2024-09-25T03:32:08.529" v="1362"/>
          <ac:spMkLst>
            <pc:docMk/>
            <pc:sldMk cId="3295928436" sldId="2147480846"/>
            <ac:spMk id="87" creationId="{B0C81992-BA0B-7450-88BF-321FCFDF45E1}"/>
          </ac:spMkLst>
        </pc:spChg>
        <pc:spChg chg="add mod">
          <ac:chgData name="Takeuchi, Koichiro" userId="b3848a05-443b-4434-8fa5-7398ca0c03c9" providerId="ADAL" clId="{AE71EA6D-8CAE-4CA8-A4AE-CBE82EA043E5}" dt="2024-09-25T03:32:39.879" v="1397" actId="207"/>
          <ac:spMkLst>
            <pc:docMk/>
            <pc:sldMk cId="3295928436" sldId="2147480846"/>
            <ac:spMk id="89" creationId="{B7C4CC52-1ECA-D190-B5FB-EB5D5A0607CE}"/>
          </ac:spMkLst>
        </pc:spChg>
        <pc:spChg chg="add mod">
          <ac:chgData name="Takeuchi, Koichiro" userId="b3848a05-443b-4434-8fa5-7398ca0c03c9" providerId="ADAL" clId="{AE71EA6D-8CAE-4CA8-A4AE-CBE82EA043E5}" dt="2024-09-25T03:32:26.996" v="1396" actId="1036"/>
          <ac:spMkLst>
            <pc:docMk/>
            <pc:sldMk cId="3295928436" sldId="2147480846"/>
            <ac:spMk id="90" creationId="{85874BC9-F9F1-3A1B-CEB8-78D4B5B539CD}"/>
          </ac:spMkLst>
        </pc:spChg>
        <pc:spChg chg="add mod">
          <ac:chgData name="Takeuchi, Koichiro" userId="b3848a05-443b-4434-8fa5-7398ca0c03c9" providerId="ADAL" clId="{AE71EA6D-8CAE-4CA8-A4AE-CBE82EA043E5}" dt="2024-09-25T03:32:26.996" v="1396" actId="1036"/>
          <ac:spMkLst>
            <pc:docMk/>
            <pc:sldMk cId="3295928436" sldId="2147480846"/>
            <ac:spMk id="91" creationId="{3909A00A-5112-4D61-283B-6BE2B4872B40}"/>
          </ac:spMkLst>
        </pc:spChg>
        <pc:spChg chg="add mod">
          <ac:chgData name="Takeuchi, Koichiro" userId="b3848a05-443b-4434-8fa5-7398ca0c03c9" providerId="ADAL" clId="{AE71EA6D-8CAE-4CA8-A4AE-CBE82EA043E5}" dt="2024-09-25T03:32:26.996" v="1396" actId="1036"/>
          <ac:spMkLst>
            <pc:docMk/>
            <pc:sldMk cId="3295928436" sldId="2147480846"/>
            <ac:spMk id="92" creationId="{96FB0663-EDAB-2120-8325-681E45413C3F}"/>
          </ac:spMkLst>
        </pc:spChg>
        <pc:spChg chg="add mod">
          <ac:chgData name="Takeuchi, Koichiro" userId="b3848a05-443b-4434-8fa5-7398ca0c03c9" providerId="ADAL" clId="{AE71EA6D-8CAE-4CA8-A4AE-CBE82EA043E5}" dt="2024-09-25T03:32:26.996" v="1396" actId="1036"/>
          <ac:spMkLst>
            <pc:docMk/>
            <pc:sldMk cId="3295928436" sldId="2147480846"/>
            <ac:spMk id="93" creationId="{314C4AEB-53BF-C9CB-D004-9FF3A2E67FA3}"/>
          </ac:spMkLst>
        </pc:spChg>
        <pc:spChg chg="add mod">
          <ac:chgData name="Takeuchi, Koichiro" userId="b3848a05-443b-4434-8fa5-7398ca0c03c9" providerId="ADAL" clId="{AE71EA6D-8CAE-4CA8-A4AE-CBE82EA043E5}" dt="2024-09-25T03:32:26.996" v="1396" actId="1036"/>
          <ac:spMkLst>
            <pc:docMk/>
            <pc:sldMk cId="3295928436" sldId="2147480846"/>
            <ac:spMk id="94" creationId="{525140CD-6877-7C64-FBBD-0651DA3D1827}"/>
          </ac:spMkLst>
        </pc:spChg>
        <pc:spChg chg="add mod">
          <ac:chgData name="Takeuchi, Koichiro" userId="b3848a05-443b-4434-8fa5-7398ca0c03c9" providerId="ADAL" clId="{AE71EA6D-8CAE-4CA8-A4AE-CBE82EA043E5}" dt="2024-09-25T03:32:26.996" v="1396" actId="1036"/>
          <ac:spMkLst>
            <pc:docMk/>
            <pc:sldMk cId="3295928436" sldId="2147480846"/>
            <ac:spMk id="95" creationId="{F779EA3C-2B7F-8B1A-782E-A0E3AB0C4B2B}"/>
          </ac:spMkLst>
        </pc:spChg>
        <pc:spChg chg="add mod">
          <ac:chgData name="Takeuchi, Koichiro" userId="b3848a05-443b-4434-8fa5-7398ca0c03c9" providerId="ADAL" clId="{AE71EA6D-8CAE-4CA8-A4AE-CBE82EA043E5}" dt="2024-09-25T03:32:26.996" v="1396" actId="1036"/>
          <ac:spMkLst>
            <pc:docMk/>
            <pc:sldMk cId="3295928436" sldId="2147480846"/>
            <ac:spMk id="96" creationId="{B0AA76D1-44DC-C780-11AA-2B34D31CA117}"/>
          </ac:spMkLst>
        </pc:spChg>
        <pc:spChg chg="add mod">
          <ac:chgData name="Takeuchi, Koichiro" userId="b3848a05-443b-4434-8fa5-7398ca0c03c9" providerId="ADAL" clId="{AE71EA6D-8CAE-4CA8-A4AE-CBE82EA043E5}" dt="2024-09-25T03:33:25.995" v="1425" actId="1035"/>
          <ac:spMkLst>
            <pc:docMk/>
            <pc:sldMk cId="3295928436" sldId="2147480846"/>
            <ac:spMk id="97" creationId="{8162CD86-65A4-E17A-23EB-F31B15C9AE1F}"/>
          </ac:spMkLst>
        </pc:spChg>
        <pc:spChg chg="add mod">
          <ac:chgData name="Takeuchi, Koichiro" userId="b3848a05-443b-4434-8fa5-7398ca0c03c9" providerId="ADAL" clId="{AE71EA6D-8CAE-4CA8-A4AE-CBE82EA043E5}" dt="2024-09-25T03:33:18.974" v="1404" actId="115"/>
          <ac:spMkLst>
            <pc:docMk/>
            <pc:sldMk cId="3295928436" sldId="2147480846"/>
            <ac:spMk id="98" creationId="{62F31AA3-1081-DBCB-4DC6-F1249C94EF8D}"/>
          </ac:spMkLst>
        </pc:spChg>
        <pc:spChg chg="add mod">
          <ac:chgData name="Takeuchi, Koichiro" userId="b3848a05-443b-4434-8fa5-7398ca0c03c9" providerId="ADAL" clId="{AE71EA6D-8CAE-4CA8-A4AE-CBE82EA043E5}" dt="2024-09-25T03:33:25.995" v="1425" actId="1035"/>
          <ac:spMkLst>
            <pc:docMk/>
            <pc:sldMk cId="3295928436" sldId="2147480846"/>
            <ac:spMk id="100" creationId="{E202C9FB-B903-3B51-A182-5197D6BAB1B2}"/>
          </ac:spMkLst>
        </pc:spChg>
        <pc:spChg chg="add mod">
          <ac:chgData name="Takeuchi, Koichiro" userId="b3848a05-443b-4434-8fa5-7398ca0c03c9" providerId="ADAL" clId="{AE71EA6D-8CAE-4CA8-A4AE-CBE82EA043E5}" dt="2024-09-25T03:33:25.995" v="1425" actId="1035"/>
          <ac:spMkLst>
            <pc:docMk/>
            <pc:sldMk cId="3295928436" sldId="2147480846"/>
            <ac:spMk id="101" creationId="{2953B362-ECEF-6792-287B-B99B5CE45C4D}"/>
          </ac:spMkLst>
        </pc:spChg>
        <pc:spChg chg="add mod">
          <ac:chgData name="Takeuchi, Koichiro" userId="b3848a05-443b-4434-8fa5-7398ca0c03c9" providerId="ADAL" clId="{AE71EA6D-8CAE-4CA8-A4AE-CBE82EA043E5}" dt="2024-09-25T03:33:25.995" v="1425" actId="1035"/>
          <ac:spMkLst>
            <pc:docMk/>
            <pc:sldMk cId="3295928436" sldId="2147480846"/>
            <ac:spMk id="102" creationId="{AE02E812-78C0-9A05-D223-231BA62F3BE9}"/>
          </ac:spMkLst>
        </pc:spChg>
        <pc:spChg chg="add mod">
          <ac:chgData name="Takeuchi, Koichiro" userId="b3848a05-443b-4434-8fa5-7398ca0c03c9" providerId="ADAL" clId="{AE71EA6D-8CAE-4CA8-A4AE-CBE82EA043E5}" dt="2024-09-25T03:33:25.995" v="1425" actId="1035"/>
          <ac:spMkLst>
            <pc:docMk/>
            <pc:sldMk cId="3295928436" sldId="2147480846"/>
            <ac:spMk id="103" creationId="{22E6D17C-B1F7-0B91-5CAB-F7BECB36DD61}"/>
          </ac:spMkLst>
        </pc:spChg>
        <pc:spChg chg="add mod">
          <ac:chgData name="Takeuchi, Koichiro" userId="b3848a05-443b-4434-8fa5-7398ca0c03c9" providerId="ADAL" clId="{AE71EA6D-8CAE-4CA8-A4AE-CBE82EA043E5}" dt="2024-09-25T03:33:25.995" v="1425" actId="1035"/>
          <ac:spMkLst>
            <pc:docMk/>
            <pc:sldMk cId="3295928436" sldId="2147480846"/>
            <ac:spMk id="104" creationId="{1FD1A212-764D-1A0B-8ECD-BC8D398CB9FF}"/>
          </ac:spMkLst>
        </pc:spChg>
        <pc:spChg chg="add mod">
          <ac:chgData name="Takeuchi, Koichiro" userId="b3848a05-443b-4434-8fa5-7398ca0c03c9" providerId="ADAL" clId="{AE71EA6D-8CAE-4CA8-A4AE-CBE82EA043E5}" dt="2024-09-25T03:33:25.995" v="1425" actId="1035"/>
          <ac:spMkLst>
            <pc:docMk/>
            <pc:sldMk cId="3295928436" sldId="2147480846"/>
            <ac:spMk id="105" creationId="{5168B759-48F6-63C4-0C1D-9A6B9E0CE3A0}"/>
          </ac:spMkLst>
        </pc:spChg>
        <pc:spChg chg="mod topLvl">
          <ac:chgData name="Takeuchi, Koichiro" userId="b3848a05-443b-4434-8fa5-7398ca0c03c9" providerId="ADAL" clId="{AE71EA6D-8CAE-4CA8-A4AE-CBE82EA043E5}" dt="2024-09-25T03:33:48.804" v="1463" actId="12789"/>
          <ac:spMkLst>
            <pc:docMk/>
            <pc:sldMk cId="3295928436" sldId="2147480846"/>
            <ac:spMk id="107" creationId="{70F7B9B1-59A8-E46A-057D-6A193DFCEC2C}"/>
          </ac:spMkLst>
        </pc:spChg>
        <pc:spChg chg="mod topLvl">
          <ac:chgData name="Takeuchi, Koichiro" userId="b3848a05-443b-4434-8fa5-7398ca0c03c9" providerId="ADAL" clId="{AE71EA6D-8CAE-4CA8-A4AE-CBE82EA043E5}" dt="2024-09-25T03:33:48.804" v="1463" actId="12789"/>
          <ac:spMkLst>
            <pc:docMk/>
            <pc:sldMk cId="3295928436" sldId="2147480846"/>
            <ac:spMk id="108" creationId="{59C29506-608B-3483-4D63-7CA803B6CC47}"/>
          </ac:spMkLst>
        </pc:spChg>
        <pc:spChg chg="mod topLvl">
          <ac:chgData name="Takeuchi, Koichiro" userId="b3848a05-443b-4434-8fa5-7398ca0c03c9" providerId="ADAL" clId="{AE71EA6D-8CAE-4CA8-A4AE-CBE82EA043E5}" dt="2024-09-25T03:33:48.804" v="1463" actId="12789"/>
          <ac:spMkLst>
            <pc:docMk/>
            <pc:sldMk cId="3295928436" sldId="2147480846"/>
            <ac:spMk id="109" creationId="{DAFC7DB2-C75E-454D-1F5A-5CBEC94138DE}"/>
          </ac:spMkLst>
        </pc:spChg>
        <pc:spChg chg="mod topLvl">
          <ac:chgData name="Takeuchi, Koichiro" userId="b3848a05-443b-4434-8fa5-7398ca0c03c9" providerId="ADAL" clId="{AE71EA6D-8CAE-4CA8-A4AE-CBE82EA043E5}" dt="2024-09-25T03:33:48.804" v="1463" actId="12789"/>
          <ac:spMkLst>
            <pc:docMk/>
            <pc:sldMk cId="3295928436" sldId="2147480846"/>
            <ac:spMk id="110" creationId="{9663EA8B-FFEF-79FC-4ADF-F9090DAC823F}"/>
          </ac:spMkLst>
        </pc:spChg>
        <pc:spChg chg="mod">
          <ac:chgData name="Takeuchi, Koichiro" userId="b3848a05-443b-4434-8fa5-7398ca0c03c9" providerId="ADAL" clId="{AE71EA6D-8CAE-4CA8-A4AE-CBE82EA043E5}" dt="2024-09-25T03:32:26.996" v="1396" actId="1036"/>
          <ac:spMkLst>
            <pc:docMk/>
            <pc:sldMk cId="3295928436" sldId="2147480846"/>
            <ac:spMk id="112" creationId="{233E5FF0-32E7-82E1-B895-AF5282504B5F}"/>
          </ac:spMkLst>
        </pc:spChg>
        <pc:spChg chg="mod">
          <ac:chgData name="Takeuchi, Koichiro" userId="b3848a05-443b-4434-8fa5-7398ca0c03c9" providerId="ADAL" clId="{AE71EA6D-8CAE-4CA8-A4AE-CBE82EA043E5}" dt="2024-09-25T03:32:26.996" v="1396" actId="1036"/>
          <ac:spMkLst>
            <pc:docMk/>
            <pc:sldMk cId="3295928436" sldId="2147480846"/>
            <ac:spMk id="113" creationId="{A4C37493-4BDA-0A8C-2247-604984E33C55}"/>
          </ac:spMkLst>
        </pc:spChg>
        <pc:spChg chg="mod">
          <ac:chgData name="Takeuchi, Koichiro" userId="b3848a05-443b-4434-8fa5-7398ca0c03c9" providerId="ADAL" clId="{AE71EA6D-8CAE-4CA8-A4AE-CBE82EA043E5}" dt="2024-09-25T03:32:26.996" v="1396" actId="1036"/>
          <ac:spMkLst>
            <pc:docMk/>
            <pc:sldMk cId="3295928436" sldId="2147480846"/>
            <ac:spMk id="114" creationId="{1060A6FC-FD68-B995-053F-F162CADE8C2C}"/>
          </ac:spMkLst>
        </pc:spChg>
        <pc:spChg chg="mod">
          <ac:chgData name="Takeuchi, Koichiro" userId="b3848a05-443b-4434-8fa5-7398ca0c03c9" providerId="ADAL" clId="{AE71EA6D-8CAE-4CA8-A4AE-CBE82EA043E5}" dt="2024-09-25T03:32:26.996" v="1396" actId="1036"/>
          <ac:spMkLst>
            <pc:docMk/>
            <pc:sldMk cId="3295928436" sldId="2147480846"/>
            <ac:spMk id="115" creationId="{F6365041-3A66-DBDE-4F40-BB549DC7F7A0}"/>
          </ac:spMkLst>
        </pc:spChg>
        <pc:spChg chg="mod">
          <ac:chgData name="Takeuchi, Koichiro" userId="b3848a05-443b-4434-8fa5-7398ca0c03c9" providerId="ADAL" clId="{AE71EA6D-8CAE-4CA8-A4AE-CBE82EA043E5}" dt="2024-09-25T03:32:26.996" v="1396" actId="1036"/>
          <ac:spMkLst>
            <pc:docMk/>
            <pc:sldMk cId="3295928436" sldId="2147480846"/>
            <ac:spMk id="116" creationId="{2F8C15D9-AFF6-4A9C-19BE-98A01851F510}"/>
          </ac:spMkLst>
        </pc:spChg>
        <pc:spChg chg="mod">
          <ac:chgData name="Takeuchi, Koichiro" userId="b3848a05-443b-4434-8fa5-7398ca0c03c9" providerId="ADAL" clId="{AE71EA6D-8CAE-4CA8-A4AE-CBE82EA043E5}" dt="2024-09-25T03:32:26.996" v="1396" actId="1036"/>
          <ac:spMkLst>
            <pc:docMk/>
            <pc:sldMk cId="3295928436" sldId="2147480846"/>
            <ac:spMk id="117" creationId="{89926D85-64AE-08B3-27B4-3DC0F5FD1005}"/>
          </ac:spMkLst>
        </pc:spChg>
        <pc:spChg chg="mod">
          <ac:chgData name="Takeuchi, Koichiro" userId="b3848a05-443b-4434-8fa5-7398ca0c03c9" providerId="ADAL" clId="{AE71EA6D-8CAE-4CA8-A4AE-CBE82EA043E5}" dt="2024-09-25T03:32:26.996" v="1396" actId="1036"/>
          <ac:spMkLst>
            <pc:docMk/>
            <pc:sldMk cId="3295928436" sldId="2147480846"/>
            <ac:spMk id="119" creationId="{4FC440F7-F442-4171-25DE-11CD977D0F66}"/>
          </ac:spMkLst>
        </pc:spChg>
        <pc:spChg chg="mod">
          <ac:chgData name="Takeuchi, Koichiro" userId="b3848a05-443b-4434-8fa5-7398ca0c03c9" providerId="ADAL" clId="{AE71EA6D-8CAE-4CA8-A4AE-CBE82EA043E5}" dt="2024-09-25T03:32:26.996" v="1396" actId="1036"/>
          <ac:spMkLst>
            <pc:docMk/>
            <pc:sldMk cId="3295928436" sldId="2147480846"/>
            <ac:spMk id="120" creationId="{0889F8A1-6CCD-0D49-E0D7-02AA0D23B940}"/>
          </ac:spMkLst>
        </pc:spChg>
        <pc:spChg chg="mod">
          <ac:chgData name="Takeuchi, Koichiro" userId="b3848a05-443b-4434-8fa5-7398ca0c03c9" providerId="ADAL" clId="{AE71EA6D-8CAE-4CA8-A4AE-CBE82EA043E5}" dt="2024-09-25T03:32:26.996" v="1396" actId="1036"/>
          <ac:spMkLst>
            <pc:docMk/>
            <pc:sldMk cId="3295928436" sldId="2147480846"/>
            <ac:spMk id="121" creationId="{E4D662CE-7486-49E0-B19A-2E118180D126}"/>
          </ac:spMkLst>
        </pc:spChg>
        <pc:spChg chg="mod">
          <ac:chgData name="Takeuchi, Koichiro" userId="b3848a05-443b-4434-8fa5-7398ca0c03c9" providerId="ADAL" clId="{AE71EA6D-8CAE-4CA8-A4AE-CBE82EA043E5}" dt="2024-09-25T03:32:26.996" v="1396" actId="1036"/>
          <ac:spMkLst>
            <pc:docMk/>
            <pc:sldMk cId="3295928436" sldId="2147480846"/>
            <ac:spMk id="122" creationId="{EF670FE8-B01F-B38D-284C-1139D93D56B5}"/>
          </ac:spMkLst>
        </pc:spChg>
        <pc:spChg chg="mod">
          <ac:chgData name="Takeuchi, Koichiro" userId="b3848a05-443b-4434-8fa5-7398ca0c03c9" providerId="ADAL" clId="{AE71EA6D-8CAE-4CA8-A4AE-CBE82EA043E5}" dt="2024-09-25T03:32:26.996" v="1396" actId="1036"/>
          <ac:spMkLst>
            <pc:docMk/>
            <pc:sldMk cId="3295928436" sldId="2147480846"/>
            <ac:spMk id="123" creationId="{47E3B0DB-8BB7-9801-AFB1-46425AD35928}"/>
          </ac:spMkLst>
        </pc:spChg>
        <pc:spChg chg="mod">
          <ac:chgData name="Takeuchi, Koichiro" userId="b3848a05-443b-4434-8fa5-7398ca0c03c9" providerId="ADAL" clId="{AE71EA6D-8CAE-4CA8-A4AE-CBE82EA043E5}" dt="2024-09-25T03:32:26.996" v="1396" actId="1036"/>
          <ac:spMkLst>
            <pc:docMk/>
            <pc:sldMk cId="3295928436" sldId="2147480846"/>
            <ac:spMk id="124" creationId="{6FA6AEB1-4C1E-EBB5-CF4B-4A913EFF4914}"/>
          </ac:spMkLst>
        </pc:spChg>
        <pc:spChg chg="mod">
          <ac:chgData name="Takeuchi, Koichiro" userId="b3848a05-443b-4434-8fa5-7398ca0c03c9" providerId="ADAL" clId="{AE71EA6D-8CAE-4CA8-A4AE-CBE82EA043E5}" dt="2024-09-25T03:32:26.996" v="1396" actId="1036"/>
          <ac:spMkLst>
            <pc:docMk/>
            <pc:sldMk cId="3295928436" sldId="2147480846"/>
            <ac:spMk id="125" creationId="{B1F9E637-DB50-2A3D-77D3-F5426E1974BD}"/>
          </ac:spMkLst>
        </pc:spChg>
        <pc:spChg chg="mod">
          <ac:chgData name="Takeuchi, Koichiro" userId="b3848a05-443b-4434-8fa5-7398ca0c03c9" providerId="ADAL" clId="{AE71EA6D-8CAE-4CA8-A4AE-CBE82EA043E5}" dt="2024-09-25T03:32:26.996" v="1396" actId="1036"/>
          <ac:spMkLst>
            <pc:docMk/>
            <pc:sldMk cId="3295928436" sldId="2147480846"/>
            <ac:spMk id="126" creationId="{A27D9C9A-BDCF-3E08-C417-8F0E79C2FC16}"/>
          </ac:spMkLst>
        </pc:spChg>
        <pc:spChg chg="mod">
          <ac:chgData name="Takeuchi, Koichiro" userId="b3848a05-443b-4434-8fa5-7398ca0c03c9" providerId="ADAL" clId="{AE71EA6D-8CAE-4CA8-A4AE-CBE82EA043E5}" dt="2024-09-25T03:32:26.996" v="1396" actId="1036"/>
          <ac:spMkLst>
            <pc:docMk/>
            <pc:sldMk cId="3295928436" sldId="2147480846"/>
            <ac:spMk id="128" creationId="{708010EE-37B3-3B35-3FA8-741701FF6355}"/>
          </ac:spMkLst>
        </pc:spChg>
        <pc:spChg chg="mod">
          <ac:chgData name="Takeuchi, Koichiro" userId="b3848a05-443b-4434-8fa5-7398ca0c03c9" providerId="ADAL" clId="{AE71EA6D-8CAE-4CA8-A4AE-CBE82EA043E5}" dt="2024-09-25T03:32:26.996" v="1396" actId="1036"/>
          <ac:spMkLst>
            <pc:docMk/>
            <pc:sldMk cId="3295928436" sldId="2147480846"/>
            <ac:spMk id="130" creationId="{3FF09B22-DB3D-3EFF-6ECE-D03825F24B29}"/>
          </ac:spMkLst>
        </pc:spChg>
        <pc:spChg chg="mod">
          <ac:chgData name="Takeuchi, Koichiro" userId="b3848a05-443b-4434-8fa5-7398ca0c03c9" providerId="ADAL" clId="{AE71EA6D-8CAE-4CA8-A4AE-CBE82EA043E5}" dt="2024-09-25T03:32:26.996" v="1396" actId="1036"/>
          <ac:spMkLst>
            <pc:docMk/>
            <pc:sldMk cId="3295928436" sldId="2147480846"/>
            <ac:spMk id="131" creationId="{510785AF-4E62-796E-D1C6-4250D864E3E7}"/>
          </ac:spMkLst>
        </pc:spChg>
        <pc:spChg chg="mod">
          <ac:chgData name="Takeuchi, Koichiro" userId="b3848a05-443b-4434-8fa5-7398ca0c03c9" providerId="ADAL" clId="{AE71EA6D-8CAE-4CA8-A4AE-CBE82EA043E5}" dt="2024-09-25T03:32:26.996" v="1396" actId="1036"/>
          <ac:spMkLst>
            <pc:docMk/>
            <pc:sldMk cId="3295928436" sldId="2147480846"/>
            <ac:spMk id="132" creationId="{462B064D-7F59-6313-D50A-32A5927F8AB3}"/>
          </ac:spMkLst>
        </pc:spChg>
        <pc:spChg chg="mod">
          <ac:chgData name="Takeuchi, Koichiro" userId="b3848a05-443b-4434-8fa5-7398ca0c03c9" providerId="ADAL" clId="{AE71EA6D-8CAE-4CA8-A4AE-CBE82EA043E5}" dt="2024-09-25T03:32:26.996" v="1396" actId="1036"/>
          <ac:spMkLst>
            <pc:docMk/>
            <pc:sldMk cId="3295928436" sldId="2147480846"/>
            <ac:spMk id="133" creationId="{AAF9389B-170B-DEE4-5349-0ED7C1A9ED7E}"/>
          </ac:spMkLst>
        </pc:spChg>
        <pc:spChg chg="mod">
          <ac:chgData name="Takeuchi, Koichiro" userId="b3848a05-443b-4434-8fa5-7398ca0c03c9" providerId="ADAL" clId="{AE71EA6D-8CAE-4CA8-A4AE-CBE82EA043E5}" dt="2024-09-25T03:32:26.996" v="1396" actId="1036"/>
          <ac:spMkLst>
            <pc:docMk/>
            <pc:sldMk cId="3295928436" sldId="2147480846"/>
            <ac:spMk id="134" creationId="{7C2E5358-7E53-9429-66FE-FBBB3A192D17}"/>
          </ac:spMkLst>
        </pc:spChg>
        <pc:spChg chg="mod">
          <ac:chgData name="Takeuchi, Koichiro" userId="b3848a05-443b-4434-8fa5-7398ca0c03c9" providerId="ADAL" clId="{AE71EA6D-8CAE-4CA8-A4AE-CBE82EA043E5}" dt="2024-09-25T03:32:26.996" v="1396" actId="1036"/>
          <ac:spMkLst>
            <pc:docMk/>
            <pc:sldMk cId="3295928436" sldId="2147480846"/>
            <ac:spMk id="136" creationId="{DB4DBC18-F400-CCFD-861B-5AA19B3474A5}"/>
          </ac:spMkLst>
        </pc:spChg>
        <pc:spChg chg="mod">
          <ac:chgData name="Takeuchi, Koichiro" userId="b3848a05-443b-4434-8fa5-7398ca0c03c9" providerId="ADAL" clId="{AE71EA6D-8CAE-4CA8-A4AE-CBE82EA043E5}" dt="2024-09-25T03:32:26.996" v="1396" actId="1036"/>
          <ac:spMkLst>
            <pc:docMk/>
            <pc:sldMk cId="3295928436" sldId="2147480846"/>
            <ac:spMk id="137" creationId="{19A97A4A-572B-64F9-CA4D-9270D02A9731}"/>
          </ac:spMkLst>
        </pc:spChg>
        <pc:spChg chg="mod">
          <ac:chgData name="Takeuchi, Koichiro" userId="b3848a05-443b-4434-8fa5-7398ca0c03c9" providerId="ADAL" clId="{AE71EA6D-8CAE-4CA8-A4AE-CBE82EA043E5}" dt="2024-09-25T03:32:26.996" v="1396" actId="1036"/>
          <ac:spMkLst>
            <pc:docMk/>
            <pc:sldMk cId="3295928436" sldId="2147480846"/>
            <ac:spMk id="138" creationId="{251CE11C-A7D8-D460-8954-B0E5AFCA0064}"/>
          </ac:spMkLst>
        </pc:spChg>
        <pc:spChg chg="mod">
          <ac:chgData name="Takeuchi, Koichiro" userId="b3848a05-443b-4434-8fa5-7398ca0c03c9" providerId="ADAL" clId="{AE71EA6D-8CAE-4CA8-A4AE-CBE82EA043E5}" dt="2024-09-25T03:32:26.996" v="1396" actId="1036"/>
          <ac:spMkLst>
            <pc:docMk/>
            <pc:sldMk cId="3295928436" sldId="2147480846"/>
            <ac:spMk id="139" creationId="{3AA71CAC-3B0F-48A5-C4CC-B478E81F5631}"/>
          </ac:spMkLst>
        </pc:spChg>
        <pc:spChg chg="mod">
          <ac:chgData name="Takeuchi, Koichiro" userId="b3848a05-443b-4434-8fa5-7398ca0c03c9" providerId="ADAL" clId="{AE71EA6D-8CAE-4CA8-A4AE-CBE82EA043E5}" dt="2024-09-25T03:32:26.996" v="1396" actId="1036"/>
          <ac:spMkLst>
            <pc:docMk/>
            <pc:sldMk cId="3295928436" sldId="2147480846"/>
            <ac:spMk id="140" creationId="{3189937D-F4C4-2B3E-63BF-C68945416188}"/>
          </ac:spMkLst>
        </pc:spChg>
        <pc:spChg chg="mod">
          <ac:chgData name="Takeuchi, Koichiro" userId="b3848a05-443b-4434-8fa5-7398ca0c03c9" providerId="ADAL" clId="{AE71EA6D-8CAE-4CA8-A4AE-CBE82EA043E5}" dt="2024-09-25T03:32:26.996" v="1396" actId="1036"/>
          <ac:spMkLst>
            <pc:docMk/>
            <pc:sldMk cId="3295928436" sldId="2147480846"/>
            <ac:spMk id="141" creationId="{C236A9AD-A8E0-E30A-6ED9-F59267D4F34B}"/>
          </ac:spMkLst>
        </pc:spChg>
        <pc:spChg chg="mod">
          <ac:chgData name="Takeuchi, Koichiro" userId="b3848a05-443b-4434-8fa5-7398ca0c03c9" providerId="ADAL" clId="{AE71EA6D-8CAE-4CA8-A4AE-CBE82EA043E5}" dt="2024-09-25T03:32:26.996" v="1396" actId="1036"/>
          <ac:spMkLst>
            <pc:docMk/>
            <pc:sldMk cId="3295928436" sldId="2147480846"/>
            <ac:spMk id="142" creationId="{F4FBB51B-80B8-D051-D0AB-B488789AC0F1}"/>
          </ac:spMkLst>
        </pc:spChg>
        <pc:spChg chg="mod">
          <ac:chgData name="Takeuchi, Koichiro" userId="b3848a05-443b-4434-8fa5-7398ca0c03c9" providerId="ADAL" clId="{AE71EA6D-8CAE-4CA8-A4AE-CBE82EA043E5}" dt="2024-09-25T03:32:26.996" v="1396" actId="1036"/>
          <ac:spMkLst>
            <pc:docMk/>
            <pc:sldMk cId="3295928436" sldId="2147480846"/>
            <ac:spMk id="143" creationId="{3821C1C2-D378-8873-4D55-46CD071E0AE7}"/>
          </ac:spMkLst>
        </pc:spChg>
        <pc:spChg chg="mod">
          <ac:chgData name="Takeuchi, Koichiro" userId="b3848a05-443b-4434-8fa5-7398ca0c03c9" providerId="ADAL" clId="{AE71EA6D-8CAE-4CA8-A4AE-CBE82EA043E5}" dt="2024-09-25T03:32:26.996" v="1396" actId="1036"/>
          <ac:spMkLst>
            <pc:docMk/>
            <pc:sldMk cId="3295928436" sldId="2147480846"/>
            <ac:spMk id="144" creationId="{FAA170BF-EBD1-1E47-4131-BC555D32CEA3}"/>
          </ac:spMkLst>
        </pc:spChg>
        <pc:spChg chg="mod">
          <ac:chgData name="Takeuchi, Koichiro" userId="b3848a05-443b-4434-8fa5-7398ca0c03c9" providerId="ADAL" clId="{AE71EA6D-8CAE-4CA8-A4AE-CBE82EA043E5}" dt="2024-09-25T03:32:26.996" v="1396" actId="1036"/>
          <ac:spMkLst>
            <pc:docMk/>
            <pc:sldMk cId="3295928436" sldId="2147480846"/>
            <ac:spMk id="145" creationId="{CCF95FFA-0107-B1E6-64D1-7E3332675DAC}"/>
          </ac:spMkLst>
        </pc:spChg>
        <pc:spChg chg="mod">
          <ac:chgData name="Takeuchi, Koichiro" userId="b3848a05-443b-4434-8fa5-7398ca0c03c9" providerId="ADAL" clId="{AE71EA6D-8CAE-4CA8-A4AE-CBE82EA043E5}" dt="2024-09-25T03:32:26.996" v="1396" actId="1036"/>
          <ac:spMkLst>
            <pc:docMk/>
            <pc:sldMk cId="3295928436" sldId="2147480846"/>
            <ac:spMk id="146" creationId="{D17CA41C-1087-E653-3C3A-6CA46829129B}"/>
          </ac:spMkLst>
        </pc:spChg>
        <pc:spChg chg="mod">
          <ac:chgData name="Takeuchi, Koichiro" userId="b3848a05-443b-4434-8fa5-7398ca0c03c9" providerId="ADAL" clId="{AE71EA6D-8CAE-4CA8-A4AE-CBE82EA043E5}" dt="2024-09-25T03:32:26.996" v="1396" actId="1036"/>
          <ac:spMkLst>
            <pc:docMk/>
            <pc:sldMk cId="3295928436" sldId="2147480846"/>
            <ac:spMk id="147" creationId="{25B61379-75F7-A37F-1E1B-B747AAD2E8BF}"/>
          </ac:spMkLst>
        </pc:spChg>
        <pc:spChg chg="mod">
          <ac:chgData name="Takeuchi, Koichiro" userId="b3848a05-443b-4434-8fa5-7398ca0c03c9" providerId="ADAL" clId="{AE71EA6D-8CAE-4CA8-A4AE-CBE82EA043E5}" dt="2024-09-25T03:32:26.996" v="1396" actId="1036"/>
          <ac:spMkLst>
            <pc:docMk/>
            <pc:sldMk cId="3295928436" sldId="2147480846"/>
            <ac:spMk id="149" creationId="{65E61CF7-62F1-839E-6297-249FD21F811F}"/>
          </ac:spMkLst>
        </pc:spChg>
        <pc:spChg chg="mod">
          <ac:chgData name="Takeuchi, Koichiro" userId="b3848a05-443b-4434-8fa5-7398ca0c03c9" providerId="ADAL" clId="{AE71EA6D-8CAE-4CA8-A4AE-CBE82EA043E5}" dt="2024-09-25T03:32:26.996" v="1396" actId="1036"/>
          <ac:spMkLst>
            <pc:docMk/>
            <pc:sldMk cId="3295928436" sldId="2147480846"/>
            <ac:spMk id="150" creationId="{A8E5A7F2-F002-732F-604D-0312E7DEFC5B}"/>
          </ac:spMkLst>
        </pc:spChg>
        <pc:spChg chg="mod">
          <ac:chgData name="Takeuchi, Koichiro" userId="b3848a05-443b-4434-8fa5-7398ca0c03c9" providerId="ADAL" clId="{AE71EA6D-8CAE-4CA8-A4AE-CBE82EA043E5}" dt="2024-09-25T03:32:26.996" v="1396" actId="1036"/>
          <ac:spMkLst>
            <pc:docMk/>
            <pc:sldMk cId="3295928436" sldId="2147480846"/>
            <ac:spMk id="151" creationId="{BCEE3A59-1BC7-8CBC-1B4B-A2F61768A116}"/>
          </ac:spMkLst>
        </pc:spChg>
        <pc:spChg chg="mod">
          <ac:chgData name="Takeuchi, Koichiro" userId="b3848a05-443b-4434-8fa5-7398ca0c03c9" providerId="ADAL" clId="{AE71EA6D-8CAE-4CA8-A4AE-CBE82EA043E5}" dt="2024-09-25T03:32:26.996" v="1396" actId="1036"/>
          <ac:spMkLst>
            <pc:docMk/>
            <pc:sldMk cId="3295928436" sldId="2147480846"/>
            <ac:spMk id="152" creationId="{11EA1274-DC90-9397-1302-EA9784DB2231}"/>
          </ac:spMkLst>
        </pc:spChg>
        <pc:spChg chg="mod">
          <ac:chgData name="Takeuchi, Koichiro" userId="b3848a05-443b-4434-8fa5-7398ca0c03c9" providerId="ADAL" clId="{AE71EA6D-8CAE-4CA8-A4AE-CBE82EA043E5}" dt="2024-09-25T03:32:26.996" v="1396" actId="1036"/>
          <ac:spMkLst>
            <pc:docMk/>
            <pc:sldMk cId="3295928436" sldId="2147480846"/>
            <ac:spMk id="153" creationId="{4185DB5E-4F7C-2D8B-9A25-177340A52374}"/>
          </ac:spMkLst>
        </pc:spChg>
        <pc:spChg chg="mod">
          <ac:chgData name="Takeuchi, Koichiro" userId="b3848a05-443b-4434-8fa5-7398ca0c03c9" providerId="ADAL" clId="{AE71EA6D-8CAE-4CA8-A4AE-CBE82EA043E5}" dt="2024-09-25T03:32:26.996" v="1396" actId="1036"/>
          <ac:spMkLst>
            <pc:docMk/>
            <pc:sldMk cId="3295928436" sldId="2147480846"/>
            <ac:spMk id="154" creationId="{8F728E9E-1A7C-945C-DA91-2ECADC4591E7}"/>
          </ac:spMkLst>
        </pc:spChg>
        <pc:spChg chg="mod">
          <ac:chgData name="Takeuchi, Koichiro" userId="b3848a05-443b-4434-8fa5-7398ca0c03c9" providerId="ADAL" clId="{AE71EA6D-8CAE-4CA8-A4AE-CBE82EA043E5}" dt="2024-09-25T03:32:26.996" v="1396" actId="1036"/>
          <ac:spMkLst>
            <pc:docMk/>
            <pc:sldMk cId="3295928436" sldId="2147480846"/>
            <ac:spMk id="156" creationId="{04217D00-E0E7-52DD-B88E-988E0D35B56C}"/>
          </ac:spMkLst>
        </pc:spChg>
        <pc:spChg chg="mod">
          <ac:chgData name="Takeuchi, Koichiro" userId="b3848a05-443b-4434-8fa5-7398ca0c03c9" providerId="ADAL" clId="{AE71EA6D-8CAE-4CA8-A4AE-CBE82EA043E5}" dt="2024-09-25T03:32:26.996" v="1396" actId="1036"/>
          <ac:spMkLst>
            <pc:docMk/>
            <pc:sldMk cId="3295928436" sldId="2147480846"/>
            <ac:spMk id="157" creationId="{A623CBB0-4E23-A96B-B99A-9179AB00C506}"/>
          </ac:spMkLst>
        </pc:spChg>
        <pc:spChg chg="mod">
          <ac:chgData name="Takeuchi, Koichiro" userId="b3848a05-443b-4434-8fa5-7398ca0c03c9" providerId="ADAL" clId="{AE71EA6D-8CAE-4CA8-A4AE-CBE82EA043E5}" dt="2024-09-25T03:32:26.996" v="1396" actId="1036"/>
          <ac:spMkLst>
            <pc:docMk/>
            <pc:sldMk cId="3295928436" sldId="2147480846"/>
            <ac:spMk id="158" creationId="{6AB9A70F-5F1F-730D-D5F6-84B9AA31CA06}"/>
          </ac:spMkLst>
        </pc:spChg>
        <pc:spChg chg="mod">
          <ac:chgData name="Takeuchi, Koichiro" userId="b3848a05-443b-4434-8fa5-7398ca0c03c9" providerId="ADAL" clId="{AE71EA6D-8CAE-4CA8-A4AE-CBE82EA043E5}" dt="2024-09-25T03:32:26.996" v="1396" actId="1036"/>
          <ac:spMkLst>
            <pc:docMk/>
            <pc:sldMk cId="3295928436" sldId="2147480846"/>
            <ac:spMk id="159" creationId="{64154C04-EDED-AF94-429F-332278C10303}"/>
          </ac:spMkLst>
        </pc:spChg>
        <pc:spChg chg="mod">
          <ac:chgData name="Takeuchi, Koichiro" userId="b3848a05-443b-4434-8fa5-7398ca0c03c9" providerId="ADAL" clId="{AE71EA6D-8CAE-4CA8-A4AE-CBE82EA043E5}" dt="2024-09-25T03:32:26.996" v="1396" actId="1036"/>
          <ac:spMkLst>
            <pc:docMk/>
            <pc:sldMk cId="3295928436" sldId="2147480846"/>
            <ac:spMk id="160" creationId="{5AA219F7-3FB7-4BDA-A0EA-ADB120C2176A}"/>
          </ac:spMkLst>
        </pc:spChg>
        <pc:spChg chg="mod">
          <ac:chgData name="Takeuchi, Koichiro" userId="b3848a05-443b-4434-8fa5-7398ca0c03c9" providerId="ADAL" clId="{AE71EA6D-8CAE-4CA8-A4AE-CBE82EA043E5}" dt="2024-09-25T03:32:26.996" v="1396" actId="1036"/>
          <ac:spMkLst>
            <pc:docMk/>
            <pc:sldMk cId="3295928436" sldId="2147480846"/>
            <ac:spMk id="161" creationId="{1499251F-6A98-0DF4-BD5A-1CF426770DBA}"/>
          </ac:spMkLst>
        </pc:spChg>
        <pc:spChg chg="mod">
          <ac:chgData name="Takeuchi, Koichiro" userId="b3848a05-443b-4434-8fa5-7398ca0c03c9" providerId="ADAL" clId="{AE71EA6D-8CAE-4CA8-A4AE-CBE82EA043E5}" dt="2024-09-25T03:32:17.250" v="1384" actId="1035"/>
          <ac:spMkLst>
            <pc:docMk/>
            <pc:sldMk cId="3295928436" sldId="2147480846"/>
            <ac:spMk id="163" creationId="{CCE8E8E5-9618-F364-4E83-414A9820D827}"/>
          </ac:spMkLst>
        </pc:spChg>
        <pc:spChg chg="mod">
          <ac:chgData name="Takeuchi, Koichiro" userId="b3848a05-443b-4434-8fa5-7398ca0c03c9" providerId="ADAL" clId="{AE71EA6D-8CAE-4CA8-A4AE-CBE82EA043E5}" dt="2024-09-25T03:32:17.250" v="1384" actId="1035"/>
          <ac:spMkLst>
            <pc:docMk/>
            <pc:sldMk cId="3295928436" sldId="2147480846"/>
            <ac:spMk id="164" creationId="{C039F5C8-C920-5D0A-CEFA-2B10CE30F37F}"/>
          </ac:spMkLst>
        </pc:spChg>
        <pc:spChg chg="mod">
          <ac:chgData name="Takeuchi, Koichiro" userId="b3848a05-443b-4434-8fa5-7398ca0c03c9" providerId="ADAL" clId="{AE71EA6D-8CAE-4CA8-A4AE-CBE82EA043E5}" dt="2024-09-25T03:32:17.250" v="1384" actId="1035"/>
          <ac:spMkLst>
            <pc:docMk/>
            <pc:sldMk cId="3295928436" sldId="2147480846"/>
            <ac:spMk id="165" creationId="{5081DDBA-B04C-E320-DE7A-C96548FAF21D}"/>
          </ac:spMkLst>
        </pc:spChg>
        <pc:spChg chg="mod">
          <ac:chgData name="Takeuchi, Koichiro" userId="b3848a05-443b-4434-8fa5-7398ca0c03c9" providerId="ADAL" clId="{AE71EA6D-8CAE-4CA8-A4AE-CBE82EA043E5}" dt="2024-09-25T03:32:17.250" v="1384" actId="1035"/>
          <ac:spMkLst>
            <pc:docMk/>
            <pc:sldMk cId="3295928436" sldId="2147480846"/>
            <ac:spMk id="166" creationId="{8A4FBA20-B933-0D53-C46D-11818A8FD700}"/>
          </ac:spMkLst>
        </pc:spChg>
        <pc:spChg chg="mod">
          <ac:chgData name="Takeuchi, Koichiro" userId="b3848a05-443b-4434-8fa5-7398ca0c03c9" providerId="ADAL" clId="{AE71EA6D-8CAE-4CA8-A4AE-CBE82EA043E5}" dt="2024-09-25T03:32:17.250" v="1384" actId="1035"/>
          <ac:spMkLst>
            <pc:docMk/>
            <pc:sldMk cId="3295928436" sldId="2147480846"/>
            <ac:spMk id="167" creationId="{C0791E2E-29D3-8FFB-A74D-6789E334E4B0}"/>
          </ac:spMkLst>
        </pc:spChg>
        <pc:spChg chg="mod">
          <ac:chgData name="Takeuchi, Koichiro" userId="b3848a05-443b-4434-8fa5-7398ca0c03c9" providerId="ADAL" clId="{AE71EA6D-8CAE-4CA8-A4AE-CBE82EA043E5}" dt="2024-09-25T03:32:17.250" v="1384" actId="1035"/>
          <ac:spMkLst>
            <pc:docMk/>
            <pc:sldMk cId="3295928436" sldId="2147480846"/>
            <ac:spMk id="168" creationId="{434EAF8F-15F0-25D3-C47E-CE0B1A1FD73B}"/>
          </ac:spMkLst>
        </pc:spChg>
        <pc:grpChg chg="add mod">
          <ac:chgData name="Takeuchi, Koichiro" userId="b3848a05-443b-4434-8fa5-7398ca0c03c9" providerId="ADAL" clId="{AE71EA6D-8CAE-4CA8-A4AE-CBE82EA043E5}" dt="2024-09-25T03:32:08.529" v="1362"/>
          <ac:grpSpMkLst>
            <pc:docMk/>
            <pc:sldMk cId="3295928436" sldId="2147480846"/>
            <ac:grpSpMk id="25" creationId="{07BB4F84-FEBC-00B1-E222-5971D4C49397}"/>
          </ac:grpSpMkLst>
        </pc:grpChg>
        <pc:grpChg chg="add mod">
          <ac:chgData name="Takeuchi, Koichiro" userId="b3848a05-443b-4434-8fa5-7398ca0c03c9" providerId="ADAL" clId="{AE71EA6D-8CAE-4CA8-A4AE-CBE82EA043E5}" dt="2024-09-25T03:32:08.529" v="1362"/>
          <ac:grpSpMkLst>
            <pc:docMk/>
            <pc:sldMk cId="3295928436" sldId="2147480846"/>
            <ac:grpSpMk id="30" creationId="{A6EEC3F3-A60E-F59F-776E-823F26A7D83B}"/>
          </ac:grpSpMkLst>
        </pc:grpChg>
        <pc:grpChg chg="add mod">
          <ac:chgData name="Takeuchi, Koichiro" userId="b3848a05-443b-4434-8fa5-7398ca0c03c9" providerId="ADAL" clId="{AE71EA6D-8CAE-4CA8-A4AE-CBE82EA043E5}" dt="2024-09-25T03:32:08.529" v="1362"/>
          <ac:grpSpMkLst>
            <pc:docMk/>
            <pc:sldMk cId="3295928436" sldId="2147480846"/>
            <ac:grpSpMk id="37" creationId="{E90155E1-14BF-9337-ED32-252642B9B17B}"/>
          </ac:grpSpMkLst>
        </pc:grpChg>
        <pc:grpChg chg="add mod">
          <ac:chgData name="Takeuchi, Koichiro" userId="b3848a05-443b-4434-8fa5-7398ca0c03c9" providerId="ADAL" clId="{AE71EA6D-8CAE-4CA8-A4AE-CBE82EA043E5}" dt="2024-09-25T03:32:08.529" v="1362"/>
          <ac:grpSpMkLst>
            <pc:docMk/>
            <pc:sldMk cId="3295928436" sldId="2147480846"/>
            <ac:grpSpMk id="46" creationId="{6D2EE493-FE9B-125F-4256-EE39F20B6FEA}"/>
          </ac:grpSpMkLst>
        </pc:grpChg>
        <pc:grpChg chg="mod">
          <ac:chgData name="Takeuchi, Koichiro" userId="b3848a05-443b-4434-8fa5-7398ca0c03c9" providerId="ADAL" clId="{AE71EA6D-8CAE-4CA8-A4AE-CBE82EA043E5}" dt="2024-09-25T03:32:08.529" v="1362"/>
          <ac:grpSpMkLst>
            <pc:docMk/>
            <pc:sldMk cId="3295928436" sldId="2147480846"/>
            <ac:grpSpMk id="48" creationId="{0A4AFF0D-2219-3A0F-8D54-9DDB4E7699B1}"/>
          </ac:grpSpMkLst>
        </pc:grpChg>
        <pc:grpChg chg="add mod">
          <ac:chgData name="Takeuchi, Koichiro" userId="b3848a05-443b-4434-8fa5-7398ca0c03c9" providerId="ADAL" clId="{AE71EA6D-8CAE-4CA8-A4AE-CBE82EA043E5}" dt="2024-09-25T03:32:08.529" v="1362"/>
          <ac:grpSpMkLst>
            <pc:docMk/>
            <pc:sldMk cId="3295928436" sldId="2147480846"/>
            <ac:grpSpMk id="54" creationId="{54A00E61-87C6-AF64-EFA5-6C2B47E7A390}"/>
          </ac:grpSpMkLst>
        </pc:grpChg>
        <pc:grpChg chg="add mod">
          <ac:chgData name="Takeuchi, Koichiro" userId="b3848a05-443b-4434-8fa5-7398ca0c03c9" providerId="ADAL" clId="{AE71EA6D-8CAE-4CA8-A4AE-CBE82EA043E5}" dt="2024-09-25T03:32:08.529" v="1362"/>
          <ac:grpSpMkLst>
            <pc:docMk/>
            <pc:sldMk cId="3295928436" sldId="2147480846"/>
            <ac:grpSpMk id="67" creationId="{AC79B2F0-F6FD-8EF5-2884-16F82F12D479}"/>
          </ac:grpSpMkLst>
        </pc:grpChg>
        <pc:grpChg chg="add mod">
          <ac:chgData name="Takeuchi, Koichiro" userId="b3848a05-443b-4434-8fa5-7398ca0c03c9" providerId="ADAL" clId="{AE71EA6D-8CAE-4CA8-A4AE-CBE82EA043E5}" dt="2024-09-25T03:32:08.529" v="1362"/>
          <ac:grpSpMkLst>
            <pc:docMk/>
            <pc:sldMk cId="3295928436" sldId="2147480846"/>
            <ac:grpSpMk id="74" creationId="{A9F2CD2D-B312-8FC8-6D22-8E0F8E728023}"/>
          </ac:grpSpMkLst>
        </pc:grpChg>
        <pc:grpChg chg="add mod">
          <ac:chgData name="Takeuchi, Koichiro" userId="b3848a05-443b-4434-8fa5-7398ca0c03c9" providerId="ADAL" clId="{AE71EA6D-8CAE-4CA8-A4AE-CBE82EA043E5}" dt="2024-09-25T03:32:08.529" v="1362"/>
          <ac:grpSpMkLst>
            <pc:docMk/>
            <pc:sldMk cId="3295928436" sldId="2147480846"/>
            <ac:grpSpMk id="81" creationId="{91F225D4-8B4C-4234-D89F-E8FD82722108}"/>
          </ac:grpSpMkLst>
        </pc:grpChg>
        <pc:grpChg chg="add del mod">
          <ac:chgData name="Takeuchi, Koichiro" userId="b3848a05-443b-4434-8fa5-7398ca0c03c9" providerId="ADAL" clId="{AE71EA6D-8CAE-4CA8-A4AE-CBE82EA043E5}" dt="2024-09-25T03:33:43.874" v="1462" actId="165"/>
          <ac:grpSpMkLst>
            <pc:docMk/>
            <pc:sldMk cId="3295928436" sldId="2147480846"/>
            <ac:grpSpMk id="106" creationId="{1FF97EF4-CE4F-1AE1-6772-19AC9CB8AFA1}"/>
          </ac:grpSpMkLst>
        </pc:grpChg>
        <pc:grpChg chg="add mod">
          <ac:chgData name="Takeuchi, Koichiro" userId="b3848a05-443b-4434-8fa5-7398ca0c03c9" providerId="ADAL" clId="{AE71EA6D-8CAE-4CA8-A4AE-CBE82EA043E5}" dt="2024-09-25T03:32:54.844" v="1398" actId="207"/>
          <ac:grpSpMkLst>
            <pc:docMk/>
            <pc:sldMk cId="3295928436" sldId="2147480846"/>
            <ac:grpSpMk id="111" creationId="{FCE964D6-0006-8DBA-FBE1-2975D4A444E9}"/>
          </ac:grpSpMkLst>
        </pc:grpChg>
        <pc:grpChg chg="add mod">
          <ac:chgData name="Takeuchi, Koichiro" userId="b3848a05-443b-4434-8fa5-7398ca0c03c9" providerId="ADAL" clId="{AE71EA6D-8CAE-4CA8-A4AE-CBE82EA043E5}" dt="2024-09-25T03:32:54.844" v="1398" actId="207"/>
          <ac:grpSpMkLst>
            <pc:docMk/>
            <pc:sldMk cId="3295928436" sldId="2147480846"/>
            <ac:grpSpMk id="118" creationId="{C7901D35-CEC4-317B-D786-EF842C643F46}"/>
          </ac:grpSpMkLst>
        </pc:grpChg>
        <pc:grpChg chg="add mod">
          <ac:chgData name="Takeuchi, Koichiro" userId="b3848a05-443b-4434-8fa5-7398ca0c03c9" providerId="ADAL" clId="{AE71EA6D-8CAE-4CA8-A4AE-CBE82EA043E5}" dt="2024-09-25T03:32:54.844" v="1398" actId="207"/>
          <ac:grpSpMkLst>
            <pc:docMk/>
            <pc:sldMk cId="3295928436" sldId="2147480846"/>
            <ac:grpSpMk id="127" creationId="{54BFC7D1-D222-272A-D5F1-06F3C262CC4D}"/>
          </ac:grpSpMkLst>
        </pc:grpChg>
        <pc:grpChg chg="mod">
          <ac:chgData name="Takeuchi, Koichiro" userId="b3848a05-443b-4434-8fa5-7398ca0c03c9" providerId="ADAL" clId="{AE71EA6D-8CAE-4CA8-A4AE-CBE82EA043E5}" dt="2024-09-25T03:32:26.996" v="1396" actId="1036"/>
          <ac:grpSpMkLst>
            <pc:docMk/>
            <pc:sldMk cId="3295928436" sldId="2147480846"/>
            <ac:grpSpMk id="129" creationId="{9C9B8A70-8109-A480-C85E-ED5010E64A07}"/>
          </ac:grpSpMkLst>
        </pc:grpChg>
        <pc:grpChg chg="add mod">
          <ac:chgData name="Takeuchi, Koichiro" userId="b3848a05-443b-4434-8fa5-7398ca0c03c9" providerId="ADAL" clId="{AE71EA6D-8CAE-4CA8-A4AE-CBE82EA043E5}" dt="2024-09-25T03:32:54.844" v="1398" actId="207"/>
          <ac:grpSpMkLst>
            <pc:docMk/>
            <pc:sldMk cId="3295928436" sldId="2147480846"/>
            <ac:grpSpMk id="135" creationId="{D5DA4217-0D0B-B3D3-F03A-2FC883CC8287}"/>
          </ac:grpSpMkLst>
        </pc:grpChg>
        <pc:grpChg chg="add mod">
          <ac:chgData name="Takeuchi, Koichiro" userId="b3848a05-443b-4434-8fa5-7398ca0c03c9" providerId="ADAL" clId="{AE71EA6D-8CAE-4CA8-A4AE-CBE82EA043E5}" dt="2024-09-25T03:32:54.844" v="1398" actId="207"/>
          <ac:grpSpMkLst>
            <pc:docMk/>
            <pc:sldMk cId="3295928436" sldId="2147480846"/>
            <ac:grpSpMk id="148" creationId="{3C12E1E3-F54C-8C57-9FCB-436057104984}"/>
          </ac:grpSpMkLst>
        </pc:grpChg>
        <pc:grpChg chg="add mod">
          <ac:chgData name="Takeuchi, Koichiro" userId="b3848a05-443b-4434-8fa5-7398ca0c03c9" providerId="ADAL" clId="{AE71EA6D-8CAE-4CA8-A4AE-CBE82EA043E5}" dt="2024-09-25T03:32:54.844" v="1398" actId="207"/>
          <ac:grpSpMkLst>
            <pc:docMk/>
            <pc:sldMk cId="3295928436" sldId="2147480846"/>
            <ac:grpSpMk id="155" creationId="{C17F3465-7D0C-0F46-2EB8-4E6ECC09BB60}"/>
          </ac:grpSpMkLst>
        </pc:grpChg>
        <pc:grpChg chg="add mod">
          <ac:chgData name="Takeuchi, Koichiro" userId="b3848a05-443b-4434-8fa5-7398ca0c03c9" providerId="ADAL" clId="{AE71EA6D-8CAE-4CA8-A4AE-CBE82EA043E5}" dt="2024-09-25T03:32:17.250" v="1384" actId="1035"/>
          <ac:grpSpMkLst>
            <pc:docMk/>
            <pc:sldMk cId="3295928436" sldId="2147480846"/>
            <ac:grpSpMk id="162" creationId="{7FE6969C-485F-22C1-9FEA-021E6993037B}"/>
          </ac:grpSpMkLst>
        </pc:grpChg>
        <pc:cxnChg chg="add mod">
          <ac:chgData name="Takeuchi, Koichiro" userId="b3848a05-443b-4434-8fa5-7398ca0c03c9" providerId="ADAL" clId="{AE71EA6D-8CAE-4CA8-A4AE-CBE82EA043E5}" dt="2024-09-25T03:32:08.529" v="1362"/>
          <ac:cxnSpMkLst>
            <pc:docMk/>
            <pc:sldMk cId="3295928436" sldId="2147480846"/>
            <ac:cxnSpMk id="18" creationId="{8BD09A39-5CB2-CDD0-583E-A7C4DE62B22F}"/>
          </ac:cxnSpMkLst>
        </pc:cxnChg>
        <pc:cxnChg chg="add mod">
          <ac:chgData name="Takeuchi, Koichiro" userId="b3848a05-443b-4434-8fa5-7398ca0c03c9" providerId="ADAL" clId="{AE71EA6D-8CAE-4CA8-A4AE-CBE82EA043E5}" dt="2024-09-25T03:32:08.529" v="1362"/>
          <ac:cxnSpMkLst>
            <pc:docMk/>
            <pc:sldMk cId="3295928436" sldId="2147480846"/>
            <ac:cxnSpMk id="88" creationId="{2BBA03EF-8410-CDA4-70FA-035CED85F4D8}"/>
          </ac:cxnSpMkLst>
        </pc:cxnChg>
        <pc:cxnChg chg="add mod">
          <ac:chgData name="Takeuchi, Koichiro" userId="b3848a05-443b-4434-8fa5-7398ca0c03c9" providerId="ADAL" clId="{AE71EA6D-8CAE-4CA8-A4AE-CBE82EA043E5}" dt="2024-09-25T03:32:26.996" v="1396" actId="1036"/>
          <ac:cxnSpMkLst>
            <pc:docMk/>
            <pc:sldMk cId="3295928436" sldId="2147480846"/>
            <ac:cxnSpMk id="99" creationId="{5EA1F0EA-E477-8ADD-82C3-3523B76EF4E1}"/>
          </ac:cxnSpMkLst>
        </pc:cxnChg>
        <pc:cxnChg chg="add del mod">
          <ac:chgData name="Takeuchi, Koichiro" userId="b3848a05-443b-4434-8fa5-7398ca0c03c9" providerId="ADAL" clId="{AE71EA6D-8CAE-4CA8-A4AE-CBE82EA043E5}" dt="2024-09-25T03:33:15.736" v="1403" actId="478"/>
          <ac:cxnSpMkLst>
            <pc:docMk/>
            <pc:sldMk cId="3295928436" sldId="2147480846"/>
            <ac:cxnSpMk id="169" creationId="{438C008D-B598-6782-54A4-D235792A33AE}"/>
          </ac:cxnSpMkLst>
        </pc:cxnChg>
      </pc:sldChg>
      <pc:sldChg chg="addSp delSp modSp new mod">
        <pc:chgData name="Takeuchi, Koichiro" userId="b3848a05-443b-4434-8fa5-7398ca0c03c9" providerId="ADAL" clId="{AE71EA6D-8CAE-4CA8-A4AE-CBE82EA043E5}" dt="2024-09-25T03:38:30.608" v="1844" actId="113"/>
        <pc:sldMkLst>
          <pc:docMk/>
          <pc:sldMk cId="2214497710" sldId="2147480847"/>
        </pc:sldMkLst>
        <pc:spChg chg="mod">
          <ac:chgData name="Takeuchi, Koichiro" userId="b3848a05-443b-4434-8fa5-7398ca0c03c9" providerId="ADAL" clId="{AE71EA6D-8CAE-4CA8-A4AE-CBE82EA043E5}" dt="2024-09-25T03:34:15.418" v="1497" actId="20577"/>
          <ac:spMkLst>
            <pc:docMk/>
            <pc:sldMk cId="2214497710" sldId="2147480847"/>
            <ac:spMk id="2" creationId="{59332DE4-31ED-6D61-8459-C1529D690603}"/>
          </ac:spMkLst>
        </pc:spChg>
        <pc:spChg chg="mod">
          <ac:chgData name="Takeuchi, Koichiro" userId="b3848a05-443b-4434-8fa5-7398ca0c03c9" providerId="ADAL" clId="{AE71EA6D-8CAE-4CA8-A4AE-CBE82EA043E5}" dt="2024-09-25T03:35:47.078" v="1791" actId="20577"/>
          <ac:spMkLst>
            <pc:docMk/>
            <pc:sldMk cId="2214497710" sldId="2147480847"/>
            <ac:spMk id="3" creationId="{27618F08-FE21-CBF2-43E5-3A8A4DE013A5}"/>
          </ac:spMkLst>
        </pc:spChg>
        <pc:spChg chg="del">
          <ac:chgData name="Takeuchi, Koichiro" userId="b3848a05-443b-4434-8fa5-7398ca0c03c9" providerId="ADAL" clId="{AE71EA6D-8CAE-4CA8-A4AE-CBE82EA043E5}" dt="2024-09-25T03:34:17.180" v="1498" actId="478"/>
          <ac:spMkLst>
            <pc:docMk/>
            <pc:sldMk cId="2214497710" sldId="2147480847"/>
            <ac:spMk id="4" creationId="{A682F04B-A821-5A5D-1562-CBB03849E22A}"/>
          </ac:spMkLst>
        </pc:spChg>
        <pc:spChg chg="mod topLvl">
          <ac:chgData name="Takeuchi, Koichiro" userId="b3848a05-443b-4434-8fa5-7398ca0c03c9" providerId="ADAL" clId="{AE71EA6D-8CAE-4CA8-A4AE-CBE82EA043E5}" dt="2024-09-25T03:37:41.853" v="1828" actId="1036"/>
          <ac:spMkLst>
            <pc:docMk/>
            <pc:sldMk cId="2214497710" sldId="2147480847"/>
            <ac:spMk id="8" creationId="{DD141445-2DEB-5191-40AE-D619718EC1CE}"/>
          </ac:spMkLst>
        </pc:spChg>
        <pc:spChg chg="mod topLvl">
          <ac:chgData name="Takeuchi, Koichiro" userId="b3848a05-443b-4434-8fa5-7398ca0c03c9" providerId="ADAL" clId="{AE71EA6D-8CAE-4CA8-A4AE-CBE82EA043E5}" dt="2024-09-25T03:37:30.001" v="1815" actId="208"/>
          <ac:spMkLst>
            <pc:docMk/>
            <pc:sldMk cId="2214497710" sldId="2147480847"/>
            <ac:spMk id="9" creationId="{55936FF6-A349-324E-AB8D-A1FEFC25E06A}"/>
          </ac:spMkLst>
        </pc:spChg>
        <pc:spChg chg="mod topLvl">
          <ac:chgData name="Takeuchi, Koichiro" userId="b3848a05-443b-4434-8fa5-7398ca0c03c9" providerId="ADAL" clId="{AE71EA6D-8CAE-4CA8-A4AE-CBE82EA043E5}" dt="2024-09-25T03:37:41.853" v="1828" actId="1036"/>
          <ac:spMkLst>
            <pc:docMk/>
            <pc:sldMk cId="2214497710" sldId="2147480847"/>
            <ac:spMk id="11" creationId="{05A93FCC-4E3C-1604-2786-BAEC3D562356}"/>
          </ac:spMkLst>
        </pc:spChg>
        <pc:spChg chg="mod topLvl">
          <ac:chgData name="Takeuchi, Koichiro" userId="b3848a05-443b-4434-8fa5-7398ca0c03c9" providerId="ADAL" clId="{AE71EA6D-8CAE-4CA8-A4AE-CBE82EA043E5}" dt="2024-09-25T03:37:30.001" v="1815" actId="208"/>
          <ac:spMkLst>
            <pc:docMk/>
            <pc:sldMk cId="2214497710" sldId="2147480847"/>
            <ac:spMk id="12" creationId="{3E11CD22-5627-B641-FBF4-E23FF21D5D15}"/>
          </ac:spMkLst>
        </pc:spChg>
        <pc:spChg chg="mod topLvl">
          <ac:chgData name="Takeuchi, Koichiro" userId="b3848a05-443b-4434-8fa5-7398ca0c03c9" providerId="ADAL" clId="{AE71EA6D-8CAE-4CA8-A4AE-CBE82EA043E5}" dt="2024-09-25T03:37:17.892" v="1814" actId="208"/>
          <ac:spMkLst>
            <pc:docMk/>
            <pc:sldMk cId="2214497710" sldId="2147480847"/>
            <ac:spMk id="14" creationId="{39AB8683-F9B8-BCEB-4A94-BB811B23AEA7}"/>
          </ac:spMkLst>
        </pc:spChg>
        <pc:spChg chg="mod topLvl">
          <ac:chgData name="Takeuchi, Koichiro" userId="b3848a05-443b-4434-8fa5-7398ca0c03c9" providerId="ADAL" clId="{AE71EA6D-8CAE-4CA8-A4AE-CBE82EA043E5}" dt="2024-09-25T03:37:17.892" v="1814" actId="208"/>
          <ac:spMkLst>
            <pc:docMk/>
            <pc:sldMk cId="2214497710" sldId="2147480847"/>
            <ac:spMk id="15" creationId="{03AF9DC5-2182-7C07-BAB3-17B4B6204FB1}"/>
          </ac:spMkLst>
        </pc:spChg>
        <pc:spChg chg="add mod topLvl">
          <ac:chgData name="Takeuchi, Koichiro" userId="b3848a05-443b-4434-8fa5-7398ca0c03c9" providerId="ADAL" clId="{AE71EA6D-8CAE-4CA8-A4AE-CBE82EA043E5}" dt="2024-09-25T03:36:14.376" v="1795" actId="165"/>
          <ac:spMkLst>
            <pc:docMk/>
            <pc:sldMk cId="2214497710" sldId="2147480847"/>
            <ac:spMk id="16" creationId="{E601DD87-1763-3DF0-16B1-22DFFDC9C96D}"/>
          </ac:spMkLst>
        </pc:spChg>
        <pc:spChg chg="add mod topLvl">
          <ac:chgData name="Takeuchi, Koichiro" userId="b3848a05-443b-4434-8fa5-7398ca0c03c9" providerId="ADAL" clId="{AE71EA6D-8CAE-4CA8-A4AE-CBE82EA043E5}" dt="2024-09-25T03:36:14.376" v="1795" actId="165"/>
          <ac:spMkLst>
            <pc:docMk/>
            <pc:sldMk cId="2214497710" sldId="2147480847"/>
            <ac:spMk id="17" creationId="{30000EFA-A04E-BFC6-1963-2E62333E1A65}"/>
          </ac:spMkLst>
        </pc:spChg>
        <pc:spChg chg="add mod topLvl">
          <ac:chgData name="Takeuchi, Koichiro" userId="b3848a05-443b-4434-8fa5-7398ca0c03c9" providerId="ADAL" clId="{AE71EA6D-8CAE-4CA8-A4AE-CBE82EA043E5}" dt="2024-09-25T03:36:14.376" v="1795" actId="165"/>
          <ac:spMkLst>
            <pc:docMk/>
            <pc:sldMk cId="2214497710" sldId="2147480847"/>
            <ac:spMk id="18" creationId="{808317AD-2CEE-AA82-23A3-860EC22D0001}"/>
          </ac:spMkLst>
        </pc:spChg>
        <pc:spChg chg="add mod topLvl">
          <ac:chgData name="Takeuchi, Koichiro" userId="b3848a05-443b-4434-8fa5-7398ca0c03c9" providerId="ADAL" clId="{AE71EA6D-8CAE-4CA8-A4AE-CBE82EA043E5}" dt="2024-09-25T03:37:59.247" v="1832" actId="113"/>
          <ac:spMkLst>
            <pc:docMk/>
            <pc:sldMk cId="2214497710" sldId="2147480847"/>
            <ac:spMk id="19" creationId="{D7EBD5AD-56F7-D109-E66F-A9CB7B0DBF76}"/>
          </ac:spMkLst>
        </pc:spChg>
        <pc:spChg chg="mod">
          <ac:chgData name="Takeuchi, Koichiro" userId="b3848a05-443b-4434-8fa5-7398ca0c03c9" providerId="ADAL" clId="{AE71EA6D-8CAE-4CA8-A4AE-CBE82EA043E5}" dt="2024-09-25T03:36:14.376" v="1795" actId="165"/>
          <ac:spMkLst>
            <pc:docMk/>
            <pc:sldMk cId="2214497710" sldId="2147480847"/>
            <ac:spMk id="21" creationId="{BA188733-F3E1-2950-AF44-5C648FC3392A}"/>
          </ac:spMkLst>
        </pc:spChg>
        <pc:spChg chg="mod">
          <ac:chgData name="Takeuchi, Koichiro" userId="b3848a05-443b-4434-8fa5-7398ca0c03c9" providerId="ADAL" clId="{AE71EA6D-8CAE-4CA8-A4AE-CBE82EA043E5}" dt="2024-09-25T03:36:14.376" v="1795" actId="165"/>
          <ac:spMkLst>
            <pc:docMk/>
            <pc:sldMk cId="2214497710" sldId="2147480847"/>
            <ac:spMk id="22" creationId="{C941B47A-C1D5-2C01-0554-473C969227C8}"/>
          </ac:spMkLst>
        </pc:spChg>
        <pc:spChg chg="mod">
          <ac:chgData name="Takeuchi, Koichiro" userId="b3848a05-443b-4434-8fa5-7398ca0c03c9" providerId="ADAL" clId="{AE71EA6D-8CAE-4CA8-A4AE-CBE82EA043E5}" dt="2024-09-25T03:36:14.376" v="1795" actId="165"/>
          <ac:spMkLst>
            <pc:docMk/>
            <pc:sldMk cId="2214497710" sldId="2147480847"/>
            <ac:spMk id="23" creationId="{C4DEAAC2-5C73-A443-258C-8ABB7B308887}"/>
          </ac:spMkLst>
        </pc:spChg>
        <pc:spChg chg="mod">
          <ac:chgData name="Takeuchi, Koichiro" userId="b3848a05-443b-4434-8fa5-7398ca0c03c9" providerId="ADAL" clId="{AE71EA6D-8CAE-4CA8-A4AE-CBE82EA043E5}" dt="2024-09-25T03:36:14.376" v="1795" actId="165"/>
          <ac:spMkLst>
            <pc:docMk/>
            <pc:sldMk cId="2214497710" sldId="2147480847"/>
            <ac:spMk id="24" creationId="{C07FC5A0-7313-6B02-6E88-B53864C229F0}"/>
          </ac:spMkLst>
        </pc:spChg>
        <pc:spChg chg="mod">
          <ac:chgData name="Takeuchi, Koichiro" userId="b3848a05-443b-4434-8fa5-7398ca0c03c9" providerId="ADAL" clId="{AE71EA6D-8CAE-4CA8-A4AE-CBE82EA043E5}" dt="2024-09-25T03:36:14.376" v="1795" actId="165"/>
          <ac:spMkLst>
            <pc:docMk/>
            <pc:sldMk cId="2214497710" sldId="2147480847"/>
            <ac:spMk id="26" creationId="{BA933207-7E92-D46C-17CB-6FADD117CE63}"/>
          </ac:spMkLst>
        </pc:spChg>
        <pc:spChg chg="mod">
          <ac:chgData name="Takeuchi, Koichiro" userId="b3848a05-443b-4434-8fa5-7398ca0c03c9" providerId="ADAL" clId="{AE71EA6D-8CAE-4CA8-A4AE-CBE82EA043E5}" dt="2024-09-25T03:36:14.376" v="1795" actId="165"/>
          <ac:spMkLst>
            <pc:docMk/>
            <pc:sldMk cId="2214497710" sldId="2147480847"/>
            <ac:spMk id="27" creationId="{EE02E690-C05C-9E87-6D63-A4279CAF5341}"/>
          </ac:spMkLst>
        </pc:spChg>
        <pc:spChg chg="mod">
          <ac:chgData name="Takeuchi, Koichiro" userId="b3848a05-443b-4434-8fa5-7398ca0c03c9" providerId="ADAL" clId="{AE71EA6D-8CAE-4CA8-A4AE-CBE82EA043E5}" dt="2024-09-25T03:36:14.376" v="1795" actId="165"/>
          <ac:spMkLst>
            <pc:docMk/>
            <pc:sldMk cId="2214497710" sldId="2147480847"/>
            <ac:spMk id="28" creationId="{01D0D6FA-28EB-694E-3A4F-3E8E33A89994}"/>
          </ac:spMkLst>
        </pc:spChg>
        <pc:spChg chg="mod">
          <ac:chgData name="Takeuchi, Koichiro" userId="b3848a05-443b-4434-8fa5-7398ca0c03c9" providerId="ADAL" clId="{AE71EA6D-8CAE-4CA8-A4AE-CBE82EA043E5}" dt="2024-09-25T03:36:14.376" v="1795" actId="165"/>
          <ac:spMkLst>
            <pc:docMk/>
            <pc:sldMk cId="2214497710" sldId="2147480847"/>
            <ac:spMk id="29" creationId="{748917EA-EE06-2A0F-7EB3-0B319BCA052F}"/>
          </ac:spMkLst>
        </pc:spChg>
        <pc:spChg chg="mod">
          <ac:chgData name="Takeuchi, Koichiro" userId="b3848a05-443b-4434-8fa5-7398ca0c03c9" providerId="ADAL" clId="{AE71EA6D-8CAE-4CA8-A4AE-CBE82EA043E5}" dt="2024-09-25T03:36:14.376" v="1795" actId="165"/>
          <ac:spMkLst>
            <pc:docMk/>
            <pc:sldMk cId="2214497710" sldId="2147480847"/>
            <ac:spMk id="30" creationId="{9DA0415D-FDA2-D5B3-74A4-1DE709E65825}"/>
          </ac:spMkLst>
        </pc:spChg>
        <pc:spChg chg="mod">
          <ac:chgData name="Takeuchi, Koichiro" userId="b3848a05-443b-4434-8fa5-7398ca0c03c9" providerId="ADAL" clId="{AE71EA6D-8CAE-4CA8-A4AE-CBE82EA043E5}" dt="2024-09-25T03:36:14.376" v="1795" actId="165"/>
          <ac:spMkLst>
            <pc:docMk/>
            <pc:sldMk cId="2214497710" sldId="2147480847"/>
            <ac:spMk id="31" creationId="{961566C9-A522-A2F2-6FE9-5CBA5981EB1D}"/>
          </ac:spMkLst>
        </pc:spChg>
        <pc:spChg chg="mod topLvl">
          <ac:chgData name="Takeuchi, Koichiro" userId="b3848a05-443b-4434-8fa5-7398ca0c03c9" providerId="ADAL" clId="{AE71EA6D-8CAE-4CA8-A4AE-CBE82EA043E5}" dt="2024-09-25T03:37:17.892" v="1814" actId="208"/>
          <ac:spMkLst>
            <pc:docMk/>
            <pc:sldMk cId="2214497710" sldId="2147480847"/>
            <ac:spMk id="33" creationId="{24B4E104-E240-EDE0-50AE-293C2729777E}"/>
          </ac:spMkLst>
        </pc:spChg>
        <pc:spChg chg="mod topLvl">
          <ac:chgData name="Takeuchi, Koichiro" userId="b3848a05-443b-4434-8fa5-7398ca0c03c9" providerId="ADAL" clId="{AE71EA6D-8CAE-4CA8-A4AE-CBE82EA043E5}" dt="2024-09-25T03:37:17.892" v="1814" actId="208"/>
          <ac:spMkLst>
            <pc:docMk/>
            <pc:sldMk cId="2214497710" sldId="2147480847"/>
            <ac:spMk id="34" creationId="{44DC8549-83A6-731A-BAE0-26DF4DFED8F2}"/>
          </ac:spMkLst>
        </pc:spChg>
        <pc:spChg chg="mod topLvl">
          <ac:chgData name="Takeuchi, Koichiro" userId="b3848a05-443b-4434-8fa5-7398ca0c03c9" providerId="ADAL" clId="{AE71EA6D-8CAE-4CA8-A4AE-CBE82EA043E5}" dt="2024-09-25T03:37:05.363" v="1813" actId="555"/>
          <ac:spMkLst>
            <pc:docMk/>
            <pc:sldMk cId="2214497710" sldId="2147480847"/>
            <ac:spMk id="36" creationId="{AEA4679F-98E3-F8AD-D6BF-745B1B7B1B8E}"/>
          </ac:spMkLst>
        </pc:spChg>
        <pc:spChg chg="mod topLvl">
          <ac:chgData name="Takeuchi, Koichiro" userId="b3848a05-443b-4434-8fa5-7398ca0c03c9" providerId="ADAL" clId="{AE71EA6D-8CAE-4CA8-A4AE-CBE82EA043E5}" dt="2024-09-25T03:37:17.892" v="1814" actId="208"/>
          <ac:spMkLst>
            <pc:docMk/>
            <pc:sldMk cId="2214497710" sldId="2147480847"/>
            <ac:spMk id="37" creationId="{2547189F-8958-788F-90CF-2BDF5FE65504}"/>
          </ac:spMkLst>
        </pc:spChg>
        <pc:spChg chg="add mod topLvl">
          <ac:chgData name="Takeuchi, Koichiro" userId="b3848a05-443b-4434-8fa5-7398ca0c03c9" providerId="ADAL" clId="{AE71EA6D-8CAE-4CA8-A4AE-CBE82EA043E5}" dt="2024-09-25T03:36:14.376" v="1795" actId="165"/>
          <ac:spMkLst>
            <pc:docMk/>
            <pc:sldMk cId="2214497710" sldId="2147480847"/>
            <ac:spMk id="38" creationId="{D23ADEAE-ADB8-1488-1179-13A3E968D9AB}"/>
          </ac:spMkLst>
        </pc:spChg>
        <pc:spChg chg="mod">
          <ac:chgData name="Takeuchi, Koichiro" userId="b3848a05-443b-4434-8fa5-7398ca0c03c9" providerId="ADAL" clId="{AE71EA6D-8CAE-4CA8-A4AE-CBE82EA043E5}" dt="2024-09-25T03:36:14.376" v="1795" actId="165"/>
          <ac:spMkLst>
            <pc:docMk/>
            <pc:sldMk cId="2214497710" sldId="2147480847"/>
            <ac:spMk id="40" creationId="{5324DC87-FB68-6F29-DF0A-DAA01C90BC68}"/>
          </ac:spMkLst>
        </pc:spChg>
        <pc:spChg chg="mod">
          <ac:chgData name="Takeuchi, Koichiro" userId="b3848a05-443b-4434-8fa5-7398ca0c03c9" providerId="ADAL" clId="{AE71EA6D-8CAE-4CA8-A4AE-CBE82EA043E5}" dt="2024-09-25T03:36:14.376" v="1795" actId="165"/>
          <ac:spMkLst>
            <pc:docMk/>
            <pc:sldMk cId="2214497710" sldId="2147480847"/>
            <ac:spMk id="41" creationId="{6F55BFA0-3658-2718-FB83-71C1E2947B57}"/>
          </ac:spMkLst>
        </pc:spChg>
        <pc:spChg chg="mod">
          <ac:chgData name="Takeuchi, Koichiro" userId="b3848a05-443b-4434-8fa5-7398ca0c03c9" providerId="ADAL" clId="{AE71EA6D-8CAE-4CA8-A4AE-CBE82EA043E5}" dt="2024-09-25T03:36:14.376" v="1795" actId="165"/>
          <ac:spMkLst>
            <pc:docMk/>
            <pc:sldMk cId="2214497710" sldId="2147480847"/>
            <ac:spMk id="42" creationId="{34DA6AB9-6492-6747-AA08-F54FE6A0238B}"/>
          </ac:spMkLst>
        </pc:spChg>
        <pc:spChg chg="mod">
          <ac:chgData name="Takeuchi, Koichiro" userId="b3848a05-443b-4434-8fa5-7398ca0c03c9" providerId="ADAL" clId="{AE71EA6D-8CAE-4CA8-A4AE-CBE82EA043E5}" dt="2024-09-25T03:36:14.376" v="1795" actId="165"/>
          <ac:spMkLst>
            <pc:docMk/>
            <pc:sldMk cId="2214497710" sldId="2147480847"/>
            <ac:spMk id="44" creationId="{403295C4-2D88-42AA-3069-DC1808C1F6DB}"/>
          </ac:spMkLst>
        </pc:spChg>
        <pc:spChg chg="mod">
          <ac:chgData name="Takeuchi, Koichiro" userId="b3848a05-443b-4434-8fa5-7398ca0c03c9" providerId="ADAL" clId="{AE71EA6D-8CAE-4CA8-A4AE-CBE82EA043E5}" dt="2024-09-25T03:36:14.376" v="1795" actId="165"/>
          <ac:spMkLst>
            <pc:docMk/>
            <pc:sldMk cId="2214497710" sldId="2147480847"/>
            <ac:spMk id="45" creationId="{63CCFC90-7687-B322-9E10-35061D8A7238}"/>
          </ac:spMkLst>
        </pc:spChg>
        <pc:spChg chg="mod">
          <ac:chgData name="Takeuchi, Koichiro" userId="b3848a05-443b-4434-8fa5-7398ca0c03c9" providerId="ADAL" clId="{AE71EA6D-8CAE-4CA8-A4AE-CBE82EA043E5}" dt="2024-09-25T03:36:14.376" v="1795" actId="165"/>
          <ac:spMkLst>
            <pc:docMk/>
            <pc:sldMk cId="2214497710" sldId="2147480847"/>
            <ac:spMk id="46" creationId="{09D42013-A99A-BD77-C01D-E5476E71074C}"/>
          </ac:spMkLst>
        </pc:spChg>
        <pc:spChg chg="mod">
          <ac:chgData name="Takeuchi, Koichiro" userId="b3848a05-443b-4434-8fa5-7398ca0c03c9" providerId="ADAL" clId="{AE71EA6D-8CAE-4CA8-A4AE-CBE82EA043E5}" dt="2024-09-25T03:36:14.376" v="1795" actId="165"/>
          <ac:spMkLst>
            <pc:docMk/>
            <pc:sldMk cId="2214497710" sldId="2147480847"/>
            <ac:spMk id="47" creationId="{5F02CE21-DE64-F5F0-E99F-30189B6B7452}"/>
          </ac:spMkLst>
        </pc:spChg>
        <pc:spChg chg="mod">
          <ac:chgData name="Takeuchi, Koichiro" userId="b3848a05-443b-4434-8fa5-7398ca0c03c9" providerId="ADAL" clId="{AE71EA6D-8CAE-4CA8-A4AE-CBE82EA043E5}" dt="2024-09-25T03:36:14.376" v="1795" actId="165"/>
          <ac:spMkLst>
            <pc:docMk/>
            <pc:sldMk cId="2214497710" sldId="2147480847"/>
            <ac:spMk id="48" creationId="{B30E1D94-230E-DB8B-5D6C-FB910E49ECC3}"/>
          </ac:spMkLst>
        </pc:spChg>
        <pc:spChg chg="mod">
          <ac:chgData name="Takeuchi, Koichiro" userId="b3848a05-443b-4434-8fa5-7398ca0c03c9" providerId="ADAL" clId="{AE71EA6D-8CAE-4CA8-A4AE-CBE82EA043E5}" dt="2024-09-25T03:36:14.376" v="1795" actId="165"/>
          <ac:spMkLst>
            <pc:docMk/>
            <pc:sldMk cId="2214497710" sldId="2147480847"/>
            <ac:spMk id="49" creationId="{1AB8C9B4-56DC-4811-CF7D-058DA1F1EA80}"/>
          </ac:spMkLst>
        </pc:spChg>
        <pc:spChg chg="mod">
          <ac:chgData name="Takeuchi, Koichiro" userId="b3848a05-443b-4434-8fa5-7398ca0c03c9" providerId="ADAL" clId="{AE71EA6D-8CAE-4CA8-A4AE-CBE82EA043E5}" dt="2024-09-25T03:36:14.376" v="1795" actId="165"/>
          <ac:spMkLst>
            <pc:docMk/>
            <pc:sldMk cId="2214497710" sldId="2147480847"/>
            <ac:spMk id="50" creationId="{268BB4DA-91CD-B610-F09B-D1E9B1A5ED30}"/>
          </ac:spMkLst>
        </pc:spChg>
        <pc:spChg chg="mod">
          <ac:chgData name="Takeuchi, Koichiro" userId="b3848a05-443b-4434-8fa5-7398ca0c03c9" providerId="ADAL" clId="{AE71EA6D-8CAE-4CA8-A4AE-CBE82EA043E5}" dt="2024-09-25T03:36:14.376" v="1795" actId="165"/>
          <ac:spMkLst>
            <pc:docMk/>
            <pc:sldMk cId="2214497710" sldId="2147480847"/>
            <ac:spMk id="51" creationId="{745CAC4E-673A-7D9F-73B6-83170678648F}"/>
          </ac:spMkLst>
        </pc:spChg>
        <pc:spChg chg="mod">
          <ac:chgData name="Takeuchi, Koichiro" userId="b3848a05-443b-4434-8fa5-7398ca0c03c9" providerId="ADAL" clId="{AE71EA6D-8CAE-4CA8-A4AE-CBE82EA043E5}" dt="2024-09-25T03:36:14.376" v="1795" actId="165"/>
          <ac:spMkLst>
            <pc:docMk/>
            <pc:sldMk cId="2214497710" sldId="2147480847"/>
            <ac:spMk id="52" creationId="{3CAB2F35-0B82-3A8F-8525-A6D193546CAE}"/>
          </ac:spMkLst>
        </pc:spChg>
        <pc:spChg chg="mod">
          <ac:chgData name="Takeuchi, Koichiro" userId="b3848a05-443b-4434-8fa5-7398ca0c03c9" providerId="ADAL" clId="{AE71EA6D-8CAE-4CA8-A4AE-CBE82EA043E5}" dt="2024-09-25T03:36:14.376" v="1795" actId="165"/>
          <ac:spMkLst>
            <pc:docMk/>
            <pc:sldMk cId="2214497710" sldId="2147480847"/>
            <ac:spMk id="53" creationId="{826B1F2C-6480-1781-D06B-1DB894D78B92}"/>
          </ac:spMkLst>
        </pc:spChg>
        <pc:spChg chg="mod topLvl">
          <ac:chgData name="Takeuchi, Koichiro" userId="b3848a05-443b-4434-8fa5-7398ca0c03c9" providerId="ADAL" clId="{AE71EA6D-8CAE-4CA8-A4AE-CBE82EA043E5}" dt="2024-09-25T03:37:41.853" v="1828" actId="1036"/>
          <ac:spMkLst>
            <pc:docMk/>
            <pc:sldMk cId="2214497710" sldId="2147480847"/>
            <ac:spMk id="55" creationId="{4B413A36-E418-B443-6F28-17100E3639AC}"/>
          </ac:spMkLst>
        </pc:spChg>
        <pc:spChg chg="mod topLvl">
          <ac:chgData name="Takeuchi, Koichiro" userId="b3848a05-443b-4434-8fa5-7398ca0c03c9" providerId="ADAL" clId="{AE71EA6D-8CAE-4CA8-A4AE-CBE82EA043E5}" dt="2024-09-25T03:37:30.001" v="1815" actId="208"/>
          <ac:spMkLst>
            <pc:docMk/>
            <pc:sldMk cId="2214497710" sldId="2147480847"/>
            <ac:spMk id="56" creationId="{AE77D9D5-4DD7-106A-1D08-66EAA0F3ED20}"/>
          </ac:spMkLst>
        </pc:spChg>
        <pc:spChg chg="add mod topLvl">
          <ac:chgData name="Takeuchi, Koichiro" userId="b3848a05-443b-4434-8fa5-7398ca0c03c9" providerId="ADAL" clId="{AE71EA6D-8CAE-4CA8-A4AE-CBE82EA043E5}" dt="2024-09-25T03:36:14.376" v="1795" actId="165"/>
          <ac:spMkLst>
            <pc:docMk/>
            <pc:sldMk cId="2214497710" sldId="2147480847"/>
            <ac:spMk id="57" creationId="{3EC3703B-B5A5-1191-1B24-0CCD41D9C541}"/>
          </ac:spMkLst>
        </pc:spChg>
        <pc:spChg chg="mod">
          <ac:chgData name="Takeuchi, Koichiro" userId="b3848a05-443b-4434-8fa5-7398ca0c03c9" providerId="ADAL" clId="{AE71EA6D-8CAE-4CA8-A4AE-CBE82EA043E5}" dt="2024-09-25T03:36:14.376" v="1795" actId="165"/>
          <ac:spMkLst>
            <pc:docMk/>
            <pc:sldMk cId="2214497710" sldId="2147480847"/>
            <ac:spMk id="59" creationId="{179269BD-A397-FD23-1F59-189CE121A8A0}"/>
          </ac:spMkLst>
        </pc:spChg>
        <pc:spChg chg="mod">
          <ac:chgData name="Takeuchi, Koichiro" userId="b3848a05-443b-4434-8fa5-7398ca0c03c9" providerId="ADAL" clId="{AE71EA6D-8CAE-4CA8-A4AE-CBE82EA043E5}" dt="2024-09-25T03:36:14.376" v="1795" actId="165"/>
          <ac:spMkLst>
            <pc:docMk/>
            <pc:sldMk cId="2214497710" sldId="2147480847"/>
            <ac:spMk id="60" creationId="{145E7F05-9CE4-B9FD-FABB-C5BE5BBA00C2}"/>
          </ac:spMkLst>
        </pc:spChg>
        <pc:spChg chg="mod">
          <ac:chgData name="Takeuchi, Koichiro" userId="b3848a05-443b-4434-8fa5-7398ca0c03c9" providerId="ADAL" clId="{AE71EA6D-8CAE-4CA8-A4AE-CBE82EA043E5}" dt="2024-09-25T03:36:14.376" v="1795" actId="165"/>
          <ac:spMkLst>
            <pc:docMk/>
            <pc:sldMk cId="2214497710" sldId="2147480847"/>
            <ac:spMk id="61" creationId="{0C40A85F-1466-89EA-6213-E6170C492133}"/>
          </ac:spMkLst>
        </pc:spChg>
        <pc:spChg chg="mod">
          <ac:chgData name="Takeuchi, Koichiro" userId="b3848a05-443b-4434-8fa5-7398ca0c03c9" providerId="ADAL" clId="{AE71EA6D-8CAE-4CA8-A4AE-CBE82EA043E5}" dt="2024-09-25T03:36:14.376" v="1795" actId="165"/>
          <ac:spMkLst>
            <pc:docMk/>
            <pc:sldMk cId="2214497710" sldId="2147480847"/>
            <ac:spMk id="62" creationId="{E8997FDC-A3D8-4A09-6AA3-5D4BA4E72E8A}"/>
          </ac:spMkLst>
        </pc:spChg>
        <pc:spChg chg="mod">
          <ac:chgData name="Takeuchi, Koichiro" userId="b3848a05-443b-4434-8fa5-7398ca0c03c9" providerId="ADAL" clId="{AE71EA6D-8CAE-4CA8-A4AE-CBE82EA043E5}" dt="2024-09-25T03:36:14.376" v="1795" actId="165"/>
          <ac:spMkLst>
            <pc:docMk/>
            <pc:sldMk cId="2214497710" sldId="2147480847"/>
            <ac:spMk id="63" creationId="{680FE476-7E0A-58B6-12C6-CC8A36247D8B}"/>
          </ac:spMkLst>
        </pc:spChg>
        <pc:spChg chg="mod">
          <ac:chgData name="Takeuchi, Koichiro" userId="b3848a05-443b-4434-8fa5-7398ca0c03c9" providerId="ADAL" clId="{AE71EA6D-8CAE-4CA8-A4AE-CBE82EA043E5}" dt="2024-09-25T03:36:14.376" v="1795" actId="165"/>
          <ac:spMkLst>
            <pc:docMk/>
            <pc:sldMk cId="2214497710" sldId="2147480847"/>
            <ac:spMk id="64" creationId="{813A0BE6-11BF-1958-387E-41E45D6E52F0}"/>
          </ac:spMkLst>
        </pc:spChg>
        <pc:spChg chg="add mod topLvl">
          <ac:chgData name="Takeuchi, Koichiro" userId="b3848a05-443b-4434-8fa5-7398ca0c03c9" providerId="ADAL" clId="{AE71EA6D-8CAE-4CA8-A4AE-CBE82EA043E5}" dt="2024-09-25T03:38:05.135" v="1834" actId="113"/>
          <ac:spMkLst>
            <pc:docMk/>
            <pc:sldMk cId="2214497710" sldId="2147480847"/>
            <ac:spMk id="65" creationId="{665D071A-04EA-4032-BDC2-55BEF0455241}"/>
          </ac:spMkLst>
        </pc:spChg>
        <pc:spChg chg="add mod topLvl">
          <ac:chgData name="Takeuchi, Koichiro" userId="b3848a05-443b-4434-8fa5-7398ca0c03c9" providerId="ADAL" clId="{AE71EA6D-8CAE-4CA8-A4AE-CBE82EA043E5}" dt="2024-09-25T03:38:09.523" v="1836" actId="113"/>
          <ac:spMkLst>
            <pc:docMk/>
            <pc:sldMk cId="2214497710" sldId="2147480847"/>
            <ac:spMk id="66" creationId="{3738863F-15AF-84D0-FEBA-C82876E44418}"/>
          </ac:spMkLst>
        </pc:spChg>
        <pc:spChg chg="add mod topLvl">
          <ac:chgData name="Takeuchi, Koichiro" userId="b3848a05-443b-4434-8fa5-7398ca0c03c9" providerId="ADAL" clId="{AE71EA6D-8CAE-4CA8-A4AE-CBE82EA043E5}" dt="2024-09-25T03:38:14.085" v="1838" actId="113"/>
          <ac:spMkLst>
            <pc:docMk/>
            <pc:sldMk cId="2214497710" sldId="2147480847"/>
            <ac:spMk id="67" creationId="{36C7B207-B487-A6BF-6D5B-D61516D86334}"/>
          </ac:spMkLst>
        </pc:spChg>
        <pc:spChg chg="add mod topLvl">
          <ac:chgData name="Takeuchi, Koichiro" userId="b3848a05-443b-4434-8fa5-7398ca0c03c9" providerId="ADAL" clId="{AE71EA6D-8CAE-4CA8-A4AE-CBE82EA043E5}" dt="2024-09-25T03:38:19.574" v="1840" actId="113"/>
          <ac:spMkLst>
            <pc:docMk/>
            <pc:sldMk cId="2214497710" sldId="2147480847"/>
            <ac:spMk id="68" creationId="{439DDBDB-191A-D1CE-F5CC-640CC7A4CF43}"/>
          </ac:spMkLst>
        </pc:spChg>
        <pc:spChg chg="add mod topLvl">
          <ac:chgData name="Takeuchi, Koichiro" userId="b3848a05-443b-4434-8fa5-7398ca0c03c9" providerId="ADAL" clId="{AE71EA6D-8CAE-4CA8-A4AE-CBE82EA043E5}" dt="2024-09-25T03:38:30.608" v="1844" actId="113"/>
          <ac:spMkLst>
            <pc:docMk/>
            <pc:sldMk cId="2214497710" sldId="2147480847"/>
            <ac:spMk id="69" creationId="{7D10903B-8D3C-810A-ECD9-4851585094FE}"/>
          </ac:spMkLst>
        </pc:spChg>
        <pc:spChg chg="add mod topLvl">
          <ac:chgData name="Takeuchi, Koichiro" userId="b3848a05-443b-4434-8fa5-7398ca0c03c9" providerId="ADAL" clId="{AE71EA6D-8CAE-4CA8-A4AE-CBE82EA043E5}" dt="2024-09-25T03:36:14.376" v="1795" actId="165"/>
          <ac:spMkLst>
            <pc:docMk/>
            <pc:sldMk cId="2214497710" sldId="2147480847"/>
            <ac:spMk id="70" creationId="{5490D7F4-5054-E414-9BFB-20615A51423F}"/>
          </ac:spMkLst>
        </pc:spChg>
        <pc:spChg chg="mod">
          <ac:chgData name="Takeuchi, Koichiro" userId="b3848a05-443b-4434-8fa5-7398ca0c03c9" providerId="ADAL" clId="{AE71EA6D-8CAE-4CA8-A4AE-CBE82EA043E5}" dt="2024-09-25T03:36:14.376" v="1795" actId="165"/>
          <ac:spMkLst>
            <pc:docMk/>
            <pc:sldMk cId="2214497710" sldId="2147480847"/>
            <ac:spMk id="72" creationId="{2A2AE329-6543-D329-A06B-9CFEC52F2345}"/>
          </ac:spMkLst>
        </pc:spChg>
        <pc:spChg chg="mod">
          <ac:chgData name="Takeuchi, Koichiro" userId="b3848a05-443b-4434-8fa5-7398ca0c03c9" providerId="ADAL" clId="{AE71EA6D-8CAE-4CA8-A4AE-CBE82EA043E5}" dt="2024-09-25T03:36:14.376" v="1795" actId="165"/>
          <ac:spMkLst>
            <pc:docMk/>
            <pc:sldMk cId="2214497710" sldId="2147480847"/>
            <ac:spMk id="73" creationId="{9FBCEAB1-5F06-2EFD-FB8E-CB4962B6AF42}"/>
          </ac:spMkLst>
        </pc:spChg>
        <pc:spChg chg="mod">
          <ac:chgData name="Takeuchi, Koichiro" userId="b3848a05-443b-4434-8fa5-7398ca0c03c9" providerId="ADAL" clId="{AE71EA6D-8CAE-4CA8-A4AE-CBE82EA043E5}" dt="2024-09-25T03:36:14.376" v="1795" actId="165"/>
          <ac:spMkLst>
            <pc:docMk/>
            <pc:sldMk cId="2214497710" sldId="2147480847"/>
            <ac:spMk id="74" creationId="{76A8D065-C48A-7575-164A-963FE7C38B14}"/>
          </ac:spMkLst>
        </pc:spChg>
        <pc:spChg chg="mod">
          <ac:chgData name="Takeuchi, Koichiro" userId="b3848a05-443b-4434-8fa5-7398ca0c03c9" providerId="ADAL" clId="{AE71EA6D-8CAE-4CA8-A4AE-CBE82EA043E5}" dt="2024-09-25T03:36:14.376" v="1795" actId="165"/>
          <ac:spMkLst>
            <pc:docMk/>
            <pc:sldMk cId="2214497710" sldId="2147480847"/>
            <ac:spMk id="75" creationId="{CC69B1D5-FBF2-AC7B-19D6-43061BC8BBCE}"/>
          </ac:spMkLst>
        </pc:spChg>
        <pc:spChg chg="mod">
          <ac:chgData name="Takeuchi, Koichiro" userId="b3848a05-443b-4434-8fa5-7398ca0c03c9" providerId="ADAL" clId="{AE71EA6D-8CAE-4CA8-A4AE-CBE82EA043E5}" dt="2024-09-25T03:36:14.376" v="1795" actId="165"/>
          <ac:spMkLst>
            <pc:docMk/>
            <pc:sldMk cId="2214497710" sldId="2147480847"/>
            <ac:spMk id="76" creationId="{378F07C1-D992-55D4-276D-01CE5BFC65B6}"/>
          </ac:spMkLst>
        </pc:spChg>
        <pc:grpChg chg="add del mod topLvl">
          <ac:chgData name="Takeuchi, Koichiro" userId="b3848a05-443b-4434-8fa5-7398ca0c03c9" providerId="ADAL" clId="{AE71EA6D-8CAE-4CA8-A4AE-CBE82EA043E5}" dt="2024-09-25T03:36:28.440" v="1801" actId="165"/>
          <ac:grpSpMkLst>
            <pc:docMk/>
            <pc:sldMk cId="2214497710" sldId="2147480847"/>
            <ac:grpSpMk id="7" creationId="{AD7967E2-3D97-D002-28E7-CA0ED8239C02}"/>
          </ac:grpSpMkLst>
        </pc:grpChg>
        <pc:grpChg chg="add del mod topLvl">
          <ac:chgData name="Takeuchi, Koichiro" userId="b3848a05-443b-4434-8fa5-7398ca0c03c9" providerId="ADAL" clId="{AE71EA6D-8CAE-4CA8-A4AE-CBE82EA043E5}" dt="2024-09-25T03:36:22.081" v="1797" actId="165"/>
          <ac:grpSpMkLst>
            <pc:docMk/>
            <pc:sldMk cId="2214497710" sldId="2147480847"/>
            <ac:grpSpMk id="10" creationId="{E56F17A4-0D2E-5DC3-8DEB-64178FD3E9F1}"/>
          </ac:grpSpMkLst>
        </pc:grpChg>
        <pc:grpChg chg="add del mod topLvl">
          <ac:chgData name="Takeuchi, Koichiro" userId="b3848a05-443b-4434-8fa5-7398ca0c03c9" providerId="ADAL" clId="{AE71EA6D-8CAE-4CA8-A4AE-CBE82EA043E5}" dt="2024-09-25T03:36:17.728" v="1796" actId="165"/>
          <ac:grpSpMkLst>
            <pc:docMk/>
            <pc:sldMk cId="2214497710" sldId="2147480847"/>
            <ac:grpSpMk id="13" creationId="{A3CCA1DE-82E6-9787-AFD2-29C3C1CCA91B}"/>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20" creationId="{66A684ED-C583-A817-E1E0-B1971B80908D}"/>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25" creationId="{C376C20C-1D7A-B020-F439-A58B0F18A731}"/>
          </ac:grpSpMkLst>
        </pc:grpChg>
        <pc:grpChg chg="add del mod topLvl">
          <ac:chgData name="Takeuchi, Koichiro" userId="b3848a05-443b-4434-8fa5-7398ca0c03c9" providerId="ADAL" clId="{AE71EA6D-8CAE-4CA8-A4AE-CBE82EA043E5}" dt="2024-09-25T03:36:26.418" v="1800" actId="165"/>
          <ac:grpSpMkLst>
            <pc:docMk/>
            <pc:sldMk cId="2214497710" sldId="2147480847"/>
            <ac:grpSpMk id="32" creationId="{A5C9C969-A63E-9B71-9C03-0A0B8D1F2B02}"/>
          </ac:grpSpMkLst>
        </pc:grpChg>
        <pc:grpChg chg="add del mod topLvl">
          <ac:chgData name="Takeuchi, Koichiro" userId="b3848a05-443b-4434-8fa5-7398ca0c03c9" providerId="ADAL" clId="{AE71EA6D-8CAE-4CA8-A4AE-CBE82EA043E5}" dt="2024-09-25T03:36:25.501" v="1799" actId="165"/>
          <ac:grpSpMkLst>
            <pc:docMk/>
            <pc:sldMk cId="2214497710" sldId="2147480847"/>
            <ac:grpSpMk id="35" creationId="{AC6A750A-AD2C-C583-3107-A4C484DF72EA}"/>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39" creationId="{B2CCDB6B-63F0-2087-90B5-E5E5A9045353}"/>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43" creationId="{AB983349-1555-B440-B4BA-FBA3B76D1D38}"/>
          </ac:grpSpMkLst>
        </pc:grpChg>
        <pc:grpChg chg="add del mod topLvl">
          <ac:chgData name="Takeuchi, Koichiro" userId="b3848a05-443b-4434-8fa5-7398ca0c03c9" providerId="ADAL" clId="{AE71EA6D-8CAE-4CA8-A4AE-CBE82EA043E5}" dt="2024-09-25T03:36:24.535" v="1798" actId="165"/>
          <ac:grpSpMkLst>
            <pc:docMk/>
            <pc:sldMk cId="2214497710" sldId="2147480847"/>
            <ac:grpSpMk id="54" creationId="{295909B9-C5B6-DA8B-22F7-E1FAD3C7E752}"/>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58" creationId="{0439BF88-4742-8FEF-C4A7-3FF1DCAB6AA5}"/>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71" creationId="{2E103005-97F3-04E9-81E4-9A0BA289E338}"/>
          </ac:grpSpMkLst>
        </pc:grpChg>
        <pc:grpChg chg="add del mod">
          <ac:chgData name="Takeuchi, Koichiro" userId="b3848a05-443b-4434-8fa5-7398ca0c03c9" providerId="ADAL" clId="{AE71EA6D-8CAE-4CA8-A4AE-CBE82EA043E5}" dt="2024-09-25T03:36:14.376" v="1795" actId="165"/>
          <ac:grpSpMkLst>
            <pc:docMk/>
            <pc:sldMk cId="2214497710" sldId="2147480847"/>
            <ac:grpSpMk id="77" creationId="{DC09BCAA-82B3-F22B-4E8F-355264EEEA25}"/>
          </ac:grpSpMkLst>
        </pc:grpChg>
      </pc:sldChg>
      <pc:sldChg chg="addSp modSp new mod">
        <pc:chgData name="Takeuchi, Koichiro" userId="b3848a05-443b-4434-8fa5-7398ca0c03c9" providerId="ADAL" clId="{AE71EA6D-8CAE-4CA8-A4AE-CBE82EA043E5}" dt="2024-09-25T04:07:25.395" v="2446" actId="20577"/>
        <pc:sldMkLst>
          <pc:docMk/>
          <pc:sldMk cId="3586072663" sldId="2147480848"/>
        </pc:sldMkLst>
        <pc:spChg chg="mod">
          <ac:chgData name="Takeuchi, Koichiro" userId="b3848a05-443b-4434-8fa5-7398ca0c03c9" providerId="ADAL" clId="{AE71EA6D-8CAE-4CA8-A4AE-CBE82EA043E5}" dt="2024-09-25T04:07:25.395" v="2446" actId="20577"/>
          <ac:spMkLst>
            <pc:docMk/>
            <pc:sldMk cId="3586072663" sldId="2147480848"/>
            <ac:spMk id="2" creationId="{66A42B93-ACB6-1347-E826-42AB263B73C2}"/>
          </ac:spMkLst>
        </pc:spChg>
        <pc:spChg chg="mod">
          <ac:chgData name="Takeuchi, Koichiro" userId="b3848a05-443b-4434-8fa5-7398ca0c03c9" providerId="ADAL" clId="{AE71EA6D-8CAE-4CA8-A4AE-CBE82EA043E5}" dt="2024-09-25T03:49:34.833" v="2356" actId="20577"/>
          <ac:spMkLst>
            <pc:docMk/>
            <pc:sldMk cId="3586072663" sldId="2147480848"/>
            <ac:spMk id="3" creationId="{4EC543D2-01F1-F07D-FCC8-4634DC1AE5A9}"/>
          </ac:spMkLst>
        </pc:spChg>
        <pc:spChg chg="mod">
          <ac:chgData name="Takeuchi, Koichiro" userId="b3848a05-443b-4434-8fa5-7398ca0c03c9" providerId="ADAL" clId="{AE71EA6D-8CAE-4CA8-A4AE-CBE82EA043E5}" dt="2024-09-25T03:38:54.609" v="1875" actId="20577"/>
          <ac:spMkLst>
            <pc:docMk/>
            <pc:sldMk cId="3586072663" sldId="2147480848"/>
            <ac:spMk id="4" creationId="{53EFCC04-ACAB-49F7-46C0-847081B7E7FD}"/>
          </ac:spMkLst>
        </pc:spChg>
        <pc:spChg chg="add mod">
          <ac:chgData name="Takeuchi, Koichiro" userId="b3848a05-443b-4434-8fa5-7398ca0c03c9" providerId="ADAL" clId="{AE71EA6D-8CAE-4CA8-A4AE-CBE82EA043E5}" dt="2024-09-25T03:49:42.510" v="2372" actId="164"/>
          <ac:spMkLst>
            <pc:docMk/>
            <pc:sldMk cId="3586072663" sldId="2147480848"/>
            <ac:spMk id="7" creationId="{4B5D81A5-77BC-D140-A34E-5D8BD855B0D5}"/>
          </ac:spMkLst>
        </pc:spChg>
        <pc:spChg chg="add mod">
          <ac:chgData name="Takeuchi, Koichiro" userId="b3848a05-443b-4434-8fa5-7398ca0c03c9" providerId="ADAL" clId="{AE71EA6D-8CAE-4CA8-A4AE-CBE82EA043E5}" dt="2024-09-25T03:49:42.510" v="2372" actId="164"/>
          <ac:spMkLst>
            <pc:docMk/>
            <pc:sldMk cId="3586072663" sldId="2147480848"/>
            <ac:spMk id="8" creationId="{A7502A32-B7A9-F5DB-C383-F5EDDFE76A76}"/>
          </ac:spMkLst>
        </pc:spChg>
        <pc:spChg chg="add mod">
          <ac:chgData name="Takeuchi, Koichiro" userId="b3848a05-443b-4434-8fa5-7398ca0c03c9" providerId="ADAL" clId="{AE71EA6D-8CAE-4CA8-A4AE-CBE82EA043E5}" dt="2024-09-25T03:49:42.510" v="2372" actId="164"/>
          <ac:spMkLst>
            <pc:docMk/>
            <pc:sldMk cId="3586072663" sldId="2147480848"/>
            <ac:spMk id="9" creationId="{5D35F092-DFA7-9ACA-BEA5-E08E97813231}"/>
          </ac:spMkLst>
        </pc:spChg>
        <pc:spChg chg="add mod">
          <ac:chgData name="Takeuchi, Koichiro" userId="b3848a05-443b-4434-8fa5-7398ca0c03c9" providerId="ADAL" clId="{AE71EA6D-8CAE-4CA8-A4AE-CBE82EA043E5}" dt="2024-09-25T03:49:42.510" v="2372" actId="164"/>
          <ac:spMkLst>
            <pc:docMk/>
            <pc:sldMk cId="3586072663" sldId="2147480848"/>
            <ac:spMk id="10" creationId="{A568483D-E96A-28A3-8FB7-104EF2DF1CA5}"/>
          </ac:spMkLst>
        </pc:spChg>
        <pc:spChg chg="add mod">
          <ac:chgData name="Takeuchi, Koichiro" userId="b3848a05-443b-4434-8fa5-7398ca0c03c9" providerId="ADAL" clId="{AE71EA6D-8CAE-4CA8-A4AE-CBE82EA043E5}" dt="2024-09-25T03:49:42.510" v="2372" actId="164"/>
          <ac:spMkLst>
            <pc:docMk/>
            <pc:sldMk cId="3586072663" sldId="2147480848"/>
            <ac:spMk id="11" creationId="{D5B02DF6-13CD-E18F-1652-6A615AE8F124}"/>
          </ac:spMkLst>
        </pc:spChg>
        <pc:spChg chg="add mod">
          <ac:chgData name="Takeuchi, Koichiro" userId="b3848a05-443b-4434-8fa5-7398ca0c03c9" providerId="ADAL" clId="{AE71EA6D-8CAE-4CA8-A4AE-CBE82EA043E5}" dt="2024-09-25T03:49:42.510" v="2372" actId="164"/>
          <ac:spMkLst>
            <pc:docMk/>
            <pc:sldMk cId="3586072663" sldId="2147480848"/>
            <ac:spMk id="12" creationId="{60868F46-A020-AB40-E05A-1856DB64360F}"/>
          </ac:spMkLst>
        </pc:spChg>
        <pc:spChg chg="add mod">
          <ac:chgData name="Takeuchi, Koichiro" userId="b3848a05-443b-4434-8fa5-7398ca0c03c9" providerId="ADAL" clId="{AE71EA6D-8CAE-4CA8-A4AE-CBE82EA043E5}" dt="2024-09-25T03:49:42.510" v="2372" actId="164"/>
          <ac:spMkLst>
            <pc:docMk/>
            <pc:sldMk cId="3586072663" sldId="2147480848"/>
            <ac:spMk id="13" creationId="{E9AC019E-D95F-79EE-0960-0035377D790A}"/>
          </ac:spMkLst>
        </pc:spChg>
        <pc:spChg chg="add mod">
          <ac:chgData name="Takeuchi, Koichiro" userId="b3848a05-443b-4434-8fa5-7398ca0c03c9" providerId="ADAL" clId="{AE71EA6D-8CAE-4CA8-A4AE-CBE82EA043E5}" dt="2024-09-25T03:49:42.510" v="2372" actId="164"/>
          <ac:spMkLst>
            <pc:docMk/>
            <pc:sldMk cId="3586072663" sldId="2147480848"/>
            <ac:spMk id="14" creationId="{A8A0B116-92E6-E37F-DB93-069B32754FAF}"/>
          </ac:spMkLst>
        </pc:spChg>
        <pc:spChg chg="add mod">
          <ac:chgData name="Takeuchi, Koichiro" userId="b3848a05-443b-4434-8fa5-7398ca0c03c9" providerId="ADAL" clId="{AE71EA6D-8CAE-4CA8-A4AE-CBE82EA043E5}" dt="2024-09-25T03:49:42.510" v="2372" actId="164"/>
          <ac:spMkLst>
            <pc:docMk/>
            <pc:sldMk cId="3586072663" sldId="2147480848"/>
            <ac:spMk id="15" creationId="{DC558AE9-C7ED-A18B-8E2C-DEF0E54773FB}"/>
          </ac:spMkLst>
        </pc:spChg>
        <pc:spChg chg="add mod">
          <ac:chgData name="Takeuchi, Koichiro" userId="b3848a05-443b-4434-8fa5-7398ca0c03c9" providerId="ADAL" clId="{AE71EA6D-8CAE-4CA8-A4AE-CBE82EA043E5}" dt="2024-09-25T03:49:42.510" v="2372" actId="164"/>
          <ac:spMkLst>
            <pc:docMk/>
            <pc:sldMk cId="3586072663" sldId="2147480848"/>
            <ac:spMk id="16" creationId="{03FB8849-DC97-DB14-1BAA-BE74FBC29316}"/>
          </ac:spMkLst>
        </pc:spChg>
        <pc:spChg chg="add mod">
          <ac:chgData name="Takeuchi, Koichiro" userId="b3848a05-443b-4434-8fa5-7398ca0c03c9" providerId="ADAL" clId="{AE71EA6D-8CAE-4CA8-A4AE-CBE82EA043E5}" dt="2024-09-25T03:49:42.510" v="2372" actId="164"/>
          <ac:spMkLst>
            <pc:docMk/>
            <pc:sldMk cId="3586072663" sldId="2147480848"/>
            <ac:spMk id="17" creationId="{312470BC-2D00-0C1E-D338-58189524122A}"/>
          </ac:spMkLst>
        </pc:spChg>
        <pc:spChg chg="add mod">
          <ac:chgData name="Takeuchi, Koichiro" userId="b3848a05-443b-4434-8fa5-7398ca0c03c9" providerId="ADAL" clId="{AE71EA6D-8CAE-4CA8-A4AE-CBE82EA043E5}" dt="2024-09-25T03:49:42.510" v="2372" actId="164"/>
          <ac:spMkLst>
            <pc:docMk/>
            <pc:sldMk cId="3586072663" sldId="2147480848"/>
            <ac:spMk id="18" creationId="{21C5E5C0-E6A2-B8EE-C0EC-AE19DB1183F3}"/>
          </ac:spMkLst>
        </pc:spChg>
        <pc:spChg chg="add mod">
          <ac:chgData name="Takeuchi, Koichiro" userId="b3848a05-443b-4434-8fa5-7398ca0c03c9" providerId="ADAL" clId="{AE71EA6D-8CAE-4CA8-A4AE-CBE82EA043E5}" dt="2024-09-25T03:49:42.510" v="2372" actId="164"/>
          <ac:spMkLst>
            <pc:docMk/>
            <pc:sldMk cId="3586072663" sldId="2147480848"/>
            <ac:spMk id="19" creationId="{A12D3A73-BFFC-70AF-3830-F329B47BBDEE}"/>
          </ac:spMkLst>
        </pc:spChg>
        <pc:spChg chg="add mod">
          <ac:chgData name="Takeuchi, Koichiro" userId="b3848a05-443b-4434-8fa5-7398ca0c03c9" providerId="ADAL" clId="{AE71EA6D-8CAE-4CA8-A4AE-CBE82EA043E5}" dt="2024-09-25T03:49:42.510" v="2372" actId="164"/>
          <ac:spMkLst>
            <pc:docMk/>
            <pc:sldMk cId="3586072663" sldId="2147480848"/>
            <ac:spMk id="20" creationId="{0F5FB360-67B7-411E-A34A-AAB8F495910C}"/>
          </ac:spMkLst>
        </pc:spChg>
        <pc:spChg chg="add mod">
          <ac:chgData name="Takeuchi, Koichiro" userId="b3848a05-443b-4434-8fa5-7398ca0c03c9" providerId="ADAL" clId="{AE71EA6D-8CAE-4CA8-A4AE-CBE82EA043E5}" dt="2024-09-25T03:49:42.510" v="2372" actId="164"/>
          <ac:spMkLst>
            <pc:docMk/>
            <pc:sldMk cId="3586072663" sldId="2147480848"/>
            <ac:spMk id="21" creationId="{8D864488-F907-C265-4137-CB0C53EAC7F0}"/>
          </ac:spMkLst>
        </pc:spChg>
        <pc:spChg chg="add mod">
          <ac:chgData name="Takeuchi, Koichiro" userId="b3848a05-443b-4434-8fa5-7398ca0c03c9" providerId="ADAL" clId="{AE71EA6D-8CAE-4CA8-A4AE-CBE82EA043E5}" dt="2024-09-25T03:49:42.510" v="2372" actId="164"/>
          <ac:spMkLst>
            <pc:docMk/>
            <pc:sldMk cId="3586072663" sldId="2147480848"/>
            <ac:spMk id="22" creationId="{3B936B70-30DD-D814-4873-C6F06D0FE39C}"/>
          </ac:spMkLst>
        </pc:spChg>
        <pc:spChg chg="add mod">
          <ac:chgData name="Takeuchi, Koichiro" userId="b3848a05-443b-4434-8fa5-7398ca0c03c9" providerId="ADAL" clId="{AE71EA6D-8CAE-4CA8-A4AE-CBE82EA043E5}" dt="2024-09-25T03:49:42.510" v="2372" actId="164"/>
          <ac:spMkLst>
            <pc:docMk/>
            <pc:sldMk cId="3586072663" sldId="2147480848"/>
            <ac:spMk id="23" creationId="{0FD184B2-466A-ED18-5A1B-DE3C61FC8447}"/>
          </ac:spMkLst>
        </pc:spChg>
        <pc:spChg chg="add mod">
          <ac:chgData name="Takeuchi, Koichiro" userId="b3848a05-443b-4434-8fa5-7398ca0c03c9" providerId="ADAL" clId="{AE71EA6D-8CAE-4CA8-A4AE-CBE82EA043E5}" dt="2024-09-25T03:49:42.510" v="2372" actId="164"/>
          <ac:spMkLst>
            <pc:docMk/>
            <pc:sldMk cId="3586072663" sldId="2147480848"/>
            <ac:spMk id="27" creationId="{98E2143D-7F5A-3263-8138-E12036CD3F33}"/>
          </ac:spMkLst>
        </pc:spChg>
        <pc:grpChg chg="add mod">
          <ac:chgData name="Takeuchi, Koichiro" userId="b3848a05-443b-4434-8fa5-7398ca0c03c9" providerId="ADAL" clId="{AE71EA6D-8CAE-4CA8-A4AE-CBE82EA043E5}" dt="2024-09-25T03:49:45.813" v="2373" actId="12788"/>
          <ac:grpSpMkLst>
            <pc:docMk/>
            <pc:sldMk cId="3586072663" sldId="2147480848"/>
            <ac:grpSpMk id="28" creationId="{FEAAAACE-04E3-948B-6F26-017319D578C4}"/>
          </ac:grpSpMkLst>
        </pc:grpChg>
        <pc:picChg chg="add mod">
          <ac:chgData name="Takeuchi, Koichiro" userId="b3848a05-443b-4434-8fa5-7398ca0c03c9" providerId="ADAL" clId="{AE71EA6D-8CAE-4CA8-A4AE-CBE82EA043E5}" dt="2024-09-25T03:49:42.510" v="2372" actId="164"/>
          <ac:picMkLst>
            <pc:docMk/>
            <pc:sldMk cId="3586072663" sldId="2147480848"/>
            <ac:picMk id="24" creationId="{60936C72-1494-E60A-25FB-60F5558F841C}"/>
          </ac:picMkLst>
        </pc:picChg>
        <pc:picChg chg="add mod">
          <ac:chgData name="Takeuchi, Koichiro" userId="b3848a05-443b-4434-8fa5-7398ca0c03c9" providerId="ADAL" clId="{AE71EA6D-8CAE-4CA8-A4AE-CBE82EA043E5}" dt="2024-09-25T03:49:42.510" v="2372" actId="164"/>
          <ac:picMkLst>
            <pc:docMk/>
            <pc:sldMk cId="3586072663" sldId="2147480848"/>
            <ac:picMk id="25" creationId="{60FAB3F3-4144-B97A-0BA4-9825A85D634C}"/>
          </ac:picMkLst>
        </pc:picChg>
        <pc:picChg chg="add mod">
          <ac:chgData name="Takeuchi, Koichiro" userId="b3848a05-443b-4434-8fa5-7398ca0c03c9" providerId="ADAL" clId="{AE71EA6D-8CAE-4CA8-A4AE-CBE82EA043E5}" dt="2024-09-25T03:49:42.510" v="2372" actId="164"/>
          <ac:picMkLst>
            <pc:docMk/>
            <pc:sldMk cId="3586072663" sldId="2147480848"/>
            <ac:picMk id="26" creationId="{E3434A31-E37A-09F0-3D8F-262EFA24B110}"/>
          </ac:picMkLst>
        </pc:picChg>
      </pc:sldChg>
      <pc:sldChg chg="addSp delSp modSp new mod">
        <pc:chgData name="Takeuchi, Koichiro" userId="b3848a05-443b-4434-8fa5-7398ca0c03c9" providerId="ADAL" clId="{AE71EA6D-8CAE-4CA8-A4AE-CBE82EA043E5}" dt="2024-09-25T23:01:39.902" v="7820" actId="1036"/>
        <pc:sldMkLst>
          <pc:docMk/>
          <pc:sldMk cId="2371508512" sldId="2147480849"/>
        </pc:sldMkLst>
        <pc:spChg chg="mod">
          <ac:chgData name="Takeuchi, Koichiro" userId="b3848a05-443b-4434-8fa5-7398ca0c03c9" providerId="ADAL" clId="{AE71EA6D-8CAE-4CA8-A4AE-CBE82EA043E5}" dt="2024-09-25T04:07:40.304" v="2458" actId="20577"/>
          <ac:spMkLst>
            <pc:docMk/>
            <pc:sldMk cId="2371508512" sldId="2147480849"/>
            <ac:spMk id="2" creationId="{F4871F63-DD6D-6167-6041-1D262D2745C6}"/>
          </ac:spMkLst>
        </pc:spChg>
        <pc:spChg chg="mod">
          <ac:chgData name="Takeuchi, Koichiro" userId="b3848a05-443b-4434-8fa5-7398ca0c03c9" providerId="ADAL" clId="{AE71EA6D-8CAE-4CA8-A4AE-CBE82EA043E5}" dt="2024-09-25T11:10:03.492" v="5659" actId="20577"/>
          <ac:spMkLst>
            <pc:docMk/>
            <pc:sldMk cId="2371508512" sldId="2147480849"/>
            <ac:spMk id="3" creationId="{0C98F0AC-66A4-A6E6-A50C-620A0DD456A6}"/>
          </ac:spMkLst>
        </pc:spChg>
        <pc:spChg chg="mod">
          <ac:chgData name="Takeuchi, Koichiro" userId="b3848a05-443b-4434-8fa5-7398ca0c03c9" providerId="ADAL" clId="{AE71EA6D-8CAE-4CA8-A4AE-CBE82EA043E5}" dt="2024-09-25T03:50:03.279" v="2375"/>
          <ac:spMkLst>
            <pc:docMk/>
            <pc:sldMk cId="2371508512" sldId="2147480849"/>
            <ac:spMk id="4" creationId="{C8101EB1-9ED2-CF31-0FB9-CE23B61895D6}"/>
          </ac:spMkLst>
        </pc:spChg>
        <pc:spChg chg="add mod topLvl">
          <ac:chgData name="Takeuchi, Koichiro" userId="b3848a05-443b-4434-8fa5-7398ca0c03c9" providerId="ADAL" clId="{AE71EA6D-8CAE-4CA8-A4AE-CBE82EA043E5}" dt="2024-09-25T23:01:29.434" v="7796" actId="164"/>
          <ac:spMkLst>
            <pc:docMk/>
            <pc:sldMk cId="2371508512" sldId="2147480849"/>
            <ac:spMk id="11" creationId="{C31BCB5F-31E3-BAFF-9992-9DF2CC3AECB2}"/>
          </ac:spMkLst>
        </pc:spChg>
        <pc:spChg chg="add mod topLvl">
          <ac:chgData name="Takeuchi, Koichiro" userId="b3848a05-443b-4434-8fa5-7398ca0c03c9" providerId="ADAL" clId="{AE71EA6D-8CAE-4CA8-A4AE-CBE82EA043E5}" dt="2024-09-25T23:01:29.434" v="7796" actId="164"/>
          <ac:spMkLst>
            <pc:docMk/>
            <pc:sldMk cId="2371508512" sldId="2147480849"/>
            <ac:spMk id="12" creationId="{E12022C5-AB78-3FA6-7B87-88DBDE42659B}"/>
          </ac:spMkLst>
        </pc:spChg>
        <pc:spChg chg="add mod">
          <ac:chgData name="Takeuchi, Koichiro" userId="b3848a05-443b-4434-8fa5-7398ca0c03c9" providerId="ADAL" clId="{AE71EA6D-8CAE-4CA8-A4AE-CBE82EA043E5}" dt="2024-09-25T23:01:29.434" v="7796" actId="164"/>
          <ac:spMkLst>
            <pc:docMk/>
            <pc:sldMk cId="2371508512" sldId="2147480849"/>
            <ac:spMk id="14" creationId="{AA64C16A-B209-2A5B-796B-56D751CA8FA8}"/>
          </ac:spMkLst>
        </pc:spChg>
        <pc:spChg chg="add mod">
          <ac:chgData name="Takeuchi, Koichiro" userId="b3848a05-443b-4434-8fa5-7398ca0c03c9" providerId="ADAL" clId="{AE71EA6D-8CAE-4CA8-A4AE-CBE82EA043E5}" dt="2024-09-25T23:01:29.434" v="7796" actId="164"/>
          <ac:spMkLst>
            <pc:docMk/>
            <pc:sldMk cId="2371508512" sldId="2147480849"/>
            <ac:spMk id="15" creationId="{E2AF5D4B-C51B-5020-53B2-C8C2CCF6EEAC}"/>
          </ac:spMkLst>
        </pc:spChg>
        <pc:spChg chg="add mod">
          <ac:chgData name="Takeuchi, Koichiro" userId="b3848a05-443b-4434-8fa5-7398ca0c03c9" providerId="ADAL" clId="{AE71EA6D-8CAE-4CA8-A4AE-CBE82EA043E5}" dt="2024-09-25T05:14:28.218" v="5352" actId="1037"/>
          <ac:spMkLst>
            <pc:docMk/>
            <pc:sldMk cId="2371508512" sldId="2147480849"/>
            <ac:spMk id="16" creationId="{32812AF3-1533-4C09-A3A8-57B04DCAA817}"/>
          </ac:spMkLst>
        </pc:spChg>
        <pc:spChg chg="add mod ord">
          <ac:chgData name="Takeuchi, Koichiro" userId="b3848a05-443b-4434-8fa5-7398ca0c03c9" providerId="ADAL" clId="{AE71EA6D-8CAE-4CA8-A4AE-CBE82EA043E5}" dt="2024-09-25T05:14:28.218" v="5352" actId="1037"/>
          <ac:spMkLst>
            <pc:docMk/>
            <pc:sldMk cId="2371508512" sldId="2147480849"/>
            <ac:spMk id="17" creationId="{813E4F5C-8202-4931-05FD-B273C0D2FFC7}"/>
          </ac:spMkLst>
        </pc:spChg>
        <pc:spChg chg="add mod">
          <ac:chgData name="Takeuchi, Koichiro" userId="b3848a05-443b-4434-8fa5-7398ca0c03c9" providerId="ADAL" clId="{AE71EA6D-8CAE-4CA8-A4AE-CBE82EA043E5}" dt="2024-09-25T05:14:28.218" v="5352" actId="1037"/>
          <ac:spMkLst>
            <pc:docMk/>
            <pc:sldMk cId="2371508512" sldId="2147480849"/>
            <ac:spMk id="18" creationId="{C9925B9B-4BAF-3881-B6B3-C210A0D1A4B5}"/>
          </ac:spMkLst>
        </pc:spChg>
        <pc:spChg chg="add mod">
          <ac:chgData name="Takeuchi, Koichiro" userId="b3848a05-443b-4434-8fa5-7398ca0c03c9" providerId="ADAL" clId="{AE71EA6D-8CAE-4CA8-A4AE-CBE82EA043E5}" dt="2024-09-25T05:14:28.218" v="5352" actId="1037"/>
          <ac:spMkLst>
            <pc:docMk/>
            <pc:sldMk cId="2371508512" sldId="2147480849"/>
            <ac:spMk id="19" creationId="{B9D5D212-975C-5E37-88A0-38CD9165E701}"/>
          </ac:spMkLst>
        </pc:spChg>
        <pc:spChg chg="add mod">
          <ac:chgData name="Takeuchi, Koichiro" userId="b3848a05-443b-4434-8fa5-7398ca0c03c9" providerId="ADAL" clId="{AE71EA6D-8CAE-4CA8-A4AE-CBE82EA043E5}" dt="2024-09-25T05:14:28.218" v="5352" actId="1037"/>
          <ac:spMkLst>
            <pc:docMk/>
            <pc:sldMk cId="2371508512" sldId="2147480849"/>
            <ac:spMk id="20" creationId="{9EB74300-1502-32F5-88AE-5FF9D2C51566}"/>
          </ac:spMkLst>
        </pc:spChg>
        <pc:spChg chg="add mod">
          <ac:chgData name="Takeuchi, Koichiro" userId="b3848a05-443b-4434-8fa5-7398ca0c03c9" providerId="ADAL" clId="{AE71EA6D-8CAE-4CA8-A4AE-CBE82EA043E5}" dt="2024-09-25T05:14:28.218" v="5352" actId="1037"/>
          <ac:spMkLst>
            <pc:docMk/>
            <pc:sldMk cId="2371508512" sldId="2147480849"/>
            <ac:spMk id="21" creationId="{EEDBE511-7B5A-F39F-91A3-AA747558E2F3}"/>
          </ac:spMkLst>
        </pc:spChg>
        <pc:spChg chg="add mod">
          <ac:chgData name="Takeuchi, Koichiro" userId="b3848a05-443b-4434-8fa5-7398ca0c03c9" providerId="ADAL" clId="{AE71EA6D-8CAE-4CA8-A4AE-CBE82EA043E5}" dt="2024-09-25T05:14:28.218" v="5352" actId="1037"/>
          <ac:spMkLst>
            <pc:docMk/>
            <pc:sldMk cId="2371508512" sldId="2147480849"/>
            <ac:spMk id="22" creationId="{D399909A-C331-AD0B-2161-254320A5A142}"/>
          </ac:spMkLst>
        </pc:spChg>
        <pc:spChg chg="add mod">
          <ac:chgData name="Takeuchi, Koichiro" userId="b3848a05-443b-4434-8fa5-7398ca0c03c9" providerId="ADAL" clId="{AE71EA6D-8CAE-4CA8-A4AE-CBE82EA043E5}" dt="2024-09-25T05:14:28.218" v="5352" actId="1037"/>
          <ac:spMkLst>
            <pc:docMk/>
            <pc:sldMk cId="2371508512" sldId="2147480849"/>
            <ac:spMk id="23" creationId="{E093ED8A-3091-B51D-7074-E470357147D2}"/>
          </ac:spMkLst>
        </pc:spChg>
        <pc:spChg chg="add mod">
          <ac:chgData name="Takeuchi, Koichiro" userId="b3848a05-443b-4434-8fa5-7398ca0c03c9" providerId="ADAL" clId="{AE71EA6D-8CAE-4CA8-A4AE-CBE82EA043E5}" dt="2024-09-25T05:01:10.899" v="4612"/>
          <ac:spMkLst>
            <pc:docMk/>
            <pc:sldMk cId="2371508512" sldId="2147480849"/>
            <ac:spMk id="24" creationId="{B680E7DC-7610-BDB8-3203-DBA74EBA5156}"/>
          </ac:spMkLst>
        </pc:spChg>
        <pc:spChg chg="add mod">
          <ac:chgData name="Takeuchi, Koichiro" userId="b3848a05-443b-4434-8fa5-7398ca0c03c9" providerId="ADAL" clId="{AE71EA6D-8CAE-4CA8-A4AE-CBE82EA043E5}" dt="2024-09-25T05:01:10.899" v="4612"/>
          <ac:spMkLst>
            <pc:docMk/>
            <pc:sldMk cId="2371508512" sldId="2147480849"/>
            <ac:spMk id="25" creationId="{1ADE0EDB-29F4-DCAE-265B-A11A30FCAB13}"/>
          </ac:spMkLst>
        </pc:spChg>
        <pc:spChg chg="add mod ord">
          <ac:chgData name="Takeuchi, Koichiro" userId="b3848a05-443b-4434-8fa5-7398ca0c03c9" providerId="ADAL" clId="{AE71EA6D-8CAE-4CA8-A4AE-CBE82EA043E5}" dt="2024-09-25T05:14:28.218" v="5352" actId="1037"/>
          <ac:spMkLst>
            <pc:docMk/>
            <pc:sldMk cId="2371508512" sldId="2147480849"/>
            <ac:spMk id="26" creationId="{0007F55F-2C48-961E-0556-1764DDFFC7F2}"/>
          </ac:spMkLst>
        </pc:spChg>
        <pc:spChg chg="add mod ord">
          <ac:chgData name="Takeuchi, Koichiro" userId="b3848a05-443b-4434-8fa5-7398ca0c03c9" providerId="ADAL" clId="{AE71EA6D-8CAE-4CA8-A4AE-CBE82EA043E5}" dt="2024-09-25T05:14:28.218" v="5352" actId="1037"/>
          <ac:spMkLst>
            <pc:docMk/>
            <pc:sldMk cId="2371508512" sldId="2147480849"/>
            <ac:spMk id="27" creationId="{5BB30AA3-198A-7236-166E-910118D09B2A}"/>
          </ac:spMkLst>
        </pc:spChg>
        <pc:spChg chg="add mod">
          <ac:chgData name="Takeuchi, Koichiro" userId="b3848a05-443b-4434-8fa5-7398ca0c03c9" providerId="ADAL" clId="{AE71EA6D-8CAE-4CA8-A4AE-CBE82EA043E5}" dt="2024-09-25T05:14:28.218" v="5352" actId="1037"/>
          <ac:spMkLst>
            <pc:docMk/>
            <pc:sldMk cId="2371508512" sldId="2147480849"/>
            <ac:spMk id="28" creationId="{A17D9638-4AF9-1407-0658-8BEBEA4CD0E7}"/>
          </ac:spMkLst>
        </pc:spChg>
        <pc:spChg chg="add mod">
          <ac:chgData name="Takeuchi, Koichiro" userId="b3848a05-443b-4434-8fa5-7398ca0c03c9" providerId="ADAL" clId="{AE71EA6D-8CAE-4CA8-A4AE-CBE82EA043E5}" dt="2024-09-25T05:14:28.218" v="5352" actId="1037"/>
          <ac:spMkLst>
            <pc:docMk/>
            <pc:sldMk cId="2371508512" sldId="2147480849"/>
            <ac:spMk id="29" creationId="{28208F67-E3E2-5A24-2911-A976F1F4BC62}"/>
          </ac:spMkLst>
        </pc:spChg>
        <pc:spChg chg="add mod topLvl">
          <ac:chgData name="Takeuchi, Koichiro" userId="b3848a05-443b-4434-8fa5-7398ca0c03c9" providerId="ADAL" clId="{AE71EA6D-8CAE-4CA8-A4AE-CBE82EA043E5}" dt="2024-09-25T05:07:56.342" v="5002" actId="164"/>
          <ac:spMkLst>
            <pc:docMk/>
            <pc:sldMk cId="2371508512" sldId="2147480849"/>
            <ac:spMk id="31" creationId="{DC0091EC-9C34-020F-54D3-424B47E8479D}"/>
          </ac:spMkLst>
        </pc:spChg>
        <pc:spChg chg="add mod ord topLvl">
          <ac:chgData name="Takeuchi, Koichiro" userId="b3848a05-443b-4434-8fa5-7398ca0c03c9" providerId="ADAL" clId="{AE71EA6D-8CAE-4CA8-A4AE-CBE82EA043E5}" dt="2024-09-25T05:07:56.342" v="5002" actId="164"/>
          <ac:spMkLst>
            <pc:docMk/>
            <pc:sldMk cId="2371508512" sldId="2147480849"/>
            <ac:spMk id="32" creationId="{0EF71EEE-9169-2180-2856-5062FEF623CA}"/>
          </ac:spMkLst>
        </pc:spChg>
        <pc:spChg chg="mod">
          <ac:chgData name="Takeuchi, Koichiro" userId="b3848a05-443b-4434-8fa5-7398ca0c03c9" providerId="ADAL" clId="{AE71EA6D-8CAE-4CA8-A4AE-CBE82EA043E5}" dt="2024-09-25T05:08:00.796" v="5004"/>
          <ac:spMkLst>
            <pc:docMk/>
            <pc:sldMk cId="2371508512" sldId="2147480849"/>
            <ac:spMk id="36" creationId="{33F82A94-09B2-ED47-B62D-5420A21B73DC}"/>
          </ac:spMkLst>
        </pc:spChg>
        <pc:spChg chg="mod">
          <ac:chgData name="Takeuchi, Koichiro" userId="b3848a05-443b-4434-8fa5-7398ca0c03c9" providerId="ADAL" clId="{AE71EA6D-8CAE-4CA8-A4AE-CBE82EA043E5}" dt="2024-09-25T05:08:12.758" v="5008" actId="20577"/>
          <ac:spMkLst>
            <pc:docMk/>
            <pc:sldMk cId="2371508512" sldId="2147480849"/>
            <ac:spMk id="38" creationId="{9A525F87-A554-5323-16ED-D346CD051704}"/>
          </ac:spMkLst>
        </pc:spChg>
        <pc:spChg chg="mod">
          <ac:chgData name="Takeuchi, Koichiro" userId="b3848a05-443b-4434-8fa5-7398ca0c03c9" providerId="ADAL" clId="{AE71EA6D-8CAE-4CA8-A4AE-CBE82EA043E5}" dt="2024-09-25T05:08:20.953" v="5011"/>
          <ac:spMkLst>
            <pc:docMk/>
            <pc:sldMk cId="2371508512" sldId="2147480849"/>
            <ac:spMk id="40" creationId="{C9F7B709-3BCC-21E8-8FD7-450DE2D81E40}"/>
          </ac:spMkLst>
        </pc:spChg>
        <pc:spChg chg="mod">
          <ac:chgData name="Takeuchi, Koichiro" userId="b3848a05-443b-4434-8fa5-7398ca0c03c9" providerId="ADAL" clId="{AE71EA6D-8CAE-4CA8-A4AE-CBE82EA043E5}" dt="2024-09-25T05:09:08.011" v="5053" actId="20577"/>
          <ac:spMkLst>
            <pc:docMk/>
            <pc:sldMk cId="2371508512" sldId="2147480849"/>
            <ac:spMk id="42" creationId="{1B2FFBFC-8275-861B-321F-B27C7AC9C341}"/>
          </ac:spMkLst>
        </pc:spChg>
        <pc:spChg chg="mod">
          <ac:chgData name="Takeuchi, Koichiro" userId="b3848a05-443b-4434-8fa5-7398ca0c03c9" providerId="ADAL" clId="{AE71EA6D-8CAE-4CA8-A4AE-CBE82EA043E5}" dt="2024-09-25T05:08:20.953" v="5011"/>
          <ac:spMkLst>
            <pc:docMk/>
            <pc:sldMk cId="2371508512" sldId="2147480849"/>
            <ac:spMk id="44" creationId="{98B14ECB-14A9-3245-6998-4CE8BE975865}"/>
          </ac:spMkLst>
        </pc:spChg>
        <pc:spChg chg="mod">
          <ac:chgData name="Takeuchi, Koichiro" userId="b3848a05-443b-4434-8fa5-7398ca0c03c9" providerId="ADAL" clId="{AE71EA6D-8CAE-4CA8-A4AE-CBE82EA043E5}" dt="2024-09-25T05:09:17.098" v="5055" actId="20577"/>
          <ac:spMkLst>
            <pc:docMk/>
            <pc:sldMk cId="2371508512" sldId="2147480849"/>
            <ac:spMk id="46" creationId="{F882E28E-0DA8-7D6E-62DF-1278520FE3D9}"/>
          </ac:spMkLst>
        </pc:spChg>
        <pc:spChg chg="mod">
          <ac:chgData name="Takeuchi, Koichiro" userId="b3848a05-443b-4434-8fa5-7398ca0c03c9" providerId="ADAL" clId="{AE71EA6D-8CAE-4CA8-A4AE-CBE82EA043E5}" dt="2024-09-25T05:08:43.582" v="5044"/>
          <ac:spMkLst>
            <pc:docMk/>
            <pc:sldMk cId="2371508512" sldId="2147480849"/>
            <ac:spMk id="52" creationId="{AA33B8D7-027C-05FA-1894-AF9F421A9DFF}"/>
          </ac:spMkLst>
        </pc:spChg>
        <pc:spChg chg="mod">
          <ac:chgData name="Takeuchi, Koichiro" userId="b3848a05-443b-4434-8fa5-7398ca0c03c9" providerId="ADAL" clId="{AE71EA6D-8CAE-4CA8-A4AE-CBE82EA043E5}" dt="2024-09-25T05:09:27.193" v="5061" actId="20577"/>
          <ac:spMkLst>
            <pc:docMk/>
            <pc:sldMk cId="2371508512" sldId="2147480849"/>
            <ac:spMk id="54" creationId="{0C75F47A-37E4-D665-31DB-D8AC484942FE}"/>
          </ac:spMkLst>
        </pc:spChg>
        <pc:spChg chg="mod">
          <ac:chgData name="Takeuchi, Koichiro" userId="b3848a05-443b-4434-8fa5-7398ca0c03c9" providerId="ADAL" clId="{AE71EA6D-8CAE-4CA8-A4AE-CBE82EA043E5}" dt="2024-09-25T05:08:43.582" v="5044"/>
          <ac:spMkLst>
            <pc:docMk/>
            <pc:sldMk cId="2371508512" sldId="2147480849"/>
            <ac:spMk id="55" creationId="{502B76F4-C7B1-FCE1-93EA-17A4F8E154DB}"/>
          </ac:spMkLst>
        </pc:spChg>
        <pc:spChg chg="mod">
          <ac:chgData name="Takeuchi, Koichiro" userId="b3848a05-443b-4434-8fa5-7398ca0c03c9" providerId="ADAL" clId="{AE71EA6D-8CAE-4CA8-A4AE-CBE82EA043E5}" dt="2024-09-25T05:09:19.661" v="5057" actId="20577"/>
          <ac:spMkLst>
            <pc:docMk/>
            <pc:sldMk cId="2371508512" sldId="2147480849"/>
            <ac:spMk id="57" creationId="{BF6A83A9-CF61-050D-96C8-8AA9ACC81D4D}"/>
          </ac:spMkLst>
        </pc:spChg>
        <pc:spChg chg="mod">
          <ac:chgData name="Takeuchi, Koichiro" userId="b3848a05-443b-4434-8fa5-7398ca0c03c9" providerId="ADAL" clId="{AE71EA6D-8CAE-4CA8-A4AE-CBE82EA043E5}" dt="2024-09-25T05:08:58.634" v="5047"/>
          <ac:spMkLst>
            <pc:docMk/>
            <pc:sldMk cId="2371508512" sldId="2147480849"/>
            <ac:spMk id="61" creationId="{B2ECC667-5639-0F5D-B59D-729E04724676}"/>
          </ac:spMkLst>
        </pc:spChg>
        <pc:spChg chg="mod">
          <ac:chgData name="Takeuchi, Koichiro" userId="b3848a05-443b-4434-8fa5-7398ca0c03c9" providerId="ADAL" clId="{AE71EA6D-8CAE-4CA8-A4AE-CBE82EA043E5}" dt="2024-09-25T05:09:32.484" v="5065" actId="20577"/>
          <ac:spMkLst>
            <pc:docMk/>
            <pc:sldMk cId="2371508512" sldId="2147480849"/>
            <ac:spMk id="63" creationId="{093C0969-2E80-3D43-8D80-23AA73EAF72A}"/>
          </ac:spMkLst>
        </pc:spChg>
        <pc:spChg chg="mod">
          <ac:chgData name="Takeuchi, Koichiro" userId="b3848a05-443b-4434-8fa5-7398ca0c03c9" providerId="ADAL" clId="{AE71EA6D-8CAE-4CA8-A4AE-CBE82EA043E5}" dt="2024-09-25T05:08:58.634" v="5047"/>
          <ac:spMkLst>
            <pc:docMk/>
            <pc:sldMk cId="2371508512" sldId="2147480849"/>
            <ac:spMk id="64" creationId="{0529D70B-E3B4-7635-F68A-B6A9F688233E}"/>
          </ac:spMkLst>
        </pc:spChg>
        <pc:spChg chg="mod">
          <ac:chgData name="Takeuchi, Koichiro" userId="b3848a05-443b-4434-8fa5-7398ca0c03c9" providerId="ADAL" clId="{AE71EA6D-8CAE-4CA8-A4AE-CBE82EA043E5}" dt="2024-09-25T05:09:29.791" v="5063" actId="20577"/>
          <ac:spMkLst>
            <pc:docMk/>
            <pc:sldMk cId="2371508512" sldId="2147480849"/>
            <ac:spMk id="66" creationId="{EE2E8D2B-9E70-986F-E2A0-07A82B61B3E6}"/>
          </ac:spMkLst>
        </pc:spChg>
        <pc:spChg chg="add del mod">
          <ac:chgData name="Takeuchi, Koichiro" userId="b3848a05-443b-4434-8fa5-7398ca0c03c9" providerId="ADAL" clId="{AE71EA6D-8CAE-4CA8-A4AE-CBE82EA043E5}" dt="2024-09-25T05:10:03.960" v="5068" actId="478"/>
          <ac:spMkLst>
            <pc:docMk/>
            <pc:sldMk cId="2371508512" sldId="2147480849"/>
            <ac:spMk id="67" creationId="{3558F2A0-1FF1-64F9-B6F4-8AA549E1AD3A}"/>
          </ac:spMkLst>
        </pc:spChg>
        <pc:spChg chg="add mod">
          <ac:chgData name="Takeuchi, Koichiro" userId="b3848a05-443b-4434-8fa5-7398ca0c03c9" providerId="ADAL" clId="{AE71EA6D-8CAE-4CA8-A4AE-CBE82EA043E5}" dt="2024-09-25T11:10:17.408" v="5671" actId="947"/>
          <ac:spMkLst>
            <pc:docMk/>
            <pc:sldMk cId="2371508512" sldId="2147480849"/>
            <ac:spMk id="68" creationId="{78224FF3-FC45-4C1E-B2D4-39E91DD1BA6B}"/>
          </ac:spMkLst>
        </pc:spChg>
        <pc:spChg chg="add mod">
          <ac:chgData name="Takeuchi, Koichiro" userId="b3848a05-443b-4434-8fa5-7398ca0c03c9" providerId="ADAL" clId="{AE71EA6D-8CAE-4CA8-A4AE-CBE82EA043E5}" dt="2024-09-25T05:14:28.218" v="5352" actId="1037"/>
          <ac:spMkLst>
            <pc:docMk/>
            <pc:sldMk cId="2371508512" sldId="2147480849"/>
            <ac:spMk id="69" creationId="{C9F0B1BF-2D51-9CB8-90DA-50F0CD092929}"/>
          </ac:spMkLst>
        </pc:spChg>
        <pc:spChg chg="add del mod">
          <ac:chgData name="Takeuchi, Koichiro" userId="b3848a05-443b-4434-8fa5-7398ca0c03c9" providerId="ADAL" clId="{AE71EA6D-8CAE-4CA8-A4AE-CBE82EA043E5}" dt="2024-09-25T05:12:49.008" v="5281" actId="478"/>
          <ac:spMkLst>
            <pc:docMk/>
            <pc:sldMk cId="2371508512" sldId="2147480849"/>
            <ac:spMk id="70" creationId="{8DBA923A-54B4-CBD0-F69F-5F20645ED341}"/>
          </ac:spMkLst>
        </pc:spChg>
        <pc:spChg chg="mod">
          <ac:chgData name="Takeuchi, Koichiro" userId="b3848a05-443b-4434-8fa5-7398ca0c03c9" providerId="ADAL" clId="{AE71EA6D-8CAE-4CA8-A4AE-CBE82EA043E5}" dt="2024-09-25T05:12:56.179" v="5282"/>
          <ac:spMkLst>
            <pc:docMk/>
            <pc:sldMk cId="2371508512" sldId="2147480849"/>
            <ac:spMk id="74" creationId="{5A6213E7-16DA-0C51-625C-4429C745F567}"/>
          </ac:spMkLst>
        </pc:spChg>
        <pc:spChg chg="mod">
          <ac:chgData name="Takeuchi, Koichiro" userId="b3848a05-443b-4434-8fa5-7398ca0c03c9" providerId="ADAL" clId="{AE71EA6D-8CAE-4CA8-A4AE-CBE82EA043E5}" dt="2024-09-25T05:12:56.179" v="5282"/>
          <ac:spMkLst>
            <pc:docMk/>
            <pc:sldMk cId="2371508512" sldId="2147480849"/>
            <ac:spMk id="76" creationId="{EEC8E359-41C0-787D-3917-BCA7ECADE0FC}"/>
          </ac:spMkLst>
        </pc:spChg>
        <pc:spChg chg="mod">
          <ac:chgData name="Takeuchi, Koichiro" userId="b3848a05-443b-4434-8fa5-7398ca0c03c9" providerId="ADAL" clId="{AE71EA6D-8CAE-4CA8-A4AE-CBE82EA043E5}" dt="2024-09-25T05:12:56.179" v="5282"/>
          <ac:spMkLst>
            <pc:docMk/>
            <pc:sldMk cId="2371508512" sldId="2147480849"/>
            <ac:spMk id="77" creationId="{6C328E14-40C2-705F-AE9A-30B0A870F42B}"/>
          </ac:spMkLst>
        </pc:spChg>
        <pc:spChg chg="mod">
          <ac:chgData name="Takeuchi, Koichiro" userId="b3848a05-443b-4434-8fa5-7398ca0c03c9" providerId="ADAL" clId="{AE71EA6D-8CAE-4CA8-A4AE-CBE82EA043E5}" dt="2024-09-25T05:12:56.179" v="5282"/>
          <ac:spMkLst>
            <pc:docMk/>
            <pc:sldMk cId="2371508512" sldId="2147480849"/>
            <ac:spMk id="79" creationId="{22F9D256-EAC0-CA5F-FDE1-4A7C9AB940A3}"/>
          </ac:spMkLst>
        </pc:spChg>
        <pc:spChg chg="add mod">
          <ac:chgData name="Takeuchi, Koichiro" userId="b3848a05-443b-4434-8fa5-7398ca0c03c9" providerId="ADAL" clId="{AE71EA6D-8CAE-4CA8-A4AE-CBE82EA043E5}" dt="2024-09-25T05:14:28.218" v="5352" actId="1037"/>
          <ac:spMkLst>
            <pc:docMk/>
            <pc:sldMk cId="2371508512" sldId="2147480849"/>
            <ac:spMk id="80" creationId="{E0365989-CA2F-7083-A760-26BE1FBBEDFC}"/>
          </ac:spMkLst>
        </pc:spChg>
        <pc:spChg chg="add mod">
          <ac:chgData name="Takeuchi, Koichiro" userId="b3848a05-443b-4434-8fa5-7398ca0c03c9" providerId="ADAL" clId="{AE71EA6D-8CAE-4CA8-A4AE-CBE82EA043E5}" dt="2024-09-25T05:14:28.218" v="5352" actId="1037"/>
          <ac:spMkLst>
            <pc:docMk/>
            <pc:sldMk cId="2371508512" sldId="2147480849"/>
            <ac:spMk id="81" creationId="{C09A1A30-7D2E-1983-17DB-6BE5C1289B1D}"/>
          </ac:spMkLst>
        </pc:spChg>
        <pc:spChg chg="add mod">
          <ac:chgData name="Takeuchi, Koichiro" userId="b3848a05-443b-4434-8fa5-7398ca0c03c9" providerId="ADAL" clId="{AE71EA6D-8CAE-4CA8-A4AE-CBE82EA043E5}" dt="2024-09-25T05:14:28.218" v="5352" actId="1037"/>
          <ac:spMkLst>
            <pc:docMk/>
            <pc:sldMk cId="2371508512" sldId="2147480849"/>
            <ac:spMk id="82" creationId="{4594B8C7-E951-E8CA-58A4-31D171AE0DFB}"/>
          </ac:spMkLst>
        </pc:spChg>
        <pc:spChg chg="add mod">
          <ac:chgData name="Takeuchi, Koichiro" userId="b3848a05-443b-4434-8fa5-7398ca0c03c9" providerId="ADAL" clId="{AE71EA6D-8CAE-4CA8-A4AE-CBE82EA043E5}" dt="2024-09-25T05:14:28.218" v="5352" actId="1037"/>
          <ac:spMkLst>
            <pc:docMk/>
            <pc:sldMk cId="2371508512" sldId="2147480849"/>
            <ac:spMk id="83" creationId="{CA6ED5D1-DCBE-DEAF-718D-15B9BFB29B2D}"/>
          </ac:spMkLst>
        </pc:spChg>
        <pc:spChg chg="add mod">
          <ac:chgData name="Takeuchi, Koichiro" userId="b3848a05-443b-4434-8fa5-7398ca0c03c9" providerId="ADAL" clId="{AE71EA6D-8CAE-4CA8-A4AE-CBE82EA043E5}" dt="2024-09-25T11:24:29.939" v="6494" actId="20577"/>
          <ac:spMkLst>
            <pc:docMk/>
            <pc:sldMk cId="2371508512" sldId="2147480849"/>
            <ac:spMk id="84" creationId="{11E16BF4-7306-4541-C57B-DC8373C340B5}"/>
          </ac:spMkLst>
        </pc:spChg>
        <pc:spChg chg="add mod">
          <ac:chgData name="Takeuchi, Koichiro" userId="b3848a05-443b-4434-8fa5-7398ca0c03c9" providerId="ADAL" clId="{AE71EA6D-8CAE-4CA8-A4AE-CBE82EA043E5}" dt="2024-09-25T11:12:28.256" v="5924" actId="1037"/>
          <ac:spMkLst>
            <pc:docMk/>
            <pc:sldMk cId="2371508512" sldId="2147480849"/>
            <ac:spMk id="85" creationId="{DCB8FC62-BDC2-2CF6-8C09-D5A6CD2BC3E1}"/>
          </ac:spMkLst>
        </pc:spChg>
        <pc:spChg chg="add mod">
          <ac:chgData name="Takeuchi, Koichiro" userId="b3848a05-443b-4434-8fa5-7398ca0c03c9" providerId="ADAL" clId="{AE71EA6D-8CAE-4CA8-A4AE-CBE82EA043E5}" dt="2024-09-25T23:01:29.434" v="7796" actId="164"/>
          <ac:spMkLst>
            <pc:docMk/>
            <pc:sldMk cId="2371508512" sldId="2147480849"/>
            <ac:spMk id="86" creationId="{26F92125-2DBD-2D8F-6A35-2854C18E0C2A}"/>
          </ac:spMkLst>
        </pc:spChg>
        <pc:grpChg chg="add del mod">
          <ac:chgData name="Takeuchi, Koichiro" userId="b3848a05-443b-4434-8fa5-7398ca0c03c9" providerId="ADAL" clId="{AE71EA6D-8CAE-4CA8-A4AE-CBE82EA043E5}" dt="2024-09-25T23:01:10.138" v="7771" actId="165"/>
          <ac:grpSpMkLst>
            <pc:docMk/>
            <pc:sldMk cId="2371508512" sldId="2147480849"/>
            <ac:grpSpMk id="13" creationId="{5C5E99E5-708B-B4E2-D577-494B5D69BA62}"/>
          </ac:grpSpMkLst>
        </pc:grpChg>
        <pc:grpChg chg="add del mod">
          <ac:chgData name="Takeuchi, Koichiro" userId="b3848a05-443b-4434-8fa5-7398ca0c03c9" providerId="ADAL" clId="{AE71EA6D-8CAE-4CA8-A4AE-CBE82EA043E5}" dt="2024-09-25T05:07:23.609" v="4984" actId="165"/>
          <ac:grpSpMkLst>
            <pc:docMk/>
            <pc:sldMk cId="2371508512" sldId="2147480849"/>
            <ac:grpSpMk id="33" creationId="{D2471F2E-3CDA-2B4B-E71E-6115A952175D}"/>
          </ac:grpSpMkLst>
        </pc:grpChg>
        <pc:grpChg chg="add mod">
          <ac:chgData name="Takeuchi, Koichiro" userId="b3848a05-443b-4434-8fa5-7398ca0c03c9" providerId="ADAL" clId="{AE71EA6D-8CAE-4CA8-A4AE-CBE82EA043E5}" dt="2024-09-25T05:08:34.219" v="5025" actId="164"/>
          <ac:grpSpMkLst>
            <pc:docMk/>
            <pc:sldMk cId="2371508512" sldId="2147480849"/>
            <ac:grpSpMk id="34" creationId="{DDC8AA3C-59F8-B5CD-5E6B-10B42E61DCC4}"/>
          </ac:grpSpMkLst>
        </pc:grpChg>
        <pc:grpChg chg="add mod">
          <ac:chgData name="Takeuchi, Koichiro" userId="b3848a05-443b-4434-8fa5-7398ca0c03c9" providerId="ADAL" clId="{AE71EA6D-8CAE-4CA8-A4AE-CBE82EA043E5}" dt="2024-09-25T05:08:34.219" v="5025" actId="164"/>
          <ac:grpSpMkLst>
            <pc:docMk/>
            <pc:sldMk cId="2371508512" sldId="2147480849"/>
            <ac:grpSpMk id="35" creationId="{BC1C2B7F-3812-398B-DC47-EB7839122DA1}"/>
          </ac:grpSpMkLst>
        </pc:grpChg>
        <pc:grpChg chg="add mod">
          <ac:chgData name="Takeuchi, Koichiro" userId="b3848a05-443b-4434-8fa5-7398ca0c03c9" providerId="ADAL" clId="{AE71EA6D-8CAE-4CA8-A4AE-CBE82EA043E5}" dt="2024-09-25T05:08:29.884" v="5023" actId="164"/>
          <ac:grpSpMkLst>
            <pc:docMk/>
            <pc:sldMk cId="2371508512" sldId="2147480849"/>
            <ac:grpSpMk id="39" creationId="{06919D7E-286D-07F2-209C-500C121962B9}"/>
          </ac:grpSpMkLst>
        </pc:grpChg>
        <pc:grpChg chg="add mod">
          <ac:chgData name="Takeuchi, Koichiro" userId="b3848a05-443b-4434-8fa5-7398ca0c03c9" providerId="ADAL" clId="{AE71EA6D-8CAE-4CA8-A4AE-CBE82EA043E5}" dt="2024-09-25T05:08:29.884" v="5023" actId="164"/>
          <ac:grpSpMkLst>
            <pc:docMk/>
            <pc:sldMk cId="2371508512" sldId="2147480849"/>
            <ac:grpSpMk id="43" creationId="{F86D0214-56C6-A2C0-32AE-AB2FFE80B8CA}"/>
          </ac:grpSpMkLst>
        </pc:grpChg>
        <pc:grpChg chg="add mod">
          <ac:chgData name="Takeuchi, Koichiro" userId="b3848a05-443b-4434-8fa5-7398ca0c03c9" providerId="ADAL" clId="{AE71EA6D-8CAE-4CA8-A4AE-CBE82EA043E5}" dt="2024-09-25T05:14:28.218" v="5352" actId="1037"/>
          <ac:grpSpMkLst>
            <pc:docMk/>
            <pc:sldMk cId="2371508512" sldId="2147480849"/>
            <ac:grpSpMk id="47" creationId="{E70F471B-F500-CC93-AE52-C5D2630CA66F}"/>
          </ac:grpSpMkLst>
        </pc:grpChg>
        <pc:grpChg chg="add mod">
          <ac:chgData name="Takeuchi, Koichiro" userId="b3848a05-443b-4434-8fa5-7398ca0c03c9" providerId="ADAL" clId="{AE71EA6D-8CAE-4CA8-A4AE-CBE82EA043E5}" dt="2024-09-25T05:14:28.218" v="5352" actId="1037"/>
          <ac:grpSpMkLst>
            <pc:docMk/>
            <pc:sldMk cId="2371508512" sldId="2147480849"/>
            <ac:grpSpMk id="48" creationId="{22521FBB-FB27-B4FE-9EE3-8C2306D2CCBA}"/>
          </ac:grpSpMkLst>
        </pc:grpChg>
        <pc:grpChg chg="add mod">
          <ac:chgData name="Takeuchi, Koichiro" userId="b3848a05-443b-4434-8fa5-7398ca0c03c9" providerId="ADAL" clId="{AE71EA6D-8CAE-4CA8-A4AE-CBE82EA043E5}" dt="2024-09-25T05:14:28.218" v="5352" actId="1037"/>
          <ac:grpSpMkLst>
            <pc:docMk/>
            <pc:sldMk cId="2371508512" sldId="2147480849"/>
            <ac:grpSpMk id="49" creationId="{C728D113-7E16-7741-E4E4-1DA1DDC2A22E}"/>
          </ac:grpSpMkLst>
        </pc:grpChg>
        <pc:grpChg chg="mod">
          <ac:chgData name="Takeuchi, Koichiro" userId="b3848a05-443b-4434-8fa5-7398ca0c03c9" providerId="ADAL" clId="{AE71EA6D-8CAE-4CA8-A4AE-CBE82EA043E5}" dt="2024-09-25T05:08:43.582" v="5044"/>
          <ac:grpSpMkLst>
            <pc:docMk/>
            <pc:sldMk cId="2371508512" sldId="2147480849"/>
            <ac:grpSpMk id="50" creationId="{51471B8C-5235-8388-C9F9-55F313029979}"/>
          </ac:grpSpMkLst>
        </pc:grpChg>
        <pc:grpChg chg="mod">
          <ac:chgData name="Takeuchi, Koichiro" userId="b3848a05-443b-4434-8fa5-7398ca0c03c9" providerId="ADAL" clId="{AE71EA6D-8CAE-4CA8-A4AE-CBE82EA043E5}" dt="2024-09-25T05:08:43.582" v="5044"/>
          <ac:grpSpMkLst>
            <pc:docMk/>
            <pc:sldMk cId="2371508512" sldId="2147480849"/>
            <ac:grpSpMk id="51" creationId="{207260FB-A660-0FF4-D20B-D92FCB13C808}"/>
          </ac:grpSpMkLst>
        </pc:grpChg>
        <pc:grpChg chg="add mod">
          <ac:chgData name="Takeuchi, Koichiro" userId="b3848a05-443b-4434-8fa5-7398ca0c03c9" providerId="ADAL" clId="{AE71EA6D-8CAE-4CA8-A4AE-CBE82EA043E5}" dt="2024-09-25T05:14:28.218" v="5352" actId="1037"/>
          <ac:grpSpMkLst>
            <pc:docMk/>
            <pc:sldMk cId="2371508512" sldId="2147480849"/>
            <ac:grpSpMk id="58" creationId="{02E71618-9A39-6CCE-225F-04C1E91E67A7}"/>
          </ac:grpSpMkLst>
        </pc:grpChg>
        <pc:grpChg chg="mod">
          <ac:chgData name="Takeuchi, Koichiro" userId="b3848a05-443b-4434-8fa5-7398ca0c03c9" providerId="ADAL" clId="{AE71EA6D-8CAE-4CA8-A4AE-CBE82EA043E5}" dt="2024-09-25T05:08:58.634" v="5047"/>
          <ac:grpSpMkLst>
            <pc:docMk/>
            <pc:sldMk cId="2371508512" sldId="2147480849"/>
            <ac:grpSpMk id="59" creationId="{E5FD7A6D-A818-79C7-CF1A-F62681B8D206}"/>
          </ac:grpSpMkLst>
        </pc:grpChg>
        <pc:grpChg chg="mod">
          <ac:chgData name="Takeuchi, Koichiro" userId="b3848a05-443b-4434-8fa5-7398ca0c03c9" providerId="ADAL" clId="{AE71EA6D-8CAE-4CA8-A4AE-CBE82EA043E5}" dt="2024-09-25T05:08:58.634" v="5047"/>
          <ac:grpSpMkLst>
            <pc:docMk/>
            <pc:sldMk cId="2371508512" sldId="2147480849"/>
            <ac:grpSpMk id="60" creationId="{3D111A76-E370-8BEB-1197-7B32ED9FB866}"/>
          </ac:grpSpMkLst>
        </pc:grpChg>
        <pc:grpChg chg="add mod">
          <ac:chgData name="Takeuchi, Koichiro" userId="b3848a05-443b-4434-8fa5-7398ca0c03c9" providerId="ADAL" clId="{AE71EA6D-8CAE-4CA8-A4AE-CBE82EA043E5}" dt="2024-09-25T05:14:28.218" v="5352" actId="1037"/>
          <ac:grpSpMkLst>
            <pc:docMk/>
            <pc:sldMk cId="2371508512" sldId="2147480849"/>
            <ac:grpSpMk id="71" creationId="{9E437840-817A-119F-180D-0F1761543670}"/>
          </ac:grpSpMkLst>
        </pc:grpChg>
        <pc:grpChg chg="mod">
          <ac:chgData name="Takeuchi, Koichiro" userId="b3848a05-443b-4434-8fa5-7398ca0c03c9" providerId="ADAL" clId="{AE71EA6D-8CAE-4CA8-A4AE-CBE82EA043E5}" dt="2024-09-25T05:12:56.179" v="5282"/>
          <ac:grpSpMkLst>
            <pc:docMk/>
            <pc:sldMk cId="2371508512" sldId="2147480849"/>
            <ac:grpSpMk id="72" creationId="{660758BB-E5C3-837B-4C07-17A6F176680D}"/>
          </ac:grpSpMkLst>
        </pc:grpChg>
        <pc:grpChg chg="mod">
          <ac:chgData name="Takeuchi, Koichiro" userId="b3848a05-443b-4434-8fa5-7398ca0c03c9" providerId="ADAL" clId="{AE71EA6D-8CAE-4CA8-A4AE-CBE82EA043E5}" dt="2024-09-25T05:12:56.179" v="5282"/>
          <ac:grpSpMkLst>
            <pc:docMk/>
            <pc:sldMk cId="2371508512" sldId="2147480849"/>
            <ac:grpSpMk id="73" creationId="{2FC907FC-7FC6-B124-79F1-464E830DD66E}"/>
          </ac:grpSpMkLst>
        </pc:grpChg>
        <pc:grpChg chg="add mod">
          <ac:chgData name="Takeuchi, Koichiro" userId="b3848a05-443b-4434-8fa5-7398ca0c03c9" providerId="ADAL" clId="{AE71EA6D-8CAE-4CA8-A4AE-CBE82EA043E5}" dt="2024-09-25T23:01:39.902" v="7820" actId="1036"/>
          <ac:grpSpMkLst>
            <pc:docMk/>
            <pc:sldMk cId="2371508512" sldId="2147480849"/>
            <ac:grpSpMk id="87" creationId="{626C4644-D602-9B6E-BAF9-DB75C5EE51F0}"/>
          </ac:grpSpMkLst>
        </pc:grpChg>
        <pc:picChg chg="add mod">
          <ac:chgData name="Takeuchi, Koichiro" userId="b3848a05-443b-4434-8fa5-7398ca0c03c9" providerId="ADAL" clId="{AE71EA6D-8CAE-4CA8-A4AE-CBE82EA043E5}" dt="2024-09-25T05:14:28.218" v="5352" actId="1037"/>
          <ac:picMkLst>
            <pc:docMk/>
            <pc:sldMk cId="2371508512" sldId="2147480849"/>
            <ac:picMk id="8" creationId="{3D764613-8918-F736-DE34-204B85180D3F}"/>
          </ac:picMkLst>
        </pc:picChg>
        <pc:picChg chg="add mod">
          <ac:chgData name="Takeuchi, Koichiro" userId="b3848a05-443b-4434-8fa5-7398ca0c03c9" providerId="ADAL" clId="{AE71EA6D-8CAE-4CA8-A4AE-CBE82EA043E5}" dt="2024-09-25T05:14:28.218" v="5352" actId="1037"/>
          <ac:picMkLst>
            <pc:docMk/>
            <pc:sldMk cId="2371508512" sldId="2147480849"/>
            <ac:picMk id="10" creationId="{D54926C7-AE94-C884-46A4-580622587C19}"/>
          </ac:picMkLst>
        </pc:picChg>
        <pc:picChg chg="add mod topLvl">
          <ac:chgData name="Takeuchi, Koichiro" userId="b3848a05-443b-4434-8fa5-7398ca0c03c9" providerId="ADAL" clId="{AE71EA6D-8CAE-4CA8-A4AE-CBE82EA043E5}" dt="2024-09-25T05:07:56.342" v="5002" actId="164"/>
          <ac:picMkLst>
            <pc:docMk/>
            <pc:sldMk cId="2371508512" sldId="2147480849"/>
            <ac:picMk id="30" creationId="{00B65249-5709-55B4-826D-1FDA8263804D}"/>
          </ac:picMkLst>
        </pc:picChg>
        <pc:picChg chg="mod">
          <ac:chgData name="Takeuchi, Koichiro" userId="b3848a05-443b-4434-8fa5-7398ca0c03c9" providerId="ADAL" clId="{AE71EA6D-8CAE-4CA8-A4AE-CBE82EA043E5}" dt="2024-09-25T05:08:00.796" v="5004"/>
          <ac:picMkLst>
            <pc:docMk/>
            <pc:sldMk cId="2371508512" sldId="2147480849"/>
            <ac:picMk id="37" creationId="{718FC063-DC72-233D-B1A9-62798ED45098}"/>
          </ac:picMkLst>
        </pc:picChg>
        <pc:picChg chg="mod">
          <ac:chgData name="Takeuchi, Koichiro" userId="b3848a05-443b-4434-8fa5-7398ca0c03c9" providerId="ADAL" clId="{AE71EA6D-8CAE-4CA8-A4AE-CBE82EA043E5}" dt="2024-09-25T05:08:20.953" v="5011"/>
          <ac:picMkLst>
            <pc:docMk/>
            <pc:sldMk cId="2371508512" sldId="2147480849"/>
            <ac:picMk id="41" creationId="{FBF0D9DC-6A5F-DE2B-A010-6E6EA3324521}"/>
          </ac:picMkLst>
        </pc:picChg>
        <pc:picChg chg="mod">
          <ac:chgData name="Takeuchi, Koichiro" userId="b3848a05-443b-4434-8fa5-7398ca0c03c9" providerId="ADAL" clId="{AE71EA6D-8CAE-4CA8-A4AE-CBE82EA043E5}" dt="2024-09-25T05:08:20.953" v="5011"/>
          <ac:picMkLst>
            <pc:docMk/>
            <pc:sldMk cId="2371508512" sldId="2147480849"/>
            <ac:picMk id="45" creationId="{787A196A-2F8C-AB58-F241-1FE2DE654912}"/>
          </ac:picMkLst>
        </pc:picChg>
        <pc:picChg chg="mod">
          <ac:chgData name="Takeuchi, Koichiro" userId="b3848a05-443b-4434-8fa5-7398ca0c03c9" providerId="ADAL" clId="{AE71EA6D-8CAE-4CA8-A4AE-CBE82EA043E5}" dt="2024-09-25T05:08:43.582" v="5044"/>
          <ac:picMkLst>
            <pc:docMk/>
            <pc:sldMk cId="2371508512" sldId="2147480849"/>
            <ac:picMk id="53" creationId="{F40202BB-A074-97AC-7224-2B1ECCB9D3E6}"/>
          </ac:picMkLst>
        </pc:picChg>
        <pc:picChg chg="mod">
          <ac:chgData name="Takeuchi, Koichiro" userId="b3848a05-443b-4434-8fa5-7398ca0c03c9" providerId="ADAL" clId="{AE71EA6D-8CAE-4CA8-A4AE-CBE82EA043E5}" dt="2024-09-25T05:08:43.582" v="5044"/>
          <ac:picMkLst>
            <pc:docMk/>
            <pc:sldMk cId="2371508512" sldId="2147480849"/>
            <ac:picMk id="56" creationId="{8EF56194-25FE-893C-C5BF-ED87D6BDC5E0}"/>
          </ac:picMkLst>
        </pc:picChg>
        <pc:picChg chg="mod">
          <ac:chgData name="Takeuchi, Koichiro" userId="b3848a05-443b-4434-8fa5-7398ca0c03c9" providerId="ADAL" clId="{AE71EA6D-8CAE-4CA8-A4AE-CBE82EA043E5}" dt="2024-09-25T05:08:58.634" v="5047"/>
          <ac:picMkLst>
            <pc:docMk/>
            <pc:sldMk cId="2371508512" sldId="2147480849"/>
            <ac:picMk id="62" creationId="{A2F3D737-146F-1E88-BA37-3576F9342FC6}"/>
          </ac:picMkLst>
        </pc:picChg>
        <pc:picChg chg="mod">
          <ac:chgData name="Takeuchi, Koichiro" userId="b3848a05-443b-4434-8fa5-7398ca0c03c9" providerId="ADAL" clId="{AE71EA6D-8CAE-4CA8-A4AE-CBE82EA043E5}" dt="2024-09-25T05:08:58.634" v="5047"/>
          <ac:picMkLst>
            <pc:docMk/>
            <pc:sldMk cId="2371508512" sldId="2147480849"/>
            <ac:picMk id="65" creationId="{4A3C9ED8-975F-0C60-BAC5-8CDE8D966E98}"/>
          </ac:picMkLst>
        </pc:picChg>
        <pc:picChg chg="mod">
          <ac:chgData name="Takeuchi, Koichiro" userId="b3848a05-443b-4434-8fa5-7398ca0c03c9" providerId="ADAL" clId="{AE71EA6D-8CAE-4CA8-A4AE-CBE82EA043E5}" dt="2024-09-25T05:12:56.179" v="5282"/>
          <ac:picMkLst>
            <pc:docMk/>
            <pc:sldMk cId="2371508512" sldId="2147480849"/>
            <ac:picMk id="75" creationId="{C0017B93-C278-3C0A-7B7B-414F883F4D18}"/>
          </ac:picMkLst>
        </pc:picChg>
        <pc:picChg chg="mod">
          <ac:chgData name="Takeuchi, Koichiro" userId="b3848a05-443b-4434-8fa5-7398ca0c03c9" providerId="ADAL" clId="{AE71EA6D-8CAE-4CA8-A4AE-CBE82EA043E5}" dt="2024-09-25T05:12:56.179" v="5282"/>
          <ac:picMkLst>
            <pc:docMk/>
            <pc:sldMk cId="2371508512" sldId="2147480849"/>
            <ac:picMk id="78" creationId="{1CD1FCA8-F0FF-D660-7F5F-CD0724B3BA51}"/>
          </ac:picMkLst>
        </pc:picChg>
      </pc:sldChg>
      <pc:sldChg chg="addSp delSp modSp new mod">
        <pc:chgData name="Takeuchi, Koichiro" userId="b3848a05-443b-4434-8fa5-7398ca0c03c9" providerId="ADAL" clId="{AE71EA6D-8CAE-4CA8-A4AE-CBE82EA043E5}" dt="2024-09-25T11:52:57.988" v="7723" actId="20577"/>
        <pc:sldMkLst>
          <pc:docMk/>
          <pc:sldMk cId="3401180551" sldId="2147480850"/>
        </pc:sldMkLst>
        <pc:spChg chg="mod">
          <ac:chgData name="Takeuchi, Koichiro" userId="b3848a05-443b-4434-8fa5-7398ca0c03c9" providerId="ADAL" clId="{AE71EA6D-8CAE-4CA8-A4AE-CBE82EA043E5}" dt="2024-09-25T11:52:57.988" v="7723" actId="20577"/>
          <ac:spMkLst>
            <pc:docMk/>
            <pc:sldMk cId="3401180551" sldId="2147480850"/>
            <ac:spMk id="2" creationId="{2E73C4BD-07DA-E92F-E6E6-03E77D0C292E}"/>
          </ac:spMkLst>
        </pc:spChg>
        <pc:spChg chg="mod">
          <ac:chgData name="Takeuchi, Koichiro" userId="b3848a05-443b-4434-8fa5-7398ca0c03c9" providerId="ADAL" clId="{AE71EA6D-8CAE-4CA8-A4AE-CBE82EA043E5}" dt="2024-09-25T11:21:02.590" v="6297" actId="20577"/>
          <ac:spMkLst>
            <pc:docMk/>
            <pc:sldMk cId="3401180551" sldId="2147480850"/>
            <ac:spMk id="3" creationId="{A63CCEC0-4EC9-A937-1737-25F942C96D84}"/>
          </ac:spMkLst>
        </pc:spChg>
        <pc:spChg chg="mod">
          <ac:chgData name="Takeuchi, Koichiro" userId="b3848a05-443b-4434-8fa5-7398ca0c03c9" providerId="ADAL" clId="{AE71EA6D-8CAE-4CA8-A4AE-CBE82EA043E5}" dt="2024-09-25T11:14:35.221" v="5930" actId="20577"/>
          <ac:spMkLst>
            <pc:docMk/>
            <pc:sldMk cId="3401180551" sldId="2147480850"/>
            <ac:spMk id="4" creationId="{726E7864-2102-B59E-0C8D-4ADA30B05C08}"/>
          </ac:spMkLst>
        </pc:spChg>
        <pc:spChg chg="add mod">
          <ac:chgData name="Takeuchi, Koichiro" userId="b3848a05-443b-4434-8fa5-7398ca0c03c9" providerId="ADAL" clId="{AE71EA6D-8CAE-4CA8-A4AE-CBE82EA043E5}" dt="2024-09-25T11:21:22.593" v="6299" actId="1076"/>
          <ac:spMkLst>
            <pc:docMk/>
            <pc:sldMk cId="3401180551" sldId="2147480850"/>
            <ac:spMk id="7" creationId="{04D41AFC-C715-1823-BF6E-ECDEFE0F537A}"/>
          </ac:spMkLst>
        </pc:spChg>
        <pc:spChg chg="mod">
          <ac:chgData name="Takeuchi, Koichiro" userId="b3848a05-443b-4434-8fa5-7398ca0c03c9" providerId="ADAL" clId="{AE71EA6D-8CAE-4CA8-A4AE-CBE82EA043E5}" dt="2024-09-25T11:21:22.593" v="6299" actId="1076"/>
          <ac:spMkLst>
            <pc:docMk/>
            <pc:sldMk cId="3401180551" sldId="2147480850"/>
            <ac:spMk id="9" creationId="{62D9D165-A7B7-E4A2-58DC-A2E551D49880}"/>
          </ac:spMkLst>
        </pc:spChg>
        <pc:spChg chg="mod">
          <ac:chgData name="Takeuchi, Koichiro" userId="b3848a05-443b-4434-8fa5-7398ca0c03c9" providerId="ADAL" clId="{AE71EA6D-8CAE-4CA8-A4AE-CBE82EA043E5}" dt="2024-09-25T11:21:22.593" v="6299" actId="1076"/>
          <ac:spMkLst>
            <pc:docMk/>
            <pc:sldMk cId="3401180551" sldId="2147480850"/>
            <ac:spMk id="10" creationId="{F9476834-AD86-6972-656C-322C6ABBD260}"/>
          </ac:spMkLst>
        </pc:spChg>
        <pc:spChg chg="mod">
          <ac:chgData name="Takeuchi, Koichiro" userId="b3848a05-443b-4434-8fa5-7398ca0c03c9" providerId="ADAL" clId="{AE71EA6D-8CAE-4CA8-A4AE-CBE82EA043E5}" dt="2024-09-25T11:21:22.593" v="6299" actId="1076"/>
          <ac:spMkLst>
            <pc:docMk/>
            <pc:sldMk cId="3401180551" sldId="2147480850"/>
            <ac:spMk id="11" creationId="{4F2B6096-143A-BD02-1488-210F74E086B3}"/>
          </ac:spMkLst>
        </pc:spChg>
        <pc:spChg chg="mod">
          <ac:chgData name="Takeuchi, Koichiro" userId="b3848a05-443b-4434-8fa5-7398ca0c03c9" providerId="ADAL" clId="{AE71EA6D-8CAE-4CA8-A4AE-CBE82EA043E5}" dt="2024-09-25T11:21:22.593" v="6299" actId="1076"/>
          <ac:spMkLst>
            <pc:docMk/>
            <pc:sldMk cId="3401180551" sldId="2147480850"/>
            <ac:spMk id="12" creationId="{9A40CB88-F445-DB7A-1DE7-5BABA1511238}"/>
          </ac:spMkLst>
        </pc:spChg>
        <pc:spChg chg="mod">
          <ac:chgData name="Takeuchi, Koichiro" userId="b3848a05-443b-4434-8fa5-7398ca0c03c9" providerId="ADAL" clId="{AE71EA6D-8CAE-4CA8-A4AE-CBE82EA043E5}" dt="2024-09-25T11:21:22.593" v="6299" actId="1076"/>
          <ac:spMkLst>
            <pc:docMk/>
            <pc:sldMk cId="3401180551" sldId="2147480850"/>
            <ac:spMk id="13" creationId="{75C35750-17C4-605D-AB1F-DCFF9E82F8CB}"/>
          </ac:spMkLst>
        </pc:spChg>
        <pc:spChg chg="add mod">
          <ac:chgData name="Takeuchi, Koichiro" userId="b3848a05-443b-4434-8fa5-7398ca0c03c9" providerId="ADAL" clId="{AE71EA6D-8CAE-4CA8-A4AE-CBE82EA043E5}" dt="2024-09-25T11:21:22.593" v="6299" actId="1076"/>
          <ac:spMkLst>
            <pc:docMk/>
            <pc:sldMk cId="3401180551" sldId="2147480850"/>
            <ac:spMk id="14" creationId="{1B16D3A4-8048-FCC6-10FE-A0F8D2C7D8E5}"/>
          </ac:spMkLst>
        </pc:spChg>
        <pc:spChg chg="mod">
          <ac:chgData name="Takeuchi, Koichiro" userId="b3848a05-443b-4434-8fa5-7398ca0c03c9" providerId="ADAL" clId="{AE71EA6D-8CAE-4CA8-A4AE-CBE82EA043E5}" dt="2024-09-25T11:21:22.593" v="6299" actId="1076"/>
          <ac:spMkLst>
            <pc:docMk/>
            <pc:sldMk cId="3401180551" sldId="2147480850"/>
            <ac:spMk id="16" creationId="{BBF224E6-4F7E-0CC5-A095-172494540299}"/>
          </ac:spMkLst>
        </pc:spChg>
        <pc:spChg chg="mod">
          <ac:chgData name="Takeuchi, Koichiro" userId="b3848a05-443b-4434-8fa5-7398ca0c03c9" providerId="ADAL" clId="{AE71EA6D-8CAE-4CA8-A4AE-CBE82EA043E5}" dt="2024-09-25T11:21:22.593" v="6299" actId="1076"/>
          <ac:spMkLst>
            <pc:docMk/>
            <pc:sldMk cId="3401180551" sldId="2147480850"/>
            <ac:spMk id="17" creationId="{15CCEB5F-573E-879B-A1C0-9358AE7ED84F}"/>
          </ac:spMkLst>
        </pc:spChg>
        <pc:spChg chg="mod">
          <ac:chgData name="Takeuchi, Koichiro" userId="b3848a05-443b-4434-8fa5-7398ca0c03c9" providerId="ADAL" clId="{AE71EA6D-8CAE-4CA8-A4AE-CBE82EA043E5}" dt="2024-09-25T11:21:22.593" v="6299" actId="1076"/>
          <ac:spMkLst>
            <pc:docMk/>
            <pc:sldMk cId="3401180551" sldId="2147480850"/>
            <ac:spMk id="18" creationId="{ACD76C05-5A28-4456-3174-184406806963}"/>
          </ac:spMkLst>
        </pc:spChg>
        <pc:spChg chg="mod">
          <ac:chgData name="Takeuchi, Koichiro" userId="b3848a05-443b-4434-8fa5-7398ca0c03c9" providerId="ADAL" clId="{AE71EA6D-8CAE-4CA8-A4AE-CBE82EA043E5}" dt="2024-09-25T11:21:22.593" v="6299" actId="1076"/>
          <ac:spMkLst>
            <pc:docMk/>
            <pc:sldMk cId="3401180551" sldId="2147480850"/>
            <ac:spMk id="19" creationId="{77523E7A-78BB-2046-FF8F-FAA2B96ABFB6}"/>
          </ac:spMkLst>
        </pc:spChg>
        <pc:spChg chg="mod">
          <ac:chgData name="Takeuchi, Koichiro" userId="b3848a05-443b-4434-8fa5-7398ca0c03c9" providerId="ADAL" clId="{AE71EA6D-8CAE-4CA8-A4AE-CBE82EA043E5}" dt="2024-09-25T11:21:22.593" v="6299" actId="1076"/>
          <ac:spMkLst>
            <pc:docMk/>
            <pc:sldMk cId="3401180551" sldId="2147480850"/>
            <ac:spMk id="20" creationId="{883E186C-B87B-1ABF-028F-5102BDEE229D}"/>
          </ac:spMkLst>
        </pc:spChg>
        <pc:spChg chg="mod">
          <ac:chgData name="Takeuchi, Koichiro" userId="b3848a05-443b-4434-8fa5-7398ca0c03c9" providerId="ADAL" clId="{AE71EA6D-8CAE-4CA8-A4AE-CBE82EA043E5}" dt="2024-09-25T11:21:22.593" v="6299" actId="1076"/>
          <ac:spMkLst>
            <pc:docMk/>
            <pc:sldMk cId="3401180551" sldId="2147480850"/>
            <ac:spMk id="21" creationId="{978E87E8-C55A-FB41-B64C-240920692431}"/>
          </ac:spMkLst>
        </pc:spChg>
        <pc:spChg chg="mod">
          <ac:chgData name="Takeuchi, Koichiro" userId="b3848a05-443b-4434-8fa5-7398ca0c03c9" providerId="ADAL" clId="{AE71EA6D-8CAE-4CA8-A4AE-CBE82EA043E5}" dt="2024-09-25T11:21:22.593" v="6299" actId="1076"/>
          <ac:spMkLst>
            <pc:docMk/>
            <pc:sldMk cId="3401180551" sldId="2147480850"/>
            <ac:spMk id="22" creationId="{E8527FA8-17D1-2AC0-EF09-675A0760106F}"/>
          </ac:spMkLst>
        </pc:spChg>
        <pc:spChg chg="mod">
          <ac:chgData name="Takeuchi, Koichiro" userId="b3848a05-443b-4434-8fa5-7398ca0c03c9" providerId="ADAL" clId="{AE71EA6D-8CAE-4CA8-A4AE-CBE82EA043E5}" dt="2024-09-25T11:21:22.593" v="6299" actId="1076"/>
          <ac:spMkLst>
            <pc:docMk/>
            <pc:sldMk cId="3401180551" sldId="2147480850"/>
            <ac:spMk id="23" creationId="{F3A3F02A-E129-C0CB-300B-E9B796463CAA}"/>
          </ac:spMkLst>
        </pc:spChg>
        <pc:spChg chg="mod">
          <ac:chgData name="Takeuchi, Koichiro" userId="b3848a05-443b-4434-8fa5-7398ca0c03c9" providerId="ADAL" clId="{AE71EA6D-8CAE-4CA8-A4AE-CBE82EA043E5}" dt="2024-09-25T11:21:22.593" v="6299" actId="1076"/>
          <ac:spMkLst>
            <pc:docMk/>
            <pc:sldMk cId="3401180551" sldId="2147480850"/>
            <ac:spMk id="24" creationId="{BF76FE0F-8781-9A24-77A4-F7C55D57478E}"/>
          </ac:spMkLst>
        </pc:spChg>
        <pc:spChg chg="mod">
          <ac:chgData name="Takeuchi, Koichiro" userId="b3848a05-443b-4434-8fa5-7398ca0c03c9" providerId="ADAL" clId="{AE71EA6D-8CAE-4CA8-A4AE-CBE82EA043E5}" dt="2024-09-25T11:21:22.593" v="6299" actId="1076"/>
          <ac:spMkLst>
            <pc:docMk/>
            <pc:sldMk cId="3401180551" sldId="2147480850"/>
            <ac:spMk id="25" creationId="{474341A8-1A25-57F5-0140-C1A862A8D15A}"/>
          </ac:spMkLst>
        </pc:spChg>
        <pc:spChg chg="mod">
          <ac:chgData name="Takeuchi, Koichiro" userId="b3848a05-443b-4434-8fa5-7398ca0c03c9" providerId="ADAL" clId="{AE71EA6D-8CAE-4CA8-A4AE-CBE82EA043E5}" dt="2024-09-25T11:21:22.593" v="6299" actId="1076"/>
          <ac:spMkLst>
            <pc:docMk/>
            <pc:sldMk cId="3401180551" sldId="2147480850"/>
            <ac:spMk id="26" creationId="{AAD239D0-4432-132B-7466-22B2D745D764}"/>
          </ac:spMkLst>
        </pc:spChg>
        <pc:spChg chg="mod">
          <ac:chgData name="Takeuchi, Koichiro" userId="b3848a05-443b-4434-8fa5-7398ca0c03c9" providerId="ADAL" clId="{AE71EA6D-8CAE-4CA8-A4AE-CBE82EA043E5}" dt="2024-09-25T11:21:22.593" v="6299" actId="1076"/>
          <ac:spMkLst>
            <pc:docMk/>
            <pc:sldMk cId="3401180551" sldId="2147480850"/>
            <ac:spMk id="27" creationId="{92592F75-30EB-6CF8-2632-3C084547091F}"/>
          </ac:spMkLst>
        </pc:spChg>
        <pc:spChg chg="add mod">
          <ac:chgData name="Takeuchi, Koichiro" userId="b3848a05-443b-4434-8fa5-7398ca0c03c9" providerId="ADAL" clId="{AE71EA6D-8CAE-4CA8-A4AE-CBE82EA043E5}" dt="2024-09-25T11:21:22.593" v="6299" actId="1076"/>
          <ac:spMkLst>
            <pc:docMk/>
            <pc:sldMk cId="3401180551" sldId="2147480850"/>
            <ac:spMk id="28" creationId="{505F4031-205C-8EFA-4102-9D73C5F793E4}"/>
          </ac:spMkLst>
        </pc:spChg>
        <pc:spChg chg="add mod">
          <ac:chgData name="Takeuchi, Koichiro" userId="b3848a05-443b-4434-8fa5-7398ca0c03c9" providerId="ADAL" clId="{AE71EA6D-8CAE-4CA8-A4AE-CBE82EA043E5}" dt="2024-09-25T11:21:22.593" v="6299" actId="1076"/>
          <ac:spMkLst>
            <pc:docMk/>
            <pc:sldMk cId="3401180551" sldId="2147480850"/>
            <ac:spMk id="29" creationId="{A748A8EB-87B6-8C46-112E-C7ED19C1DDD2}"/>
          </ac:spMkLst>
        </pc:spChg>
        <pc:spChg chg="add mod">
          <ac:chgData name="Takeuchi, Koichiro" userId="b3848a05-443b-4434-8fa5-7398ca0c03c9" providerId="ADAL" clId="{AE71EA6D-8CAE-4CA8-A4AE-CBE82EA043E5}" dt="2024-09-25T11:21:22.593" v="6299" actId="1076"/>
          <ac:spMkLst>
            <pc:docMk/>
            <pc:sldMk cId="3401180551" sldId="2147480850"/>
            <ac:spMk id="39" creationId="{D271E15F-9DA9-0AF9-6DBD-2B89BE93A74D}"/>
          </ac:spMkLst>
        </pc:spChg>
        <pc:spChg chg="add mod">
          <ac:chgData name="Takeuchi, Koichiro" userId="b3848a05-443b-4434-8fa5-7398ca0c03c9" providerId="ADAL" clId="{AE71EA6D-8CAE-4CA8-A4AE-CBE82EA043E5}" dt="2024-09-25T11:21:22.593" v="6299" actId="1076"/>
          <ac:spMkLst>
            <pc:docMk/>
            <pc:sldMk cId="3401180551" sldId="2147480850"/>
            <ac:spMk id="40" creationId="{6B480E5C-B6F1-7070-872B-7E44BC8558CD}"/>
          </ac:spMkLst>
        </pc:spChg>
        <pc:spChg chg="add mod">
          <ac:chgData name="Takeuchi, Koichiro" userId="b3848a05-443b-4434-8fa5-7398ca0c03c9" providerId="ADAL" clId="{AE71EA6D-8CAE-4CA8-A4AE-CBE82EA043E5}" dt="2024-09-25T11:21:22.593" v="6299" actId="1076"/>
          <ac:spMkLst>
            <pc:docMk/>
            <pc:sldMk cId="3401180551" sldId="2147480850"/>
            <ac:spMk id="41" creationId="{D28131A0-047A-05B1-8D5E-65018C7FEF77}"/>
          </ac:spMkLst>
        </pc:spChg>
        <pc:spChg chg="add mod">
          <ac:chgData name="Takeuchi, Koichiro" userId="b3848a05-443b-4434-8fa5-7398ca0c03c9" providerId="ADAL" clId="{AE71EA6D-8CAE-4CA8-A4AE-CBE82EA043E5}" dt="2024-09-25T11:21:22.593" v="6299" actId="1076"/>
          <ac:spMkLst>
            <pc:docMk/>
            <pc:sldMk cId="3401180551" sldId="2147480850"/>
            <ac:spMk id="42" creationId="{E9D67230-30D7-8F0F-1BD0-A6BA820A7D1B}"/>
          </ac:spMkLst>
        </pc:spChg>
        <pc:spChg chg="add mod">
          <ac:chgData name="Takeuchi, Koichiro" userId="b3848a05-443b-4434-8fa5-7398ca0c03c9" providerId="ADAL" clId="{AE71EA6D-8CAE-4CA8-A4AE-CBE82EA043E5}" dt="2024-09-25T11:21:22.593" v="6299" actId="1076"/>
          <ac:spMkLst>
            <pc:docMk/>
            <pc:sldMk cId="3401180551" sldId="2147480850"/>
            <ac:spMk id="43" creationId="{4799A0D8-0238-85E7-EEAF-651EB881A813}"/>
          </ac:spMkLst>
        </pc:spChg>
        <pc:spChg chg="add mod">
          <ac:chgData name="Takeuchi, Koichiro" userId="b3848a05-443b-4434-8fa5-7398ca0c03c9" providerId="ADAL" clId="{AE71EA6D-8CAE-4CA8-A4AE-CBE82EA043E5}" dt="2024-09-25T11:21:22.593" v="6299" actId="1076"/>
          <ac:spMkLst>
            <pc:docMk/>
            <pc:sldMk cId="3401180551" sldId="2147480850"/>
            <ac:spMk id="44" creationId="{C02C02B9-BA8C-84EF-7647-0473130E509F}"/>
          </ac:spMkLst>
        </pc:spChg>
        <pc:spChg chg="add mod">
          <ac:chgData name="Takeuchi, Koichiro" userId="b3848a05-443b-4434-8fa5-7398ca0c03c9" providerId="ADAL" clId="{AE71EA6D-8CAE-4CA8-A4AE-CBE82EA043E5}" dt="2024-09-25T11:21:22.593" v="6299" actId="1076"/>
          <ac:spMkLst>
            <pc:docMk/>
            <pc:sldMk cId="3401180551" sldId="2147480850"/>
            <ac:spMk id="45" creationId="{E91FA006-37C9-2760-094F-E613E764056A}"/>
          </ac:spMkLst>
        </pc:spChg>
        <pc:spChg chg="add mod">
          <ac:chgData name="Takeuchi, Koichiro" userId="b3848a05-443b-4434-8fa5-7398ca0c03c9" providerId="ADAL" clId="{AE71EA6D-8CAE-4CA8-A4AE-CBE82EA043E5}" dt="2024-09-25T11:21:22.593" v="6299" actId="1076"/>
          <ac:spMkLst>
            <pc:docMk/>
            <pc:sldMk cId="3401180551" sldId="2147480850"/>
            <ac:spMk id="46" creationId="{F9239200-0334-8AF6-B770-474F65C7AB8C}"/>
          </ac:spMkLst>
        </pc:spChg>
        <pc:spChg chg="add mod">
          <ac:chgData name="Takeuchi, Koichiro" userId="b3848a05-443b-4434-8fa5-7398ca0c03c9" providerId="ADAL" clId="{AE71EA6D-8CAE-4CA8-A4AE-CBE82EA043E5}" dt="2024-09-25T11:21:22.593" v="6299" actId="1076"/>
          <ac:spMkLst>
            <pc:docMk/>
            <pc:sldMk cId="3401180551" sldId="2147480850"/>
            <ac:spMk id="47" creationId="{561DD742-1C58-6E9B-B8EC-B3B9BC0A4EA5}"/>
          </ac:spMkLst>
        </pc:spChg>
        <pc:spChg chg="add del mod">
          <ac:chgData name="Takeuchi, Koichiro" userId="b3848a05-443b-4434-8fa5-7398ca0c03c9" providerId="ADAL" clId="{AE71EA6D-8CAE-4CA8-A4AE-CBE82EA043E5}" dt="2024-09-25T11:21:33.500" v="6300" actId="478"/>
          <ac:spMkLst>
            <pc:docMk/>
            <pc:sldMk cId="3401180551" sldId="2147480850"/>
            <ac:spMk id="48" creationId="{3F948C03-4090-5A58-B73A-1E265ABD250F}"/>
          </ac:spMkLst>
        </pc:spChg>
        <pc:spChg chg="add del mod">
          <ac:chgData name="Takeuchi, Koichiro" userId="b3848a05-443b-4434-8fa5-7398ca0c03c9" providerId="ADAL" clId="{AE71EA6D-8CAE-4CA8-A4AE-CBE82EA043E5}" dt="2024-09-25T11:21:33.500" v="6300" actId="478"/>
          <ac:spMkLst>
            <pc:docMk/>
            <pc:sldMk cId="3401180551" sldId="2147480850"/>
            <ac:spMk id="49" creationId="{9F527AB2-D50F-7B71-D293-F6DCBF1B12C8}"/>
          </ac:spMkLst>
        </pc:spChg>
        <pc:grpChg chg="add mod">
          <ac:chgData name="Takeuchi, Koichiro" userId="b3848a05-443b-4434-8fa5-7398ca0c03c9" providerId="ADAL" clId="{AE71EA6D-8CAE-4CA8-A4AE-CBE82EA043E5}" dt="2024-09-25T11:21:22.593" v="6299" actId="1076"/>
          <ac:grpSpMkLst>
            <pc:docMk/>
            <pc:sldMk cId="3401180551" sldId="2147480850"/>
            <ac:grpSpMk id="8" creationId="{8C290843-8BCD-4DEC-060A-D3B1B6282C7B}"/>
          </ac:grpSpMkLst>
        </pc:grpChg>
        <pc:grpChg chg="add mod">
          <ac:chgData name="Takeuchi, Koichiro" userId="b3848a05-443b-4434-8fa5-7398ca0c03c9" providerId="ADAL" clId="{AE71EA6D-8CAE-4CA8-A4AE-CBE82EA043E5}" dt="2024-09-25T11:21:22.593" v="6299" actId="1076"/>
          <ac:grpSpMkLst>
            <pc:docMk/>
            <pc:sldMk cId="3401180551" sldId="2147480850"/>
            <ac:grpSpMk id="15" creationId="{775F07EC-6B09-F9EC-77A5-F80AD934F101}"/>
          </ac:grpSpMkLst>
        </pc:grpChg>
        <pc:picChg chg="add mod">
          <ac:chgData name="Takeuchi, Koichiro" userId="b3848a05-443b-4434-8fa5-7398ca0c03c9" providerId="ADAL" clId="{AE71EA6D-8CAE-4CA8-A4AE-CBE82EA043E5}" dt="2024-09-25T11:21:22.593" v="6299" actId="1076"/>
          <ac:picMkLst>
            <pc:docMk/>
            <pc:sldMk cId="3401180551" sldId="2147480850"/>
            <ac:picMk id="30" creationId="{49E3A6D8-C633-D770-58DE-31C657070753}"/>
          </ac:picMkLst>
        </pc:picChg>
        <pc:picChg chg="add mod">
          <ac:chgData name="Takeuchi, Koichiro" userId="b3848a05-443b-4434-8fa5-7398ca0c03c9" providerId="ADAL" clId="{AE71EA6D-8CAE-4CA8-A4AE-CBE82EA043E5}" dt="2024-09-25T11:21:22.593" v="6299" actId="1076"/>
          <ac:picMkLst>
            <pc:docMk/>
            <pc:sldMk cId="3401180551" sldId="2147480850"/>
            <ac:picMk id="31" creationId="{1592694B-3C12-D976-D297-C33ECA617AAC}"/>
          </ac:picMkLst>
        </pc:picChg>
        <pc:picChg chg="add mod">
          <ac:chgData name="Takeuchi, Koichiro" userId="b3848a05-443b-4434-8fa5-7398ca0c03c9" providerId="ADAL" clId="{AE71EA6D-8CAE-4CA8-A4AE-CBE82EA043E5}" dt="2024-09-25T11:21:22.593" v="6299" actId="1076"/>
          <ac:picMkLst>
            <pc:docMk/>
            <pc:sldMk cId="3401180551" sldId="2147480850"/>
            <ac:picMk id="32" creationId="{2F292F22-927F-8D07-795C-88C73E055434}"/>
          </ac:picMkLst>
        </pc:picChg>
        <pc:picChg chg="add mod">
          <ac:chgData name="Takeuchi, Koichiro" userId="b3848a05-443b-4434-8fa5-7398ca0c03c9" providerId="ADAL" clId="{AE71EA6D-8CAE-4CA8-A4AE-CBE82EA043E5}" dt="2024-09-25T11:21:22.593" v="6299" actId="1076"/>
          <ac:picMkLst>
            <pc:docMk/>
            <pc:sldMk cId="3401180551" sldId="2147480850"/>
            <ac:picMk id="33" creationId="{03B79EBE-344A-28D5-E049-1213611797C1}"/>
          </ac:picMkLst>
        </pc:picChg>
        <pc:picChg chg="add mod">
          <ac:chgData name="Takeuchi, Koichiro" userId="b3848a05-443b-4434-8fa5-7398ca0c03c9" providerId="ADAL" clId="{AE71EA6D-8CAE-4CA8-A4AE-CBE82EA043E5}" dt="2024-09-25T11:21:22.593" v="6299" actId="1076"/>
          <ac:picMkLst>
            <pc:docMk/>
            <pc:sldMk cId="3401180551" sldId="2147480850"/>
            <ac:picMk id="34" creationId="{B5C58146-400B-27D5-BD33-CF20F5BF6495}"/>
          </ac:picMkLst>
        </pc:picChg>
        <pc:picChg chg="add mod">
          <ac:chgData name="Takeuchi, Koichiro" userId="b3848a05-443b-4434-8fa5-7398ca0c03c9" providerId="ADAL" clId="{AE71EA6D-8CAE-4CA8-A4AE-CBE82EA043E5}" dt="2024-09-25T11:21:22.593" v="6299" actId="1076"/>
          <ac:picMkLst>
            <pc:docMk/>
            <pc:sldMk cId="3401180551" sldId="2147480850"/>
            <ac:picMk id="35" creationId="{E15F8735-985A-DDAF-BD0A-EDE17C6F30D3}"/>
          </ac:picMkLst>
        </pc:picChg>
        <pc:picChg chg="add mod">
          <ac:chgData name="Takeuchi, Koichiro" userId="b3848a05-443b-4434-8fa5-7398ca0c03c9" providerId="ADAL" clId="{AE71EA6D-8CAE-4CA8-A4AE-CBE82EA043E5}" dt="2024-09-25T11:21:22.593" v="6299" actId="1076"/>
          <ac:picMkLst>
            <pc:docMk/>
            <pc:sldMk cId="3401180551" sldId="2147480850"/>
            <ac:picMk id="36" creationId="{6C886188-423B-61A9-DA72-1EB25F9FD159}"/>
          </ac:picMkLst>
        </pc:picChg>
        <pc:picChg chg="add mod">
          <ac:chgData name="Takeuchi, Koichiro" userId="b3848a05-443b-4434-8fa5-7398ca0c03c9" providerId="ADAL" clId="{AE71EA6D-8CAE-4CA8-A4AE-CBE82EA043E5}" dt="2024-09-25T11:21:22.593" v="6299" actId="1076"/>
          <ac:picMkLst>
            <pc:docMk/>
            <pc:sldMk cId="3401180551" sldId="2147480850"/>
            <ac:picMk id="37" creationId="{C31723B8-4E56-F792-069D-43E1FA484768}"/>
          </ac:picMkLst>
        </pc:picChg>
        <pc:picChg chg="add mod">
          <ac:chgData name="Takeuchi, Koichiro" userId="b3848a05-443b-4434-8fa5-7398ca0c03c9" providerId="ADAL" clId="{AE71EA6D-8CAE-4CA8-A4AE-CBE82EA043E5}" dt="2024-09-25T11:21:22.593" v="6299" actId="1076"/>
          <ac:picMkLst>
            <pc:docMk/>
            <pc:sldMk cId="3401180551" sldId="2147480850"/>
            <ac:picMk id="38" creationId="{CF2ADED1-0628-ED5C-4F20-52AFAFCEC0D5}"/>
          </ac:picMkLst>
        </pc:picChg>
      </pc:sldChg>
      <pc:sldChg chg="addSp delSp modSp add mod">
        <pc:chgData name="Takeuchi, Koichiro" userId="b3848a05-443b-4434-8fa5-7398ca0c03c9" providerId="ADAL" clId="{AE71EA6D-8CAE-4CA8-A4AE-CBE82EA043E5}" dt="2024-09-25T11:53:01.450" v="7725" actId="20577"/>
        <pc:sldMkLst>
          <pc:docMk/>
          <pc:sldMk cId="4035365044" sldId="2147480851"/>
        </pc:sldMkLst>
        <pc:spChg chg="mod">
          <ac:chgData name="Takeuchi, Koichiro" userId="b3848a05-443b-4434-8fa5-7398ca0c03c9" providerId="ADAL" clId="{AE71EA6D-8CAE-4CA8-A4AE-CBE82EA043E5}" dt="2024-09-25T11:53:01.450" v="7725" actId="20577"/>
          <ac:spMkLst>
            <pc:docMk/>
            <pc:sldMk cId="4035365044" sldId="2147480851"/>
            <ac:spMk id="2" creationId="{2E73C4BD-07DA-E92F-E6E6-03E77D0C292E}"/>
          </ac:spMkLst>
        </pc:spChg>
        <pc:spChg chg="del">
          <ac:chgData name="Takeuchi, Koichiro" userId="b3848a05-443b-4434-8fa5-7398ca0c03c9" providerId="ADAL" clId="{AE71EA6D-8CAE-4CA8-A4AE-CBE82EA043E5}" dt="2024-09-25T11:22:18.873" v="6347" actId="478"/>
          <ac:spMkLst>
            <pc:docMk/>
            <pc:sldMk cId="4035365044" sldId="2147480851"/>
            <ac:spMk id="3" creationId="{A63CCEC0-4EC9-A937-1737-25F942C96D84}"/>
          </ac:spMkLst>
        </pc:spChg>
        <pc:spChg chg="del">
          <ac:chgData name="Takeuchi, Koichiro" userId="b3848a05-443b-4434-8fa5-7398ca0c03c9" providerId="ADAL" clId="{AE71EA6D-8CAE-4CA8-A4AE-CBE82EA043E5}" dt="2024-09-25T11:22:23.448" v="6349" actId="478"/>
          <ac:spMkLst>
            <pc:docMk/>
            <pc:sldMk cId="4035365044" sldId="2147480851"/>
            <ac:spMk id="7" creationId="{04D41AFC-C715-1823-BF6E-ECDEFE0F537A}"/>
          </ac:spMkLst>
        </pc:spChg>
        <pc:spChg chg="del">
          <ac:chgData name="Takeuchi, Koichiro" userId="b3848a05-443b-4434-8fa5-7398ca0c03c9" providerId="ADAL" clId="{AE71EA6D-8CAE-4CA8-A4AE-CBE82EA043E5}" dt="2024-09-25T11:22:23.448" v="6349" actId="478"/>
          <ac:spMkLst>
            <pc:docMk/>
            <pc:sldMk cId="4035365044" sldId="2147480851"/>
            <ac:spMk id="14" creationId="{1B16D3A4-8048-FCC6-10FE-A0F8D2C7D8E5}"/>
          </ac:spMkLst>
        </pc:spChg>
        <pc:spChg chg="del">
          <ac:chgData name="Takeuchi, Koichiro" userId="b3848a05-443b-4434-8fa5-7398ca0c03c9" providerId="ADAL" clId="{AE71EA6D-8CAE-4CA8-A4AE-CBE82EA043E5}" dt="2024-09-25T11:22:23.448" v="6349" actId="478"/>
          <ac:spMkLst>
            <pc:docMk/>
            <pc:sldMk cId="4035365044" sldId="2147480851"/>
            <ac:spMk id="28" creationId="{505F4031-205C-8EFA-4102-9D73C5F793E4}"/>
          </ac:spMkLst>
        </pc:spChg>
        <pc:spChg chg="del">
          <ac:chgData name="Takeuchi, Koichiro" userId="b3848a05-443b-4434-8fa5-7398ca0c03c9" providerId="ADAL" clId="{AE71EA6D-8CAE-4CA8-A4AE-CBE82EA043E5}" dt="2024-09-25T11:22:23.448" v="6349" actId="478"/>
          <ac:spMkLst>
            <pc:docMk/>
            <pc:sldMk cId="4035365044" sldId="2147480851"/>
            <ac:spMk id="29" creationId="{A748A8EB-87B6-8C46-112E-C7ED19C1DDD2}"/>
          </ac:spMkLst>
        </pc:spChg>
        <pc:spChg chg="del">
          <ac:chgData name="Takeuchi, Koichiro" userId="b3848a05-443b-4434-8fa5-7398ca0c03c9" providerId="ADAL" clId="{AE71EA6D-8CAE-4CA8-A4AE-CBE82EA043E5}" dt="2024-09-25T11:22:23.448" v="6349" actId="478"/>
          <ac:spMkLst>
            <pc:docMk/>
            <pc:sldMk cId="4035365044" sldId="2147480851"/>
            <ac:spMk id="39" creationId="{D271E15F-9DA9-0AF9-6DBD-2B89BE93A74D}"/>
          </ac:spMkLst>
        </pc:spChg>
        <pc:spChg chg="del">
          <ac:chgData name="Takeuchi, Koichiro" userId="b3848a05-443b-4434-8fa5-7398ca0c03c9" providerId="ADAL" clId="{AE71EA6D-8CAE-4CA8-A4AE-CBE82EA043E5}" dt="2024-09-25T11:22:23.448" v="6349" actId="478"/>
          <ac:spMkLst>
            <pc:docMk/>
            <pc:sldMk cId="4035365044" sldId="2147480851"/>
            <ac:spMk id="40" creationId="{6B480E5C-B6F1-7070-872B-7E44BC8558CD}"/>
          </ac:spMkLst>
        </pc:spChg>
        <pc:spChg chg="del">
          <ac:chgData name="Takeuchi, Koichiro" userId="b3848a05-443b-4434-8fa5-7398ca0c03c9" providerId="ADAL" clId="{AE71EA6D-8CAE-4CA8-A4AE-CBE82EA043E5}" dt="2024-09-25T11:22:23.448" v="6349" actId="478"/>
          <ac:spMkLst>
            <pc:docMk/>
            <pc:sldMk cId="4035365044" sldId="2147480851"/>
            <ac:spMk id="41" creationId="{D28131A0-047A-05B1-8D5E-65018C7FEF77}"/>
          </ac:spMkLst>
        </pc:spChg>
        <pc:spChg chg="del">
          <ac:chgData name="Takeuchi, Koichiro" userId="b3848a05-443b-4434-8fa5-7398ca0c03c9" providerId="ADAL" clId="{AE71EA6D-8CAE-4CA8-A4AE-CBE82EA043E5}" dt="2024-09-25T11:22:23.448" v="6349" actId="478"/>
          <ac:spMkLst>
            <pc:docMk/>
            <pc:sldMk cId="4035365044" sldId="2147480851"/>
            <ac:spMk id="42" creationId="{E9D67230-30D7-8F0F-1BD0-A6BA820A7D1B}"/>
          </ac:spMkLst>
        </pc:spChg>
        <pc:spChg chg="del">
          <ac:chgData name="Takeuchi, Koichiro" userId="b3848a05-443b-4434-8fa5-7398ca0c03c9" providerId="ADAL" clId="{AE71EA6D-8CAE-4CA8-A4AE-CBE82EA043E5}" dt="2024-09-25T11:22:23.448" v="6349" actId="478"/>
          <ac:spMkLst>
            <pc:docMk/>
            <pc:sldMk cId="4035365044" sldId="2147480851"/>
            <ac:spMk id="43" creationId="{4799A0D8-0238-85E7-EEAF-651EB881A813}"/>
          </ac:spMkLst>
        </pc:spChg>
        <pc:spChg chg="del">
          <ac:chgData name="Takeuchi, Koichiro" userId="b3848a05-443b-4434-8fa5-7398ca0c03c9" providerId="ADAL" clId="{AE71EA6D-8CAE-4CA8-A4AE-CBE82EA043E5}" dt="2024-09-25T11:22:23.448" v="6349" actId="478"/>
          <ac:spMkLst>
            <pc:docMk/>
            <pc:sldMk cId="4035365044" sldId="2147480851"/>
            <ac:spMk id="44" creationId="{C02C02B9-BA8C-84EF-7647-0473130E509F}"/>
          </ac:spMkLst>
        </pc:spChg>
        <pc:spChg chg="del">
          <ac:chgData name="Takeuchi, Koichiro" userId="b3848a05-443b-4434-8fa5-7398ca0c03c9" providerId="ADAL" clId="{AE71EA6D-8CAE-4CA8-A4AE-CBE82EA043E5}" dt="2024-09-25T11:22:23.448" v="6349" actId="478"/>
          <ac:spMkLst>
            <pc:docMk/>
            <pc:sldMk cId="4035365044" sldId="2147480851"/>
            <ac:spMk id="45" creationId="{E91FA006-37C9-2760-094F-E613E764056A}"/>
          </ac:spMkLst>
        </pc:spChg>
        <pc:spChg chg="del">
          <ac:chgData name="Takeuchi, Koichiro" userId="b3848a05-443b-4434-8fa5-7398ca0c03c9" providerId="ADAL" clId="{AE71EA6D-8CAE-4CA8-A4AE-CBE82EA043E5}" dt="2024-09-25T11:22:23.448" v="6349" actId="478"/>
          <ac:spMkLst>
            <pc:docMk/>
            <pc:sldMk cId="4035365044" sldId="2147480851"/>
            <ac:spMk id="46" creationId="{F9239200-0334-8AF6-B770-474F65C7AB8C}"/>
          </ac:spMkLst>
        </pc:spChg>
        <pc:spChg chg="del">
          <ac:chgData name="Takeuchi, Koichiro" userId="b3848a05-443b-4434-8fa5-7398ca0c03c9" providerId="ADAL" clId="{AE71EA6D-8CAE-4CA8-A4AE-CBE82EA043E5}" dt="2024-09-25T11:22:23.448" v="6349" actId="478"/>
          <ac:spMkLst>
            <pc:docMk/>
            <pc:sldMk cId="4035365044" sldId="2147480851"/>
            <ac:spMk id="47" creationId="{561DD742-1C58-6E9B-B8EC-B3B9BC0A4EA5}"/>
          </ac:spMkLst>
        </pc:spChg>
        <pc:spChg chg="add del mod">
          <ac:chgData name="Takeuchi, Koichiro" userId="b3848a05-443b-4434-8fa5-7398ca0c03c9" providerId="ADAL" clId="{AE71EA6D-8CAE-4CA8-A4AE-CBE82EA043E5}" dt="2024-09-25T11:22:20.361" v="6348" actId="478"/>
          <ac:spMkLst>
            <pc:docMk/>
            <pc:sldMk cId="4035365044" sldId="2147480851"/>
            <ac:spMk id="49" creationId="{5D7CFE7F-AE65-0BCF-EEA5-C34459655080}"/>
          </ac:spMkLst>
        </pc:spChg>
        <pc:spChg chg="mod">
          <ac:chgData name="Takeuchi, Koichiro" userId="b3848a05-443b-4434-8fa5-7398ca0c03c9" providerId="ADAL" clId="{AE71EA6D-8CAE-4CA8-A4AE-CBE82EA043E5}" dt="2024-09-25T11:22:51.367" v="6405"/>
          <ac:spMkLst>
            <pc:docMk/>
            <pc:sldMk cId="4035365044" sldId="2147480851"/>
            <ac:spMk id="52" creationId="{7D98783F-EEE3-8908-83B3-2946D4405EE6}"/>
          </ac:spMkLst>
        </pc:spChg>
        <pc:spChg chg="mod">
          <ac:chgData name="Takeuchi, Koichiro" userId="b3848a05-443b-4434-8fa5-7398ca0c03c9" providerId="ADAL" clId="{AE71EA6D-8CAE-4CA8-A4AE-CBE82EA043E5}" dt="2024-09-25T11:22:51.367" v="6405"/>
          <ac:spMkLst>
            <pc:docMk/>
            <pc:sldMk cId="4035365044" sldId="2147480851"/>
            <ac:spMk id="53" creationId="{F7F405D1-A587-D33C-4CB0-65E66B0E415E}"/>
          </ac:spMkLst>
        </pc:spChg>
        <pc:spChg chg="add mod">
          <ac:chgData name="Takeuchi, Koichiro" userId="b3848a05-443b-4434-8fa5-7398ca0c03c9" providerId="ADAL" clId="{AE71EA6D-8CAE-4CA8-A4AE-CBE82EA043E5}" dt="2024-09-25T11:23:00.267" v="6410" actId="1038"/>
          <ac:spMkLst>
            <pc:docMk/>
            <pc:sldMk cId="4035365044" sldId="2147480851"/>
            <ac:spMk id="54" creationId="{370539C7-7701-D921-8797-AA67C0E4906B}"/>
          </ac:spMkLst>
        </pc:spChg>
        <pc:spChg chg="add mod">
          <ac:chgData name="Takeuchi, Koichiro" userId="b3848a05-443b-4434-8fa5-7398ca0c03c9" providerId="ADAL" clId="{AE71EA6D-8CAE-4CA8-A4AE-CBE82EA043E5}" dt="2024-09-25T11:23:00.267" v="6410" actId="1038"/>
          <ac:spMkLst>
            <pc:docMk/>
            <pc:sldMk cId="4035365044" sldId="2147480851"/>
            <ac:spMk id="55" creationId="{93846630-C8A8-06FB-03BD-892C8A6E334B}"/>
          </ac:spMkLst>
        </pc:spChg>
        <pc:spChg chg="add mod">
          <ac:chgData name="Takeuchi, Koichiro" userId="b3848a05-443b-4434-8fa5-7398ca0c03c9" providerId="ADAL" clId="{AE71EA6D-8CAE-4CA8-A4AE-CBE82EA043E5}" dt="2024-09-25T11:23:00.267" v="6410" actId="1038"/>
          <ac:spMkLst>
            <pc:docMk/>
            <pc:sldMk cId="4035365044" sldId="2147480851"/>
            <ac:spMk id="56" creationId="{D9BF4AA1-427F-1D09-A7B3-85409BF2EFBF}"/>
          </ac:spMkLst>
        </pc:spChg>
        <pc:spChg chg="add mod">
          <ac:chgData name="Takeuchi, Koichiro" userId="b3848a05-443b-4434-8fa5-7398ca0c03c9" providerId="ADAL" clId="{AE71EA6D-8CAE-4CA8-A4AE-CBE82EA043E5}" dt="2024-09-25T11:23:00.267" v="6410" actId="1038"/>
          <ac:spMkLst>
            <pc:docMk/>
            <pc:sldMk cId="4035365044" sldId="2147480851"/>
            <ac:spMk id="57" creationId="{EC0FF5E8-1971-8151-3F26-8D0128FAB9A3}"/>
          </ac:spMkLst>
        </pc:spChg>
        <pc:spChg chg="add mod">
          <ac:chgData name="Takeuchi, Koichiro" userId="b3848a05-443b-4434-8fa5-7398ca0c03c9" providerId="ADAL" clId="{AE71EA6D-8CAE-4CA8-A4AE-CBE82EA043E5}" dt="2024-09-25T11:23:00.267" v="6410" actId="1038"/>
          <ac:spMkLst>
            <pc:docMk/>
            <pc:sldMk cId="4035365044" sldId="2147480851"/>
            <ac:spMk id="58" creationId="{66E8F1F8-6BF8-42B9-67A5-A4D45B562217}"/>
          </ac:spMkLst>
        </pc:spChg>
        <pc:spChg chg="add mod">
          <ac:chgData name="Takeuchi, Koichiro" userId="b3848a05-443b-4434-8fa5-7398ca0c03c9" providerId="ADAL" clId="{AE71EA6D-8CAE-4CA8-A4AE-CBE82EA043E5}" dt="2024-09-25T11:23:00.267" v="6410" actId="1038"/>
          <ac:spMkLst>
            <pc:docMk/>
            <pc:sldMk cId="4035365044" sldId="2147480851"/>
            <ac:spMk id="59" creationId="{C4FC4CD3-41FC-3FB5-60A5-0403D7F16EDB}"/>
          </ac:spMkLst>
        </pc:spChg>
        <pc:spChg chg="mod">
          <ac:chgData name="Takeuchi, Koichiro" userId="b3848a05-443b-4434-8fa5-7398ca0c03c9" providerId="ADAL" clId="{AE71EA6D-8CAE-4CA8-A4AE-CBE82EA043E5}" dt="2024-09-25T11:23:14.390" v="6411"/>
          <ac:spMkLst>
            <pc:docMk/>
            <pc:sldMk cId="4035365044" sldId="2147480851"/>
            <ac:spMk id="62" creationId="{CDDAAC56-FBD7-C8B2-8E21-B600221019EF}"/>
          </ac:spMkLst>
        </pc:spChg>
        <pc:spChg chg="mod">
          <ac:chgData name="Takeuchi, Koichiro" userId="b3848a05-443b-4434-8fa5-7398ca0c03c9" providerId="ADAL" clId="{AE71EA6D-8CAE-4CA8-A4AE-CBE82EA043E5}" dt="2024-09-25T11:23:14.390" v="6411"/>
          <ac:spMkLst>
            <pc:docMk/>
            <pc:sldMk cId="4035365044" sldId="2147480851"/>
            <ac:spMk id="63" creationId="{FF9F1C80-397A-287C-1148-F4DEF2DFA609}"/>
          </ac:spMkLst>
        </pc:spChg>
        <pc:spChg chg="add mod">
          <ac:chgData name="Takeuchi, Koichiro" userId="b3848a05-443b-4434-8fa5-7398ca0c03c9" providerId="ADAL" clId="{AE71EA6D-8CAE-4CA8-A4AE-CBE82EA043E5}" dt="2024-09-25T11:23:14.390" v="6411"/>
          <ac:spMkLst>
            <pc:docMk/>
            <pc:sldMk cId="4035365044" sldId="2147480851"/>
            <ac:spMk id="64" creationId="{0F2A31F0-87EC-5C51-5D1F-92C0F9B76A3B}"/>
          </ac:spMkLst>
        </pc:spChg>
        <pc:spChg chg="add mod">
          <ac:chgData name="Takeuchi, Koichiro" userId="b3848a05-443b-4434-8fa5-7398ca0c03c9" providerId="ADAL" clId="{AE71EA6D-8CAE-4CA8-A4AE-CBE82EA043E5}" dt="2024-09-25T11:23:14.390" v="6411"/>
          <ac:spMkLst>
            <pc:docMk/>
            <pc:sldMk cId="4035365044" sldId="2147480851"/>
            <ac:spMk id="65" creationId="{F2170454-718D-586A-AAB7-8EF43ECE12A6}"/>
          </ac:spMkLst>
        </pc:spChg>
        <pc:spChg chg="add mod">
          <ac:chgData name="Takeuchi, Koichiro" userId="b3848a05-443b-4434-8fa5-7398ca0c03c9" providerId="ADAL" clId="{AE71EA6D-8CAE-4CA8-A4AE-CBE82EA043E5}" dt="2024-09-25T11:23:14.390" v="6411"/>
          <ac:spMkLst>
            <pc:docMk/>
            <pc:sldMk cId="4035365044" sldId="2147480851"/>
            <ac:spMk id="66" creationId="{44FBFB3C-A9D9-0409-8F6F-43BF9EB43B74}"/>
          </ac:spMkLst>
        </pc:spChg>
        <pc:spChg chg="add mod">
          <ac:chgData name="Takeuchi, Koichiro" userId="b3848a05-443b-4434-8fa5-7398ca0c03c9" providerId="ADAL" clId="{AE71EA6D-8CAE-4CA8-A4AE-CBE82EA043E5}" dt="2024-09-25T11:23:14.390" v="6411"/>
          <ac:spMkLst>
            <pc:docMk/>
            <pc:sldMk cId="4035365044" sldId="2147480851"/>
            <ac:spMk id="67" creationId="{6A238C59-D28E-3A63-EC1E-A37718F3CFA0}"/>
          </ac:spMkLst>
        </pc:spChg>
        <pc:spChg chg="add mod">
          <ac:chgData name="Takeuchi, Koichiro" userId="b3848a05-443b-4434-8fa5-7398ca0c03c9" providerId="ADAL" clId="{AE71EA6D-8CAE-4CA8-A4AE-CBE82EA043E5}" dt="2024-09-25T11:23:14.390" v="6411"/>
          <ac:spMkLst>
            <pc:docMk/>
            <pc:sldMk cId="4035365044" sldId="2147480851"/>
            <ac:spMk id="68" creationId="{038D61DE-5CD0-6FC2-4D37-A00A500BDB8B}"/>
          </ac:spMkLst>
        </pc:spChg>
        <pc:spChg chg="add mod">
          <ac:chgData name="Takeuchi, Koichiro" userId="b3848a05-443b-4434-8fa5-7398ca0c03c9" providerId="ADAL" clId="{AE71EA6D-8CAE-4CA8-A4AE-CBE82EA043E5}" dt="2024-09-25T11:23:14.390" v="6411"/>
          <ac:spMkLst>
            <pc:docMk/>
            <pc:sldMk cId="4035365044" sldId="2147480851"/>
            <ac:spMk id="69" creationId="{5887412D-8539-34EB-7FAD-EF16F230D007}"/>
          </ac:spMkLst>
        </pc:spChg>
        <pc:grpChg chg="del">
          <ac:chgData name="Takeuchi, Koichiro" userId="b3848a05-443b-4434-8fa5-7398ca0c03c9" providerId="ADAL" clId="{AE71EA6D-8CAE-4CA8-A4AE-CBE82EA043E5}" dt="2024-09-25T11:22:23.448" v="6349" actId="478"/>
          <ac:grpSpMkLst>
            <pc:docMk/>
            <pc:sldMk cId="4035365044" sldId="2147480851"/>
            <ac:grpSpMk id="8" creationId="{8C290843-8BCD-4DEC-060A-D3B1B6282C7B}"/>
          </ac:grpSpMkLst>
        </pc:grpChg>
        <pc:grpChg chg="del">
          <ac:chgData name="Takeuchi, Koichiro" userId="b3848a05-443b-4434-8fa5-7398ca0c03c9" providerId="ADAL" clId="{AE71EA6D-8CAE-4CA8-A4AE-CBE82EA043E5}" dt="2024-09-25T11:22:23.448" v="6349" actId="478"/>
          <ac:grpSpMkLst>
            <pc:docMk/>
            <pc:sldMk cId="4035365044" sldId="2147480851"/>
            <ac:grpSpMk id="15" creationId="{775F07EC-6B09-F9EC-77A5-F80AD934F101}"/>
          </ac:grpSpMkLst>
        </pc:grpChg>
        <pc:grpChg chg="add mod">
          <ac:chgData name="Takeuchi, Koichiro" userId="b3848a05-443b-4434-8fa5-7398ca0c03c9" providerId="ADAL" clId="{AE71EA6D-8CAE-4CA8-A4AE-CBE82EA043E5}" dt="2024-09-25T11:23:00.267" v="6410" actId="1038"/>
          <ac:grpSpMkLst>
            <pc:docMk/>
            <pc:sldMk cId="4035365044" sldId="2147480851"/>
            <ac:grpSpMk id="51" creationId="{A7DD5E8C-0FFE-21DF-858B-78B65BB5D233}"/>
          </ac:grpSpMkLst>
        </pc:grpChg>
        <pc:grpChg chg="add mod">
          <ac:chgData name="Takeuchi, Koichiro" userId="b3848a05-443b-4434-8fa5-7398ca0c03c9" providerId="ADAL" clId="{AE71EA6D-8CAE-4CA8-A4AE-CBE82EA043E5}" dt="2024-09-25T11:23:14.390" v="6411"/>
          <ac:grpSpMkLst>
            <pc:docMk/>
            <pc:sldMk cId="4035365044" sldId="2147480851"/>
            <ac:grpSpMk id="61" creationId="{B7C3DF1A-EA99-7030-0620-9B804B6DC4F8}"/>
          </ac:grpSpMkLst>
        </pc:grpChg>
        <pc:picChg chg="del">
          <ac:chgData name="Takeuchi, Koichiro" userId="b3848a05-443b-4434-8fa5-7398ca0c03c9" providerId="ADAL" clId="{AE71EA6D-8CAE-4CA8-A4AE-CBE82EA043E5}" dt="2024-09-25T11:22:23.448" v="6349" actId="478"/>
          <ac:picMkLst>
            <pc:docMk/>
            <pc:sldMk cId="4035365044" sldId="2147480851"/>
            <ac:picMk id="30" creationId="{49E3A6D8-C633-D770-58DE-31C657070753}"/>
          </ac:picMkLst>
        </pc:picChg>
        <pc:picChg chg="del">
          <ac:chgData name="Takeuchi, Koichiro" userId="b3848a05-443b-4434-8fa5-7398ca0c03c9" providerId="ADAL" clId="{AE71EA6D-8CAE-4CA8-A4AE-CBE82EA043E5}" dt="2024-09-25T11:22:23.448" v="6349" actId="478"/>
          <ac:picMkLst>
            <pc:docMk/>
            <pc:sldMk cId="4035365044" sldId="2147480851"/>
            <ac:picMk id="31" creationId="{1592694B-3C12-D976-D297-C33ECA617AAC}"/>
          </ac:picMkLst>
        </pc:picChg>
        <pc:picChg chg="del">
          <ac:chgData name="Takeuchi, Koichiro" userId="b3848a05-443b-4434-8fa5-7398ca0c03c9" providerId="ADAL" clId="{AE71EA6D-8CAE-4CA8-A4AE-CBE82EA043E5}" dt="2024-09-25T11:22:23.448" v="6349" actId="478"/>
          <ac:picMkLst>
            <pc:docMk/>
            <pc:sldMk cId="4035365044" sldId="2147480851"/>
            <ac:picMk id="32" creationId="{2F292F22-927F-8D07-795C-88C73E055434}"/>
          </ac:picMkLst>
        </pc:picChg>
        <pc:picChg chg="del">
          <ac:chgData name="Takeuchi, Koichiro" userId="b3848a05-443b-4434-8fa5-7398ca0c03c9" providerId="ADAL" clId="{AE71EA6D-8CAE-4CA8-A4AE-CBE82EA043E5}" dt="2024-09-25T11:22:23.448" v="6349" actId="478"/>
          <ac:picMkLst>
            <pc:docMk/>
            <pc:sldMk cId="4035365044" sldId="2147480851"/>
            <ac:picMk id="33" creationId="{03B79EBE-344A-28D5-E049-1213611797C1}"/>
          </ac:picMkLst>
        </pc:picChg>
        <pc:picChg chg="del">
          <ac:chgData name="Takeuchi, Koichiro" userId="b3848a05-443b-4434-8fa5-7398ca0c03c9" providerId="ADAL" clId="{AE71EA6D-8CAE-4CA8-A4AE-CBE82EA043E5}" dt="2024-09-25T11:22:23.448" v="6349" actId="478"/>
          <ac:picMkLst>
            <pc:docMk/>
            <pc:sldMk cId="4035365044" sldId="2147480851"/>
            <ac:picMk id="34" creationId="{B5C58146-400B-27D5-BD33-CF20F5BF6495}"/>
          </ac:picMkLst>
        </pc:picChg>
        <pc:picChg chg="del">
          <ac:chgData name="Takeuchi, Koichiro" userId="b3848a05-443b-4434-8fa5-7398ca0c03c9" providerId="ADAL" clId="{AE71EA6D-8CAE-4CA8-A4AE-CBE82EA043E5}" dt="2024-09-25T11:22:23.448" v="6349" actId="478"/>
          <ac:picMkLst>
            <pc:docMk/>
            <pc:sldMk cId="4035365044" sldId="2147480851"/>
            <ac:picMk id="35" creationId="{E15F8735-985A-DDAF-BD0A-EDE17C6F30D3}"/>
          </ac:picMkLst>
        </pc:picChg>
        <pc:picChg chg="del">
          <ac:chgData name="Takeuchi, Koichiro" userId="b3848a05-443b-4434-8fa5-7398ca0c03c9" providerId="ADAL" clId="{AE71EA6D-8CAE-4CA8-A4AE-CBE82EA043E5}" dt="2024-09-25T11:22:23.448" v="6349" actId="478"/>
          <ac:picMkLst>
            <pc:docMk/>
            <pc:sldMk cId="4035365044" sldId="2147480851"/>
            <ac:picMk id="36" creationId="{6C886188-423B-61A9-DA72-1EB25F9FD159}"/>
          </ac:picMkLst>
        </pc:picChg>
        <pc:picChg chg="del">
          <ac:chgData name="Takeuchi, Koichiro" userId="b3848a05-443b-4434-8fa5-7398ca0c03c9" providerId="ADAL" clId="{AE71EA6D-8CAE-4CA8-A4AE-CBE82EA043E5}" dt="2024-09-25T11:22:23.448" v="6349" actId="478"/>
          <ac:picMkLst>
            <pc:docMk/>
            <pc:sldMk cId="4035365044" sldId="2147480851"/>
            <ac:picMk id="37" creationId="{C31723B8-4E56-F792-069D-43E1FA484768}"/>
          </ac:picMkLst>
        </pc:picChg>
        <pc:picChg chg="del">
          <ac:chgData name="Takeuchi, Koichiro" userId="b3848a05-443b-4434-8fa5-7398ca0c03c9" providerId="ADAL" clId="{AE71EA6D-8CAE-4CA8-A4AE-CBE82EA043E5}" dt="2024-09-25T11:22:23.448" v="6349" actId="478"/>
          <ac:picMkLst>
            <pc:docMk/>
            <pc:sldMk cId="4035365044" sldId="2147480851"/>
            <ac:picMk id="38" creationId="{CF2ADED1-0628-ED5C-4F20-52AFAFCEC0D5}"/>
          </ac:picMkLst>
        </pc:picChg>
        <pc:picChg chg="add mod">
          <ac:chgData name="Takeuchi, Koichiro" userId="b3848a05-443b-4434-8fa5-7398ca0c03c9" providerId="ADAL" clId="{AE71EA6D-8CAE-4CA8-A4AE-CBE82EA043E5}" dt="2024-09-25T11:23:00.267" v="6410" actId="1038"/>
          <ac:picMkLst>
            <pc:docMk/>
            <pc:sldMk cId="4035365044" sldId="2147480851"/>
            <ac:picMk id="50" creationId="{D55FC026-BED1-F855-42C8-A6E0CC5FE510}"/>
          </ac:picMkLst>
        </pc:picChg>
        <pc:picChg chg="add mod">
          <ac:chgData name="Takeuchi, Koichiro" userId="b3848a05-443b-4434-8fa5-7398ca0c03c9" providerId="ADAL" clId="{AE71EA6D-8CAE-4CA8-A4AE-CBE82EA043E5}" dt="2024-09-25T11:23:14.390" v="6411"/>
          <ac:picMkLst>
            <pc:docMk/>
            <pc:sldMk cId="4035365044" sldId="2147480851"/>
            <ac:picMk id="60" creationId="{9DEB28B7-49ED-8A97-F5FD-34EA6E57119D}"/>
          </ac:picMkLst>
        </pc:picChg>
      </pc:sldChg>
      <pc:sldChg chg="addSp delSp modSp add mod">
        <pc:chgData name="Takeuchi, Koichiro" userId="b3848a05-443b-4434-8fa5-7398ca0c03c9" providerId="ADAL" clId="{AE71EA6D-8CAE-4CA8-A4AE-CBE82EA043E5}" dt="2024-09-25T11:53:04.889" v="7727" actId="20577"/>
        <pc:sldMkLst>
          <pc:docMk/>
          <pc:sldMk cId="4115416855" sldId="2147480852"/>
        </pc:sldMkLst>
        <pc:spChg chg="mod">
          <ac:chgData name="Takeuchi, Koichiro" userId="b3848a05-443b-4434-8fa5-7398ca0c03c9" providerId="ADAL" clId="{AE71EA6D-8CAE-4CA8-A4AE-CBE82EA043E5}" dt="2024-09-25T11:53:04.889" v="7727" actId="20577"/>
          <ac:spMkLst>
            <pc:docMk/>
            <pc:sldMk cId="4115416855" sldId="2147480852"/>
            <ac:spMk id="2" creationId="{2E73C4BD-07DA-E92F-E6E6-03E77D0C292E}"/>
          </ac:spMkLst>
        </pc:spChg>
        <pc:spChg chg="add mod">
          <ac:chgData name="Takeuchi, Koichiro" userId="b3848a05-443b-4434-8fa5-7398ca0c03c9" providerId="ADAL" clId="{AE71EA6D-8CAE-4CA8-A4AE-CBE82EA043E5}" dt="2024-09-25T11:23:48.173" v="6451"/>
          <ac:spMkLst>
            <pc:docMk/>
            <pc:sldMk cId="4115416855" sldId="2147480852"/>
            <ac:spMk id="3" creationId="{DBB6C03E-F494-A845-BAAB-BEBC564DBC18}"/>
          </ac:spMkLst>
        </pc:spChg>
        <pc:spChg chg="add mod">
          <ac:chgData name="Takeuchi, Koichiro" userId="b3848a05-443b-4434-8fa5-7398ca0c03c9" providerId="ADAL" clId="{AE71EA6D-8CAE-4CA8-A4AE-CBE82EA043E5}" dt="2024-09-25T11:23:48.173" v="6451"/>
          <ac:spMkLst>
            <pc:docMk/>
            <pc:sldMk cId="4115416855" sldId="2147480852"/>
            <ac:spMk id="7" creationId="{C8DA08F6-77CA-9276-6E14-2811803DC76D}"/>
          </ac:spMkLst>
        </pc:spChg>
        <pc:spChg chg="add mod">
          <ac:chgData name="Takeuchi, Koichiro" userId="b3848a05-443b-4434-8fa5-7398ca0c03c9" providerId="ADAL" clId="{AE71EA6D-8CAE-4CA8-A4AE-CBE82EA043E5}" dt="2024-09-25T11:23:48.173" v="6451"/>
          <ac:spMkLst>
            <pc:docMk/>
            <pc:sldMk cId="4115416855" sldId="2147480852"/>
            <ac:spMk id="8" creationId="{BFFE1574-198C-1556-0E1F-633D9CAE466C}"/>
          </ac:spMkLst>
        </pc:spChg>
        <pc:spChg chg="add mod">
          <ac:chgData name="Takeuchi, Koichiro" userId="b3848a05-443b-4434-8fa5-7398ca0c03c9" providerId="ADAL" clId="{AE71EA6D-8CAE-4CA8-A4AE-CBE82EA043E5}" dt="2024-09-25T11:23:48.173" v="6451"/>
          <ac:spMkLst>
            <pc:docMk/>
            <pc:sldMk cId="4115416855" sldId="2147480852"/>
            <ac:spMk id="9" creationId="{33AF7653-6051-4E96-8FCF-8C71456FBC01}"/>
          </ac:spMkLst>
        </pc:spChg>
        <pc:spChg chg="add mod">
          <ac:chgData name="Takeuchi, Koichiro" userId="b3848a05-443b-4434-8fa5-7398ca0c03c9" providerId="ADAL" clId="{AE71EA6D-8CAE-4CA8-A4AE-CBE82EA043E5}" dt="2024-09-25T11:23:48.173" v="6451"/>
          <ac:spMkLst>
            <pc:docMk/>
            <pc:sldMk cId="4115416855" sldId="2147480852"/>
            <ac:spMk id="10" creationId="{9138741B-AB7D-B020-4078-7EF8DD425D65}"/>
          </ac:spMkLst>
        </pc:spChg>
        <pc:spChg chg="add mod">
          <ac:chgData name="Takeuchi, Koichiro" userId="b3848a05-443b-4434-8fa5-7398ca0c03c9" providerId="ADAL" clId="{AE71EA6D-8CAE-4CA8-A4AE-CBE82EA043E5}" dt="2024-09-25T11:23:48.173" v="6451"/>
          <ac:spMkLst>
            <pc:docMk/>
            <pc:sldMk cId="4115416855" sldId="2147480852"/>
            <ac:spMk id="11" creationId="{D83A678F-9990-EB63-2B2C-C32B0CE22B37}"/>
          </ac:spMkLst>
        </pc:spChg>
        <pc:spChg chg="mod">
          <ac:chgData name="Takeuchi, Koichiro" userId="b3848a05-443b-4434-8fa5-7398ca0c03c9" providerId="ADAL" clId="{AE71EA6D-8CAE-4CA8-A4AE-CBE82EA043E5}" dt="2024-09-25T11:23:48.173" v="6451"/>
          <ac:spMkLst>
            <pc:docMk/>
            <pc:sldMk cId="4115416855" sldId="2147480852"/>
            <ac:spMk id="14" creationId="{13C06B5F-DEEE-0EB8-D531-20E12390A1A1}"/>
          </ac:spMkLst>
        </pc:spChg>
        <pc:spChg chg="mod">
          <ac:chgData name="Takeuchi, Koichiro" userId="b3848a05-443b-4434-8fa5-7398ca0c03c9" providerId="ADAL" clId="{AE71EA6D-8CAE-4CA8-A4AE-CBE82EA043E5}" dt="2024-09-25T11:23:48.173" v="6451"/>
          <ac:spMkLst>
            <pc:docMk/>
            <pc:sldMk cId="4115416855" sldId="2147480852"/>
            <ac:spMk id="15" creationId="{CFAA4430-72A9-3480-60D0-F7CCF80C47A2}"/>
          </ac:spMkLst>
        </pc:spChg>
        <pc:spChg chg="del">
          <ac:chgData name="Takeuchi, Koichiro" userId="b3848a05-443b-4434-8fa5-7398ca0c03c9" providerId="ADAL" clId="{AE71EA6D-8CAE-4CA8-A4AE-CBE82EA043E5}" dt="2024-09-25T11:23:47.913" v="6450" actId="478"/>
          <ac:spMkLst>
            <pc:docMk/>
            <pc:sldMk cId="4115416855" sldId="2147480852"/>
            <ac:spMk id="54" creationId="{370539C7-7701-D921-8797-AA67C0E4906B}"/>
          </ac:spMkLst>
        </pc:spChg>
        <pc:spChg chg="del">
          <ac:chgData name="Takeuchi, Koichiro" userId="b3848a05-443b-4434-8fa5-7398ca0c03c9" providerId="ADAL" clId="{AE71EA6D-8CAE-4CA8-A4AE-CBE82EA043E5}" dt="2024-09-25T11:23:47.913" v="6450" actId="478"/>
          <ac:spMkLst>
            <pc:docMk/>
            <pc:sldMk cId="4115416855" sldId="2147480852"/>
            <ac:spMk id="55" creationId="{93846630-C8A8-06FB-03BD-892C8A6E334B}"/>
          </ac:spMkLst>
        </pc:spChg>
        <pc:spChg chg="del">
          <ac:chgData name="Takeuchi, Koichiro" userId="b3848a05-443b-4434-8fa5-7398ca0c03c9" providerId="ADAL" clId="{AE71EA6D-8CAE-4CA8-A4AE-CBE82EA043E5}" dt="2024-09-25T11:23:47.913" v="6450" actId="478"/>
          <ac:spMkLst>
            <pc:docMk/>
            <pc:sldMk cId="4115416855" sldId="2147480852"/>
            <ac:spMk id="56" creationId="{D9BF4AA1-427F-1D09-A7B3-85409BF2EFBF}"/>
          </ac:spMkLst>
        </pc:spChg>
        <pc:spChg chg="del">
          <ac:chgData name="Takeuchi, Koichiro" userId="b3848a05-443b-4434-8fa5-7398ca0c03c9" providerId="ADAL" clId="{AE71EA6D-8CAE-4CA8-A4AE-CBE82EA043E5}" dt="2024-09-25T11:23:47.913" v="6450" actId="478"/>
          <ac:spMkLst>
            <pc:docMk/>
            <pc:sldMk cId="4115416855" sldId="2147480852"/>
            <ac:spMk id="57" creationId="{EC0FF5E8-1971-8151-3F26-8D0128FAB9A3}"/>
          </ac:spMkLst>
        </pc:spChg>
        <pc:spChg chg="del">
          <ac:chgData name="Takeuchi, Koichiro" userId="b3848a05-443b-4434-8fa5-7398ca0c03c9" providerId="ADAL" clId="{AE71EA6D-8CAE-4CA8-A4AE-CBE82EA043E5}" dt="2024-09-25T11:23:47.913" v="6450" actId="478"/>
          <ac:spMkLst>
            <pc:docMk/>
            <pc:sldMk cId="4115416855" sldId="2147480852"/>
            <ac:spMk id="58" creationId="{66E8F1F8-6BF8-42B9-67A5-A4D45B562217}"/>
          </ac:spMkLst>
        </pc:spChg>
        <pc:spChg chg="del">
          <ac:chgData name="Takeuchi, Koichiro" userId="b3848a05-443b-4434-8fa5-7398ca0c03c9" providerId="ADAL" clId="{AE71EA6D-8CAE-4CA8-A4AE-CBE82EA043E5}" dt="2024-09-25T11:23:47.913" v="6450" actId="478"/>
          <ac:spMkLst>
            <pc:docMk/>
            <pc:sldMk cId="4115416855" sldId="2147480852"/>
            <ac:spMk id="59" creationId="{C4FC4CD3-41FC-3FB5-60A5-0403D7F16EDB}"/>
          </ac:spMkLst>
        </pc:spChg>
        <pc:grpChg chg="add mod">
          <ac:chgData name="Takeuchi, Koichiro" userId="b3848a05-443b-4434-8fa5-7398ca0c03c9" providerId="ADAL" clId="{AE71EA6D-8CAE-4CA8-A4AE-CBE82EA043E5}" dt="2024-09-25T11:23:48.173" v="6451"/>
          <ac:grpSpMkLst>
            <pc:docMk/>
            <pc:sldMk cId="4115416855" sldId="2147480852"/>
            <ac:grpSpMk id="13" creationId="{A026BA99-99FD-719E-26BD-BDBAC3B8ABC6}"/>
          </ac:grpSpMkLst>
        </pc:grpChg>
        <pc:grpChg chg="del">
          <ac:chgData name="Takeuchi, Koichiro" userId="b3848a05-443b-4434-8fa5-7398ca0c03c9" providerId="ADAL" clId="{AE71EA6D-8CAE-4CA8-A4AE-CBE82EA043E5}" dt="2024-09-25T11:23:44.660" v="6449" actId="478"/>
          <ac:grpSpMkLst>
            <pc:docMk/>
            <pc:sldMk cId="4115416855" sldId="2147480852"/>
            <ac:grpSpMk id="51" creationId="{A7DD5E8C-0FFE-21DF-858B-78B65BB5D233}"/>
          </ac:grpSpMkLst>
        </pc:grpChg>
        <pc:picChg chg="add mod">
          <ac:chgData name="Takeuchi, Koichiro" userId="b3848a05-443b-4434-8fa5-7398ca0c03c9" providerId="ADAL" clId="{AE71EA6D-8CAE-4CA8-A4AE-CBE82EA043E5}" dt="2024-09-25T11:23:48.173" v="6451"/>
          <ac:picMkLst>
            <pc:docMk/>
            <pc:sldMk cId="4115416855" sldId="2147480852"/>
            <ac:picMk id="12" creationId="{DDAD5CE1-AFE5-0818-B039-9FCBDF8670F2}"/>
          </ac:picMkLst>
        </pc:picChg>
        <pc:picChg chg="del">
          <ac:chgData name="Takeuchi, Koichiro" userId="b3848a05-443b-4434-8fa5-7398ca0c03c9" providerId="ADAL" clId="{AE71EA6D-8CAE-4CA8-A4AE-CBE82EA043E5}" dt="2024-09-25T11:23:44.660" v="6449" actId="478"/>
          <ac:picMkLst>
            <pc:docMk/>
            <pc:sldMk cId="4115416855" sldId="2147480852"/>
            <ac:picMk id="50" creationId="{D55FC026-BED1-F855-42C8-A6E0CC5FE510}"/>
          </ac:picMkLst>
        </pc:picChg>
      </pc:sldChg>
      <pc:sldChg chg="addSp delSp modSp add mod">
        <pc:chgData name="Takeuchi, Koichiro" userId="b3848a05-443b-4434-8fa5-7398ca0c03c9" providerId="ADAL" clId="{AE71EA6D-8CAE-4CA8-A4AE-CBE82EA043E5}" dt="2024-09-25T11:32:00.448" v="6967" actId="1035"/>
        <pc:sldMkLst>
          <pc:docMk/>
          <pc:sldMk cId="3344083266" sldId="2147480853"/>
        </pc:sldMkLst>
        <pc:spChg chg="mod">
          <ac:chgData name="Takeuchi, Koichiro" userId="b3848a05-443b-4434-8fa5-7398ca0c03c9" providerId="ADAL" clId="{AE71EA6D-8CAE-4CA8-A4AE-CBE82EA043E5}" dt="2024-09-25T11:26:04.805" v="6526" actId="20577"/>
          <ac:spMkLst>
            <pc:docMk/>
            <pc:sldMk cId="3344083266" sldId="2147480853"/>
            <ac:spMk id="2" creationId="{F4871F63-DD6D-6167-6041-1D262D2745C6}"/>
          </ac:spMkLst>
        </pc:spChg>
        <pc:spChg chg="mod">
          <ac:chgData name="Takeuchi, Koichiro" userId="b3848a05-443b-4434-8fa5-7398ca0c03c9" providerId="ADAL" clId="{AE71EA6D-8CAE-4CA8-A4AE-CBE82EA043E5}" dt="2024-09-25T11:31:45.920" v="6940" actId="20577"/>
          <ac:spMkLst>
            <pc:docMk/>
            <pc:sldMk cId="3344083266" sldId="2147480853"/>
            <ac:spMk id="3" creationId="{0C98F0AC-66A4-A6E6-A50C-620A0DD456A6}"/>
          </ac:spMkLst>
        </pc:spChg>
        <pc:spChg chg="del">
          <ac:chgData name="Takeuchi, Koichiro" userId="b3848a05-443b-4434-8fa5-7398ca0c03c9" providerId="ADAL" clId="{AE71EA6D-8CAE-4CA8-A4AE-CBE82EA043E5}" dt="2024-09-25T11:26:07.730" v="6527" actId="478"/>
          <ac:spMkLst>
            <pc:docMk/>
            <pc:sldMk cId="3344083266" sldId="2147480853"/>
            <ac:spMk id="4" creationId="{C8101EB1-9ED2-CF31-0FB9-CE23B61895D6}"/>
          </ac:spMkLst>
        </pc:spChg>
        <pc:spChg chg="add del mod">
          <ac:chgData name="Takeuchi, Koichiro" userId="b3848a05-443b-4434-8fa5-7398ca0c03c9" providerId="ADAL" clId="{AE71EA6D-8CAE-4CA8-A4AE-CBE82EA043E5}" dt="2024-09-25T11:26:10.473" v="6528" actId="478"/>
          <ac:spMkLst>
            <pc:docMk/>
            <pc:sldMk cId="3344083266" sldId="2147480853"/>
            <ac:spMk id="9" creationId="{46E0F631-96AE-B418-1B89-34F6D9D69143}"/>
          </ac:spMkLst>
        </pc:spChg>
        <pc:spChg chg="del">
          <ac:chgData name="Takeuchi, Koichiro" userId="b3848a05-443b-4434-8fa5-7398ca0c03c9" providerId="ADAL" clId="{AE71EA6D-8CAE-4CA8-A4AE-CBE82EA043E5}" dt="2024-09-25T11:26:19.877" v="6529" actId="478"/>
          <ac:spMkLst>
            <pc:docMk/>
            <pc:sldMk cId="3344083266" sldId="2147480853"/>
            <ac:spMk id="14" creationId="{AA64C16A-B209-2A5B-796B-56D751CA8FA8}"/>
          </ac:spMkLst>
        </pc:spChg>
        <pc:spChg chg="del">
          <ac:chgData name="Takeuchi, Koichiro" userId="b3848a05-443b-4434-8fa5-7398ca0c03c9" providerId="ADAL" clId="{AE71EA6D-8CAE-4CA8-A4AE-CBE82EA043E5}" dt="2024-09-25T11:26:19.877" v="6529" actId="478"/>
          <ac:spMkLst>
            <pc:docMk/>
            <pc:sldMk cId="3344083266" sldId="2147480853"/>
            <ac:spMk id="15" creationId="{E2AF5D4B-C51B-5020-53B2-C8C2CCF6EEAC}"/>
          </ac:spMkLst>
        </pc:spChg>
        <pc:spChg chg="del">
          <ac:chgData name="Takeuchi, Koichiro" userId="b3848a05-443b-4434-8fa5-7398ca0c03c9" providerId="ADAL" clId="{AE71EA6D-8CAE-4CA8-A4AE-CBE82EA043E5}" dt="2024-09-25T11:26:19.877" v="6529" actId="478"/>
          <ac:spMkLst>
            <pc:docMk/>
            <pc:sldMk cId="3344083266" sldId="2147480853"/>
            <ac:spMk id="16" creationId="{32812AF3-1533-4C09-A3A8-57B04DCAA817}"/>
          </ac:spMkLst>
        </pc:spChg>
        <pc:spChg chg="del">
          <ac:chgData name="Takeuchi, Koichiro" userId="b3848a05-443b-4434-8fa5-7398ca0c03c9" providerId="ADAL" clId="{AE71EA6D-8CAE-4CA8-A4AE-CBE82EA043E5}" dt="2024-09-25T11:26:19.877" v="6529" actId="478"/>
          <ac:spMkLst>
            <pc:docMk/>
            <pc:sldMk cId="3344083266" sldId="2147480853"/>
            <ac:spMk id="17" creationId="{813E4F5C-8202-4931-05FD-B273C0D2FFC7}"/>
          </ac:spMkLst>
        </pc:spChg>
        <pc:spChg chg="del">
          <ac:chgData name="Takeuchi, Koichiro" userId="b3848a05-443b-4434-8fa5-7398ca0c03c9" providerId="ADAL" clId="{AE71EA6D-8CAE-4CA8-A4AE-CBE82EA043E5}" dt="2024-09-25T11:26:19.877" v="6529" actId="478"/>
          <ac:spMkLst>
            <pc:docMk/>
            <pc:sldMk cId="3344083266" sldId="2147480853"/>
            <ac:spMk id="18" creationId="{C9925B9B-4BAF-3881-B6B3-C210A0D1A4B5}"/>
          </ac:spMkLst>
        </pc:spChg>
        <pc:spChg chg="del">
          <ac:chgData name="Takeuchi, Koichiro" userId="b3848a05-443b-4434-8fa5-7398ca0c03c9" providerId="ADAL" clId="{AE71EA6D-8CAE-4CA8-A4AE-CBE82EA043E5}" dt="2024-09-25T11:26:19.877" v="6529" actId="478"/>
          <ac:spMkLst>
            <pc:docMk/>
            <pc:sldMk cId="3344083266" sldId="2147480853"/>
            <ac:spMk id="19" creationId="{B9D5D212-975C-5E37-88A0-38CD9165E701}"/>
          </ac:spMkLst>
        </pc:spChg>
        <pc:spChg chg="del">
          <ac:chgData name="Takeuchi, Koichiro" userId="b3848a05-443b-4434-8fa5-7398ca0c03c9" providerId="ADAL" clId="{AE71EA6D-8CAE-4CA8-A4AE-CBE82EA043E5}" dt="2024-09-25T11:26:19.877" v="6529" actId="478"/>
          <ac:spMkLst>
            <pc:docMk/>
            <pc:sldMk cId="3344083266" sldId="2147480853"/>
            <ac:spMk id="20" creationId="{9EB74300-1502-32F5-88AE-5FF9D2C51566}"/>
          </ac:spMkLst>
        </pc:spChg>
        <pc:spChg chg="del">
          <ac:chgData name="Takeuchi, Koichiro" userId="b3848a05-443b-4434-8fa5-7398ca0c03c9" providerId="ADAL" clId="{AE71EA6D-8CAE-4CA8-A4AE-CBE82EA043E5}" dt="2024-09-25T11:26:19.877" v="6529" actId="478"/>
          <ac:spMkLst>
            <pc:docMk/>
            <pc:sldMk cId="3344083266" sldId="2147480853"/>
            <ac:spMk id="21" creationId="{EEDBE511-7B5A-F39F-91A3-AA747558E2F3}"/>
          </ac:spMkLst>
        </pc:spChg>
        <pc:spChg chg="del">
          <ac:chgData name="Takeuchi, Koichiro" userId="b3848a05-443b-4434-8fa5-7398ca0c03c9" providerId="ADAL" clId="{AE71EA6D-8CAE-4CA8-A4AE-CBE82EA043E5}" dt="2024-09-25T11:26:19.877" v="6529" actId="478"/>
          <ac:spMkLst>
            <pc:docMk/>
            <pc:sldMk cId="3344083266" sldId="2147480853"/>
            <ac:spMk id="22" creationId="{D399909A-C331-AD0B-2161-254320A5A142}"/>
          </ac:spMkLst>
        </pc:spChg>
        <pc:spChg chg="del">
          <ac:chgData name="Takeuchi, Koichiro" userId="b3848a05-443b-4434-8fa5-7398ca0c03c9" providerId="ADAL" clId="{AE71EA6D-8CAE-4CA8-A4AE-CBE82EA043E5}" dt="2024-09-25T11:26:19.877" v="6529" actId="478"/>
          <ac:spMkLst>
            <pc:docMk/>
            <pc:sldMk cId="3344083266" sldId="2147480853"/>
            <ac:spMk id="23" creationId="{E093ED8A-3091-B51D-7074-E470357147D2}"/>
          </ac:spMkLst>
        </pc:spChg>
        <pc:spChg chg="add mod">
          <ac:chgData name="Takeuchi, Koichiro" userId="b3848a05-443b-4434-8fa5-7398ca0c03c9" providerId="ADAL" clId="{AE71EA6D-8CAE-4CA8-A4AE-CBE82EA043E5}" dt="2024-09-25T11:32:00.448" v="6967" actId="1035"/>
          <ac:spMkLst>
            <pc:docMk/>
            <pc:sldMk cId="3344083266" sldId="2147480853"/>
            <ac:spMk id="25" creationId="{F0E82059-DA70-2946-684D-0E65CC48F9DC}"/>
          </ac:spMkLst>
        </pc:spChg>
        <pc:spChg chg="del">
          <ac:chgData name="Takeuchi, Koichiro" userId="b3848a05-443b-4434-8fa5-7398ca0c03c9" providerId="ADAL" clId="{AE71EA6D-8CAE-4CA8-A4AE-CBE82EA043E5}" dt="2024-09-25T11:26:23.121" v="6530" actId="478"/>
          <ac:spMkLst>
            <pc:docMk/>
            <pc:sldMk cId="3344083266" sldId="2147480853"/>
            <ac:spMk id="26" creationId="{0007F55F-2C48-961E-0556-1764DDFFC7F2}"/>
          </ac:spMkLst>
        </pc:spChg>
        <pc:spChg chg="del">
          <ac:chgData name="Takeuchi, Koichiro" userId="b3848a05-443b-4434-8fa5-7398ca0c03c9" providerId="ADAL" clId="{AE71EA6D-8CAE-4CA8-A4AE-CBE82EA043E5}" dt="2024-09-25T11:26:19.877" v="6529" actId="478"/>
          <ac:spMkLst>
            <pc:docMk/>
            <pc:sldMk cId="3344083266" sldId="2147480853"/>
            <ac:spMk id="27" creationId="{5BB30AA3-198A-7236-166E-910118D09B2A}"/>
          </ac:spMkLst>
        </pc:spChg>
        <pc:spChg chg="del">
          <ac:chgData name="Takeuchi, Koichiro" userId="b3848a05-443b-4434-8fa5-7398ca0c03c9" providerId="ADAL" clId="{AE71EA6D-8CAE-4CA8-A4AE-CBE82EA043E5}" dt="2024-09-25T11:26:19.877" v="6529" actId="478"/>
          <ac:spMkLst>
            <pc:docMk/>
            <pc:sldMk cId="3344083266" sldId="2147480853"/>
            <ac:spMk id="28" creationId="{A17D9638-4AF9-1407-0658-8BEBEA4CD0E7}"/>
          </ac:spMkLst>
        </pc:spChg>
        <pc:spChg chg="del">
          <ac:chgData name="Takeuchi, Koichiro" userId="b3848a05-443b-4434-8fa5-7398ca0c03c9" providerId="ADAL" clId="{AE71EA6D-8CAE-4CA8-A4AE-CBE82EA043E5}" dt="2024-09-25T11:26:19.877" v="6529" actId="478"/>
          <ac:spMkLst>
            <pc:docMk/>
            <pc:sldMk cId="3344083266" sldId="2147480853"/>
            <ac:spMk id="29" creationId="{28208F67-E3E2-5A24-2911-A976F1F4BC62}"/>
          </ac:spMkLst>
        </pc:spChg>
        <pc:spChg chg="add mod">
          <ac:chgData name="Takeuchi, Koichiro" userId="b3848a05-443b-4434-8fa5-7398ca0c03c9" providerId="ADAL" clId="{AE71EA6D-8CAE-4CA8-A4AE-CBE82EA043E5}" dt="2024-09-25T11:32:00.448" v="6967" actId="1035"/>
          <ac:spMkLst>
            <pc:docMk/>
            <pc:sldMk cId="3344083266" sldId="2147480853"/>
            <ac:spMk id="33" creationId="{B19BAF04-1F57-1B94-C7CE-A66AD973BE1E}"/>
          </ac:spMkLst>
        </pc:spChg>
        <pc:spChg chg="add mod">
          <ac:chgData name="Takeuchi, Koichiro" userId="b3848a05-443b-4434-8fa5-7398ca0c03c9" providerId="ADAL" clId="{AE71EA6D-8CAE-4CA8-A4AE-CBE82EA043E5}" dt="2024-09-25T11:32:00.448" v="6967" actId="1035"/>
          <ac:spMkLst>
            <pc:docMk/>
            <pc:sldMk cId="3344083266" sldId="2147480853"/>
            <ac:spMk id="67" creationId="{B66594BC-4A01-BC94-3544-DF122D6333ED}"/>
          </ac:spMkLst>
        </pc:spChg>
        <pc:spChg chg="del">
          <ac:chgData name="Takeuchi, Koichiro" userId="b3848a05-443b-4434-8fa5-7398ca0c03c9" providerId="ADAL" clId="{AE71EA6D-8CAE-4CA8-A4AE-CBE82EA043E5}" dt="2024-09-25T11:26:19.877" v="6529" actId="478"/>
          <ac:spMkLst>
            <pc:docMk/>
            <pc:sldMk cId="3344083266" sldId="2147480853"/>
            <ac:spMk id="68" creationId="{78224FF3-FC45-4C1E-B2D4-39E91DD1BA6B}"/>
          </ac:spMkLst>
        </pc:spChg>
        <pc:spChg chg="del">
          <ac:chgData name="Takeuchi, Koichiro" userId="b3848a05-443b-4434-8fa5-7398ca0c03c9" providerId="ADAL" clId="{AE71EA6D-8CAE-4CA8-A4AE-CBE82EA043E5}" dt="2024-09-25T11:26:19.877" v="6529" actId="478"/>
          <ac:spMkLst>
            <pc:docMk/>
            <pc:sldMk cId="3344083266" sldId="2147480853"/>
            <ac:spMk id="69" creationId="{C9F0B1BF-2D51-9CB8-90DA-50F0CD092929}"/>
          </ac:spMkLst>
        </pc:spChg>
        <pc:spChg chg="add mod">
          <ac:chgData name="Takeuchi, Koichiro" userId="b3848a05-443b-4434-8fa5-7398ca0c03c9" providerId="ADAL" clId="{AE71EA6D-8CAE-4CA8-A4AE-CBE82EA043E5}" dt="2024-09-25T11:32:00.448" v="6967" actId="1035"/>
          <ac:spMkLst>
            <pc:docMk/>
            <pc:sldMk cId="3344083266" sldId="2147480853"/>
            <ac:spMk id="70" creationId="{EB486A8F-243B-3198-66C5-AD3A80E7FB53}"/>
          </ac:spMkLst>
        </pc:spChg>
        <pc:spChg chg="del">
          <ac:chgData name="Takeuchi, Koichiro" userId="b3848a05-443b-4434-8fa5-7398ca0c03c9" providerId="ADAL" clId="{AE71EA6D-8CAE-4CA8-A4AE-CBE82EA043E5}" dt="2024-09-25T11:26:19.877" v="6529" actId="478"/>
          <ac:spMkLst>
            <pc:docMk/>
            <pc:sldMk cId="3344083266" sldId="2147480853"/>
            <ac:spMk id="80" creationId="{E0365989-CA2F-7083-A760-26BE1FBBEDFC}"/>
          </ac:spMkLst>
        </pc:spChg>
        <pc:spChg chg="del">
          <ac:chgData name="Takeuchi, Koichiro" userId="b3848a05-443b-4434-8fa5-7398ca0c03c9" providerId="ADAL" clId="{AE71EA6D-8CAE-4CA8-A4AE-CBE82EA043E5}" dt="2024-09-25T11:26:19.877" v="6529" actId="478"/>
          <ac:spMkLst>
            <pc:docMk/>
            <pc:sldMk cId="3344083266" sldId="2147480853"/>
            <ac:spMk id="81" creationId="{C09A1A30-7D2E-1983-17DB-6BE5C1289B1D}"/>
          </ac:spMkLst>
        </pc:spChg>
        <pc:spChg chg="del">
          <ac:chgData name="Takeuchi, Koichiro" userId="b3848a05-443b-4434-8fa5-7398ca0c03c9" providerId="ADAL" clId="{AE71EA6D-8CAE-4CA8-A4AE-CBE82EA043E5}" dt="2024-09-25T11:26:19.877" v="6529" actId="478"/>
          <ac:spMkLst>
            <pc:docMk/>
            <pc:sldMk cId="3344083266" sldId="2147480853"/>
            <ac:spMk id="82" creationId="{4594B8C7-E951-E8CA-58A4-31D171AE0DFB}"/>
          </ac:spMkLst>
        </pc:spChg>
        <pc:spChg chg="del">
          <ac:chgData name="Takeuchi, Koichiro" userId="b3848a05-443b-4434-8fa5-7398ca0c03c9" providerId="ADAL" clId="{AE71EA6D-8CAE-4CA8-A4AE-CBE82EA043E5}" dt="2024-09-25T11:26:19.877" v="6529" actId="478"/>
          <ac:spMkLst>
            <pc:docMk/>
            <pc:sldMk cId="3344083266" sldId="2147480853"/>
            <ac:spMk id="83" creationId="{CA6ED5D1-DCBE-DEAF-718D-15B9BFB29B2D}"/>
          </ac:spMkLst>
        </pc:spChg>
        <pc:spChg chg="del">
          <ac:chgData name="Takeuchi, Koichiro" userId="b3848a05-443b-4434-8fa5-7398ca0c03c9" providerId="ADAL" clId="{AE71EA6D-8CAE-4CA8-A4AE-CBE82EA043E5}" dt="2024-09-25T11:26:19.877" v="6529" actId="478"/>
          <ac:spMkLst>
            <pc:docMk/>
            <pc:sldMk cId="3344083266" sldId="2147480853"/>
            <ac:spMk id="84" creationId="{11E16BF4-7306-4541-C57B-DC8373C340B5}"/>
          </ac:spMkLst>
        </pc:spChg>
        <pc:spChg chg="del">
          <ac:chgData name="Takeuchi, Koichiro" userId="b3848a05-443b-4434-8fa5-7398ca0c03c9" providerId="ADAL" clId="{AE71EA6D-8CAE-4CA8-A4AE-CBE82EA043E5}" dt="2024-09-25T11:26:19.877" v="6529" actId="478"/>
          <ac:spMkLst>
            <pc:docMk/>
            <pc:sldMk cId="3344083266" sldId="2147480853"/>
            <ac:spMk id="85" creationId="{DCB8FC62-BDC2-2CF6-8C09-D5A6CD2BC3E1}"/>
          </ac:spMkLst>
        </pc:spChg>
        <pc:grpChg chg="del">
          <ac:chgData name="Takeuchi, Koichiro" userId="b3848a05-443b-4434-8fa5-7398ca0c03c9" providerId="ADAL" clId="{AE71EA6D-8CAE-4CA8-A4AE-CBE82EA043E5}" dt="2024-09-25T11:26:19.877" v="6529" actId="478"/>
          <ac:grpSpMkLst>
            <pc:docMk/>
            <pc:sldMk cId="3344083266" sldId="2147480853"/>
            <ac:grpSpMk id="13" creationId="{5C5E99E5-708B-B4E2-D577-494B5D69BA62}"/>
          </ac:grpSpMkLst>
        </pc:grpChg>
        <pc:grpChg chg="del">
          <ac:chgData name="Takeuchi, Koichiro" userId="b3848a05-443b-4434-8fa5-7398ca0c03c9" providerId="ADAL" clId="{AE71EA6D-8CAE-4CA8-A4AE-CBE82EA043E5}" dt="2024-09-25T11:26:19.877" v="6529" actId="478"/>
          <ac:grpSpMkLst>
            <pc:docMk/>
            <pc:sldMk cId="3344083266" sldId="2147480853"/>
            <ac:grpSpMk id="47" creationId="{E70F471B-F500-CC93-AE52-C5D2630CA66F}"/>
          </ac:grpSpMkLst>
        </pc:grpChg>
        <pc:grpChg chg="del">
          <ac:chgData name="Takeuchi, Koichiro" userId="b3848a05-443b-4434-8fa5-7398ca0c03c9" providerId="ADAL" clId="{AE71EA6D-8CAE-4CA8-A4AE-CBE82EA043E5}" dt="2024-09-25T11:26:19.877" v="6529" actId="478"/>
          <ac:grpSpMkLst>
            <pc:docMk/>
            <pc:sldMk cId="3344083266" sldId="2147480853"/>
            <ac:grpSpMk id="48" creationId="{22521FBB-FB27-B4FE-9EE3-8C2306D2CCBA}"/>
          </ac:grpSpMkLst>
        </pc:grpChg>
        <pc:grpChg chg="del">
          <ac:chgData name="Takeuchi, Koichiro" userId="b3848a05-443b-4434-8fa5-7398ca0c03c9" providerId="ADAL" clId="{AE71EA6D-8CAE-4CA8-A4AE-CBE82EA043E5}" dt="2024-09-25T11:26:19.877" v="6529" actId="478"/>
          <ac:grpSpMkLst>
            <pc:docMk/>
            <pc:sldMk cId="3344083266" sldId="2147480853"/>
            <ac:grpSpMk id="49" creationId="{C728D113-7E16-7741-E4E4-1DA1DDC2A22E}"/>
          </ac:grpSpMkLst>
        </pc:grpChg>
        <pc:grpChg chg="del">
          <ac:chgData name="Takeuchi, Koichiro" userId="b3848a05-443b-4434-8fa5-7398ca0c03c9" providerId="ADAL" clId="{AE71EA6D-8CAE-4CA8-A4AE-CBE82EA043E5}" dt="2024-09-25T11:26:19.877" v="6529" actId="478"/>
          <ac:grpSpMkLst>
            <pc:docMk/>
            <pc:sldMk cId="3344083266" sldId="2147480853"/>
            <ac:grpSpMk id="58" creationId="{02E71618-9A39-6CCE-225F-04C1E91E67A7}"/>
          </ac:grpSpMkLst>
        </pc:grpChg>
        <pc:grpChg chg="del">
          <ac:chgData name="Takeuchi, Koichiro" userId="b3848a05-443b-4434-8fa5-7398ca0c03c9" providerId="ADAL" clId="{AE71EA6D-8CAE-4CA8-A4AE-CBE82EA043E5}" dt="2024-09-25T11:26:19.877" v="6529" actId="478"/>
          <ac:grpSpMkLst>
            <pc:docMk/>
            <pc:sldMk cId="3344083266" sldId="2147480853"/>
            <ac:grpSpMk id="71" creationId="{9E437840-817A-119F-180D-0F1761543670}"/>
          </ac:grpSpMkLst>
        </pc:grpChg>
        <pc:picChg chg="del">
          <ac:chgData name="Takeuchi, Koichiro" userId="b3848a05-443b-4434-8fa5-7398ca0c03c9" providerId="ADAL" clId="{AE71EA6D-8CAE-4CA8-A4AE-CBE82EA043E5}" dt="2024-09-25T11:26:19.877" v="6529" actId="478"/>
          <ac:picMkLst>
            <pc:docMk/>
            <pc:sldMk cId="3344083266" sldId="2147480853"/>
            <ac:picMk id="8" creationId="{3D764613-8918-F736-DE34-204B85180D3F}"/>
          </ac:picMkLst>
        </pc:picChg>
        <pc:picChg chg="del">
          <ac:chgData name="Takeuchi, Koichiro" userId="b3848a05-443b-4434-8fa5-7398ca0c03c9" providerId="ADAL" clId="{AE71EA6D-8CAE-4CA8-A4AE-CBE82EA043E5}" dt="2024-09-25T11:26:19.877" v="6529" actId="478"/>
          <ac:picMkLst>
            <pc:docMk/>
            <pc:sldMk cId="3344083266" sldId="2147480853"/>
            <ac:picMk id="10" creationId="{D54926C7-AE94-C884-46A4-580622587C19}"/>
          </ac:picMkLst>
        </pc:picChg>
        <pc:picChg chg="add mod">
          <ac:chgData name="Takeuchi, Koichiro" userId="b3848a05-443b-4434-8fa5-7398ca0c03c9" providerId="ADAL" clId="{AE71EA6D-8CAE-4CA8-A4AE-CBE82EA043E5}" dt="2024-09-25T11:32:00.448" v="6967" actId="1035"/>
          <ac:picMkLst>
            <pc:docMk/>
            <pc:sldMk cId="3344083266" sldId="2147480853"/>
            <ac:picMk id="24" creationId="{C1499C9F-63EC-0721-42A5-FC8207B5DD0F}"/>
          </ac:picMkLst>
        </pc:picChg>
        <pc:cxnChg chg="add mod">
          <ac:chgData name="Takeuchi, Koichiro" userId="b3848a05-443b-4434-8fa5-7398ca0c03c9" providerId="ADAL" clId="{AE71EA6D-8CAE-4CA8-A4AE-CBE82EA043E5}" dt="2024-09-25T11:32:00.448" v="6967" actId="1035"/>
          <ac:cxnSpMkLst>
            <pc:docMk/>
            <pc:sldMk cId="3344083266" sldId="2147480853"/>
            <ac:cxnSpMk id="86" creationId="{34D49FCE-3F13-8BC2-9DDD-4D3BBDBAB94F}"/>
          </ac:cxnSpMkLst>
        </pc:cxnChg>
        <pc:cxnChg chg="add mod">
          <ac:chgData name="Takeuchi, Koichiro" userId="b3848a05-443b-4434-8fa5-7398ca0c03c9" providerId="ADAL" clId="{AE71EA6D-8CAE-4CA8-A4AE-CBE82EA043E5}" dt="2024-09-25T11:32:00.448" v="6967" actId="1035"/>
          <ac:cxnSpMkLst>
            <pc:docMk/>
            <pc:sldMk cId="3344083266" sldId="2147480853"/>
            <ac:cxnSpMk id="87" creationId="{3FB62735-F178-5A68-2156-CFF8B0E7A736}"/>
          </ac:cxnSpMkLst>
        </pc:cxnChg>
      </pc:sldChg>
      <pc:sldChg chg="add del ord">
        <pc:chgData name="Takeuchi, Koichiro" userId="b3848a05-443b-4434-8fa5-7398ca0c03c9" providerId="ADAL" clId="{AE71EA6D-8CAE-4CA8-A4AE-CBE82EA043E5}" dt="2024-09-25T23:28:45.945" v="8629" actId="47"/>
        <pc:sldMkLst>
          <pc:docMk/>
          <pc:sldMk cId="1883517863" sldId="2147480854"/>
        </pc:sldMkLst>
      </pc:sldChg>
      <pc:sldChg chg="addSp delSp modSp add mod">
        <pc:chgData name="Takeuchi, Koichiro" userId="b3848a05-443b-4434-8fa5-7398ca0c03c9" providerId="ADAL" clId="{AE71EA6D-8CAE-4CA8-A4AE-CBE82EA043E5}" dt="2024-09-26T01:40:05.612" v="11499" actId="20577"/>
        <pc:sldMkLst>
          <pc:docMk/>
          <pc:sldMk cId="902381730" sldId="2147480855"/>
        </pc:sldMkLst>
        <pc:spChg chg="mod">
          <ac:chgData name="Takeuchi, Koichiro" userId="b3848a05-443b-4434-8fa5-7398ca0c03c9" providerId="ADAL" clId="{AE71EA6D-8CAE-4CA8-A4AE-CBE82EA043E5}" dt="2024-09-26T01:33:43.969" v="11156" actId="20577"/>
          <ac:spMkLst>
            <pc:docMk/>
            <pc:sldMk cId="902381730" sldId="2147480855"/>
            <ac:spMk id="2" creationId="{2E73C4BD-07DA-E92F-E6E6-03E77D0C292E}"/>
          </ac:spMkLst>
        </pc:spChg>
        <pc:spChg chg="mod">
          <ac:chgData name="Takeuchi, Koichiro" userId="b3848a05-443b-4434-8fa5-7398ca0c03c9" providerId="ADAL" clId="{AE71EA6D-8CAE-4CA8-A4AE-CBE82EA043E5}" dt="2024-09-26T01:21:45.768" v="10269" actId="20577"/>
          <ac:spMkLst>
            <pc:docMk/>
            <pc:sldMk cId="902381730" sldId="2147480855"/>
            <ac:spMk id="3" creationId="{A63CCEC0-4EC9-A937-1737-25F942C96D84}"/>
          </ac:spMkLst>
        </pc:spChg>
        <pc:spChg chg="mod">
          <ac:chgData name="Takeuchi, Koichiro" userId="b3848a05-443b-4434-8fa5-7398ca0c03c9" providerId="ADAL" clId="{AE71EA6D-8CAE-4CA8-A4AE-CBE82EA043E5}" dt="2024-09-25T11:32:40.652" v="7000" actId="20577"/>
          <ac:spMkLst>
            <pc:docMk/>
            <pc:sldMk cId="902381730" sldId="2147480855"/>
            <ac:spMk id="4" creationId="{726E7864-2102-B59E-0C8D-4ADA30B05C08}"/>
          </ac:spMkLst>
        </pc:spChg>
        <pc:spChg chg="del">
          <ac:chgData name="Takeuchi, Koichiro" userId="b3848a05-443b-4434-8fa5-7398ca0c03c9" providerId="ADAL" clId="{AE71EA6D-8CAE-4CA8-A4AE-CBE82EA043E5}" dt="2024-09-25T11:32:49.022" v="7001" actId="478"/>
          <ac:spMkLst>
            <pc:docMk/>
            <pc:sldMk cId="902381730" sldId="2147480855"/>
            <ac:spMk id="7" creationId="{04D41AFC-C715-1823-BF6E-ECDEFE0F537A}"/>
          </ac:spMkLst>
        </pc:spChg>
        <pc:spChg chg="del">
          <ac:chgData name="Takeuchi, Koichiro" userId="b3848a05-443b-4434-8fa5-7398ca0c03c9" providerId="ADAL" clId="{AE71EA6D-8CAE-4CA8-A4AE-CBE82EA043E5}" dt="2024-09-25T11:32:49.022" v="7001" actId="478"/>
          <ac:spMkLst>
            <pc:docMk/>
            <pc:sldMk cId="902381730" sldId="2147480855"/>
            <ac:spMk id="14" creationId="{1B16D3A4-8048-FCC6-10FE-A0F8D2C7D8E5}"/>
          </ac:spMkLst>
        </pc:spChg>
        <pc:spChg chg="del">
          <ac:chgData name="Takeuchi, Koichiro" userId="b3848a05-443b-4434-8fa5-7398ca0c03c9" providerId="ADAL" clId="{AE71EA6D-8CAE-4CA8-A4AE-CBE82EA043E5}" dt="2024-09-25T11:32:49.022" v="7001" actId="478"/>
          <ac:spMkLst>
            <pc:docMk/>
            <pc:sldMk cId="902381730" sldId="2147480855"/>
            <ac:spMk id="28" creationId="{505F4031-205C-8EFA-4102-9D73C5F793E4}"/>
          </ac:spMkLst>
        </pc:spChg>
        <pc:spChg chg="del">
          <ac:chgData name="Takeuchi, Koichiro" userId="b3848a05-443b-4434-8fa5-7398ca0c03c9" providerId="ADAL" clId="{AE71EA6D-8CAE-4CA8-A4AE-CBE82EA043E5}" dt="2024-09-25T11:32:49.022" v="7001" actId="478"/>
          <ac:spMkLst>
            <pc:docMk/>
            <pc:sldMk cId="902381730" sldId="2147480855"/>
            <ac:spMk id="29" creationId="{A748A8EB-87B6-8C46-112E-C7ED19C1DDD2}"/>
          </ac:spMkLst>
        </pc:spChg>
        <pc:spChg chg="del">
          <ac:chgData name="Takeuchi, Koichiro" userId="b3848a05-443b-4434-8fa5-7398ca0c03c9" providerId="ADAL" clId="{AE71EA6D-8CAE-4CA8-A4AE-CBE82EA043E5}" dt="2024-09-25T11:32:49.022" v="7001" actId="478"/>
          <ac:spMkLst>
            <pc:docMk/>
            <pc:sldMk cId="902381730" sldId="2147480855"/>
            <ac:spMk id="39" creationId="{D271E15F-9DA9-0AF9-6DBD-2B89BE93A74D}"/>
          </ac:spMkLst>
        </pc:spChg>
        <pc:spChg chg="del">
          <ac:chgData name="Takeuchi, Koichiro" userId="b3848a05-443b-4434-8fa5-7398ca0c03c9" providerId="ADAL" clId="{AE71EA6D-8CAE-4CA8-A4AE-CBE82EA043E5}" dt="2024-09-25T11:32:49.022" v="7001" actId="478"/>
          <ac:spMkLst>
            <pc:docMk/>
            <pc:sldMk cId="902381730" sldId="2147480855"/>
            <ac:spMk id="40" creationId="{6B480E5C-B6F1-7070-872B-7E44BC8558CD}"/>
          </ac:spMkLst>
        </pc:spChg>
        <pc:spChg chg="del">
          <ac:chgData name="Takeuchi, Koichiro" userId="b3848a05-443b-4434-8fa5-7398ca0c03c9" providerId="ADAL" clId="{AE71EA6D-8CAE-4CA8-A4AE-CBE82EA043E5}" dt="2024-09-25T11:32:49.022" v="7001" actId="478"/>
          <ac:spMkLst>
            <pc:docMk/>
            <pc:sldMk cId="902381730" sldId="2147480855"/>
            <ac:spMk id="41" creationId="{D28131A0-047A-05B1-8D5E-65018C7FEF77}"/>
          </ac:spMkLst>
        </pc:spChg>
        <pc:spChg chg="del">
          <ac:chgData name="Takeuchi, Koichiro" userId="b3848a05-443b-4434-8fa5-7398ca0c03c9" providerId="ADAL" clId="{AE71EA6D-8CAE-4CA8-A4AE-CBE82EA043E5}" dt="2024-09-25T11:32:49.022" v="7001" actId="478"/>
          <ac:spMkLst>
            <pc:docMk/>
            <pc:sldMk cId="902381730" sldId="2147480855"/>
            <ac:spMk id="42" creationId="{E9D67230-30D7-8F0F-1BD0-A6BA820A7D1B}"/>
          </ac:spMkLst>
        </pc:spChg>
        <pc:spChg chg="del">
          <ac:chgData name="Takeuchi, Koichiro" userId="b3848a05-443b-4434-8fa5-7398ca0c03c9" providerId="ADAL" clId="{AE71EA6D-8CAE-4CA8-A4AE-CBE82EA043E5}" dt="2024-09-25T11:32:49.022" v="7001" actId="478"/>
          <ac:spMkLst>
            <pc:docMk/>
            <pc:sldMk cId="902381730" sldId="2147480855"/>
            <ac:spMk id="43" creationId="{4799A0D8-0238-85E7-EEAF-651EB881A813}"/>
          </ac:spMkLst>
        </pc:spChg>
        <pc:spChg chg="del">
          <ac:chgData name="Takeuchi, Koichiro" userId="b3848a05-443b-4434-8fa5-7398ca0c03c9" providerId="ADAL" clId="{AE71EA6D-8CAE-4CA8-A4AE-CBE82EA043E5}" dt="2024-09-25T11:32:49.022" v="7001" actId="478"/>
          <ac:spMkLst>
            <pc:docMk/>
            <pc:sldMk cId="902381730" sldId="2147480855"/>
            <ac:spMk id="44" creationId="{C02C02B9-BA8C-84EF-7647-0473130E509F}"/>
          </ac:spMkLst>
        </pc:spChg>
        <pc:spChg chg="del">
          <ac:chgData name="Takeuchi, Koichiro" userId="b3848a05-443b-4434-8fa5-7398ca0c03c9" providerId="ADAL" clId="{AE71EA6D-8CAE-4CA8-A4AE-CBE82EA043E5}" dt="2024-09-25T11:32:49.022" v="7001" actId="478"/>
          <ac:spMkLst>
            <pc:docMk/>
            <pc:sldMk cId="902381730" sldId="2147480855"/>
            <ac:spMk id="45" creationId="{E91FA006-37C9-2760-094F-E613E764056A}"/>
          </ac:spMkLst>
        </pc:spChg>
        <pc:spChg chg="del">
          <ac:chgData name="Takeuchi, Koichiro" userId="b3848a05-443b-4434-8fa5-7398ca0c03c9" providerId="ADAL" clId="{AE71EA6D-8CAE-4CA8-A4AE-CBE82EA043E5}" dt="2024-09-25T11:32:49.022" v="7001" actId="478"/>
          <ac:spMkLst>
            <pc:docMk/>
            <pc:sldMk cId="902381730" sldId="2147480855"/>
            <ac:spMk id="46" creationId="{F9239200-0334-8AF6-B770-474F65C7AB8C}"/>
          </ac:spMkLst>
        </pc:spChg>
        <pc:spChg chg="del">
          <ac:chgData name="Takeuchi, Koichiro" userId="b3848a05-443b-4434-8fa5-7398ca0c03c9" providerId="ADAL" clId="{AE71EA6D-8CAE-4CA8-A4AE-CBE82EA043E5}" dt="2024-09-25T11:32:49.022" v="7001" actId="478"/>
          <ac:spMkLst>
            <pc:docMk/>
            <pc:sldMk cId="902381730" sldId="2147480855"/>
            <ac:spMk id="47" creationId="{561DD742-1C58-6E9B-B8EC-B3B9BC0A4EA5}"/>
          </ac:spMkLst>
        </pc:spChg>
        <pc:spChg chg="add mod">
          <ac:chgData name="Takeuchi, Koichiro" userId="b3848a05-443b-4434-8fa5-7398ca0c03c9" providerId="ADAL" clId="{AE71EA6D-8CAE-4CA8-A4AE-CBE82EA043E5}" dt="2024-09-26T01:33:27.199" v="11148" actId="164"/>
          <ac:spMkLst>
            <pc:docMk/>
            <pc:sldMk cId="902381730" sldId="2147480855"/>
            <ac:spMk id="50" creationId="{398912D2-94C1-66EA-B32A-56AB87D85DAD}"/>
          </ac:spMkLst>
        </pc:spChg>
        <pc:spChg chg="add mod">
          <ac:chgData name="Takeuchi, Koichiro" userId="b3848a05-443b-4434-8fa5-7398ca0c03c9" providerId="ADAL" clId="{AE71EA6D-8CAE-4CA8-A4AE-CBE82EA043E5}" dt="2024-09-26T01:33:25.543" v="11147" actId="164"/>
          <ac:spMkLst>
            <pc:docMk/>
            <pc:sldMk cId="902381730" sldId="2147480855"/>
            <ac:spMk id="51" creationId="{CC7C3D79-5A46-5A45-4492-18EDA5B35A46}"/>
          </ac:spMkLst>
        </pc:spChg>
        <pc:spChg chg="add mod">
          <ac:chgData name="Takeuchi, Koichiro" userId="b3848a05-443b-4434-8fa5-7398ca0c03c9" providerId="ADAL" clId="{AE71EA6D-8CAE-4CA8-A4AE-CBE82EA043E5}" dt="2024-09-26T01:33:23.714" v="11146" actId="164"/>
          <ac:spMkLst>
            <pc:docMk/>
            <pc:sldMk cId="902381730" sldId="2147480855"/>
            <ac:spMk id="52" creationId="{A03224E5-AE53-3F93-6BC4-962ACBE3BB97}"/>
          </ac:spMkLst>
        </pc:spChg>
        <pc:spChg chg="add mod">
          <ac:chgData name="Takeuchi, Koichiro" userId="b3848a05-443b-4434-8fa5-7398ca0c03c9" providerId="ADAL" clId="{AE71EA6D-8CAE-4CA8-A4AE-CBE82EA043E5}" dt="2024-09-26T01:33:21.791" v="11145" actId="164"/>
          <ac:spMkLst>
            <pc:docMk/>
            <pc:sldMk cId="902381730" sldId="2147480855"/>
            <ac:spMk id="53" creationId="{DDB54F8E-7B13-E408-107D-9148C50C50B1}"/>
          </ac:spMkLst>
        </pc:spChg>
        <pc:spChg chg="add mod">
          <ac:chgData name="Takeuchi, Koichiro" userId="b3848a05-443b-4434-8fa5-7398ca0c03c9" providerId="ADAL" clId="{AE71EA6D-8CAE-4CA8-A4AE-CBE82EA043E5}" dt="2024-09-26T01:33:19.957" v="11144" actId="164"/>
          <ac:spMkLst>
            <pc:docMk/>
            <pc:sldMk cId="902381730" sldId="2147480855"/>
            <ac:spMk id="54" creationId="{B32A7A4B-3172-731C-3B87-6C49899DB31B}"/>
          </ac:spMkLst>
        </pc:spChg>
        <pc:spChg chg="add mod">
          <ac:chgData name="Takeuchi, Koichiro" userId="b3848a05-443b-4434-8fa5-7398ca0c03c9" providerId="ADAL" clId="{AE71EA6D-8CAE-4CA8-A4AE-CBE82EA043E5}" dt="2024-09-26T01:33:17.507" v="11143" actId="164"/>
          <ac:spMkLst>
            <pc:docMk/>
            <pc:sldMk cId="902381730" sldId="2147480855"/>
            <ac:spMk id="55" creationId="{088E7AB7-D4F9-4310-0333-FCA0BF3FF8C0}"/>
          </ac:spMkLst>
        </pc:spChg>
        <pc:spChg chg="add mod">
          <ac:chgData name="Takeuchi, Koichiro" userId="b3848a05-443b-4434-8fa5-7398ca0c03c9" providerId="ADAL" clId="{AE71EA6D-8CAE-4CA8-A4AE-CBE82EA043E5}" dt="2024-09-26T01:33:27.199" v="11148" actId="164"/>
          <ac:spMkLst>
            <pc:docMk/>
            <pc:sldMk cId="902381730" sldId="2147480855"/>
            <ac:spMk id="56" creationId="{C19D196A-984E-043C-5011-816354D0BEF2}"/>
          </ac:spMkLst>
        </pc:spChg>
        <pc:spChg chg="add mod">
          <ac:chgData name="Takeuchi, Koichiro" userId="b3848a05-443b-4434-8fa5-7398ca0c03c9" providerId="ADAL" clId="{AE71EA6D-8CAE-4CA8-A4AE-CBE82EA043E5}" dt="2024-09-26T01:33:25.543" v="11147" actId="164"/>
          <ac:spMkLst>
            <pc:docMk/>
            <pc:sldMk cId="902381730" sldId="2147480855"/>
            <ac:spMk id="57" creationId="{81FA4109-6614-2798-D1BE-360D568574E1}"/>
          </ac:spMkLst>
        </pc:spChg>
        <pc:spChg chg="add mod">
          <ac:chgData name="Takeuchi, Koichiro" userId="b3848a05-443b-4434-8fa5-7398ca0c03c9" providerId="ADAL" clId="{AE71EA6D-8CAE-4CA8-A4AE-CBE82EA043E5}" dt="2024-09-26T01:33:23.714" v="11146" actId="164"/>
          <ac:spMkLst>
            <pc:docMk/>
            <pc:sldMk cId="902381730" sldId="2147480855"/>
            <ac:spMk id="58" creationId="{E9C28FEA-7900-C7C3-F398-A19B6EFB1108}"/>
          </ac:spMkLst>
        </pc:spChg>
        <pc:spChg chg="add mod">
          <ac:chgData name="Takeuchi, Koichiro" userId="b3848a05-443b-4434-8fa5-7398ca0c03c9" providerId="ADAL" clId="{AE71EA6D-8CAE-4CA8-A4AE-CBE82EA043E5}" dt="2024-09-26T01:33:21.791" v="11145" actId="164"/>
          <ac:spMkLst>
            <pc:docMk/>
            <pc:sldMk cId="902381730" sldId="2147480855"/>
            <ac:spMk id="59" creationId="{17792A06-F521-FCAC-DD44-BF7DDA9B6499}"/>
          </ac:spMkLst>
        </pc:spChg>
        <pc:spChg chg="add mod">
          <ac:chgData name="Takeuchi, Koichiro" userId="b3848a05-443b-4434-8fa5-7398ca0c03c9" providerId="ADAL" clId="{AE71EA6D-8CAE-4CA8-A4AE-CBE82EA043E5}" dt="2024-09-26T01:33:19.957" v="11144" actId="164"/>
          <ac:spMkLst>
            <pc:docMk/>
            <pc:sldMk cId="902381730" sldId="2147480855"/>
            <ac:spMk id="60" creationId="{99CF806D-306C-CB5E-75BC-199FB12F9236}"/>
          </ac:spMkLst>
        </pc:spChg>
        <pc:spChg chg="add mod">
          <ac:chgData name="Takeuchi, Koichiro" userId="b3848a05-443b-4434-8fa5-7398ca0c03c9" providerId="ADAL" clId="{AE71EA6D-8CAE-4CA8-A4AE-CBE82EA043E5}" dt="2024-09-26T01:33:17.507" v="11143" actId="164"/>
          <ac:spMkLst>
            <pc:docMk/>
            <pc:sldMk cId="902381730" sldId="2147480855"/>
            <ac:spMk id="61" creationId="{9A73872D-E23E-0217-7C3C-673C2F0B2D52}"/>
          </ac:spMkLst>
        </pc:spChg>
        <pc:spChg chg="add mod">
          <ac:chgData name="Takeuchi, Koichiro" userId="b3848a05-443b-4434-8fa5-7398ca0c03c9" providerId="ADAL" clId="{AE71EA6D-8CAE-4CA8-A4AE-CBE82EA043E5}" dt="2024-09-26T01:40:05.612" v="11499" actId="20577"/>
          <ac:spMkLst>
            <pc:docMk/>
            <pc:sldMk cId="902381730" sldId="2147480855"/>
            <ac:spMk id="68" creationId="{0035A0F4-E177-420E-29B2-B87FC6A3522F}"/>
          </ac:spMkLst>
        </pc:spChg>
        <pc:grpChg chg="del">
          <ac:chgData name="Takeuchi, Koichiro" userId="b3848a05-443b-4434-8fa5-7398ca0c03c9" providerId="ADAL" clId="{AE71EA6D-8CAE-4CA8-A4AE-CBE82EA043E5}" dt="2024-09-25T11:32:49.022" v="7001" actId="478"/>
          <ac:grpSpMkLst>
            <pc:docMk/>
            <pc:sldMk cId="902381730" sldId="2147480855"/>
            <ac:grpSpMk id="8" creationId="{8C290843-8BCD-4DEC-060A-D3B1B6282C7B}"/>
          </ac:grpSpMkLst>
        </pc:grpChg>
        <pc:grpChg chg="del">
          <ac:chgData name="Takeuchi, Koichiro" userId="b3848a05-443b-4434-8fa5-7398ca0c03c9" providerId="ADAL" clId="{AE71EA6D-8CAE-4CA8-A4AE-CBE82EA043E5}" dt="2024-09-25T11:32:49.022" v="7001" actId="478"/>
          <ac:grpSpMkLst>
            <pc:docMk/>
            <pc:sldMk cId="902381730" sldId="2147480855"/>
            <ac:grpSpMk id="15" creationId="{775F07EC-6B09-F9EC-77A5-F80AD934F101}"/>
          </ac:grpSpMkLst>
        </pc:grpChg>
        <pc:grpChg chg="add mod">
          <ac:chgData name="Takeuchi, Koichiro" userId="b3848a05-443b-4434-8fa5-7398ca0c03c9" providerId="ADAL" clId="{AE71EA6D-8CAE-4CA8-A4AE-CBE82EA043E5}" dt="2024-09-26T01:34:08.574" v="11158" actId="164"/>
          <ac:grpSpMkLst>
            <pc:docMk/>
            <pc:sldMk cId="902381730" sldId="2147480855"/>
            <ac:grpSpMk id="62" creationId="{9FD15C0A-993B-A428-6730-AE50F5D77E97}"/>
          </ac:grpSpMkLst>
        </pc:grpChg>
        <pc:grpChg chg="add mod">
          <ac:chgData name="Takeuchi, Koichiro" userId="b3848a05-443b-4434-8fa5-7398ca0c03c9" providerId="ADAL" clId="{AE71EA6D-8CAE-4CA8-A4AE-CBE82EA043E5}" dt="2024-09-26T01:34:08.574" v="11158" actId="164"/>
          <ac:grpSpMkLst>
            <pc:docMk/>
            <pc:sldMk cId="902381730" sldId="2147480855"/>
            <ac:grpSpMk id="63" creationId="{F86E3B56-321B-69CA-D149-E4298333B0AC}"/>
          </ac:grpSpMkLst>
        </pc:grpChg>
        <pc:grpChg chg="add mod">
          <ac:chgData name="Takeuchi, Koichiro" userId="b3848a05-443b-4434-8fa5-7398ca0c03c9" providerId="ADAL" clId="{AE71EA6D-8CAE-4CA8-A4AE-CBE82EA043E5}" dt="2024-09-26T01:34:08.574" v="11158" actId="164"/>
          <ac:grpSpMkLst>
            <pc:docMk/>
            <pc:sldMk cId="902381730" sldId="2147480855"/>
            <ac:grpSpMk id="64" creationId="{BDB882BD-5C07-841A-A1C8-15B84A1796FE}"/>
          </ac:grpSpMkLst>
        </pc:grpChg>
        <pc:grpChg chg="add mod">
          <ac:chgData name="Takeuchi, Koichiro" userId="b3848a05-443b-4434-8fa5-7398ca0c03c9" providerId="ADAL" clId="{AE71EA6D-8CAE-4CA8-A4AE-CBE82EA043E5}" dt="2024-09-26T01:34:08.574" v="11158" actId="164"/>
          <ac:grpSpMkLst>
            <pc:docMk/>
            <pc:sldMk cId="902381730" sldId="2147480855"/>
            <ac:grpSpMk id="65" creationId="{D96BB33E-38EE-1F85-4663-F8DB2EDC5C67}"/>
          </ac:grpSpMkLst>
        </pc:grpChg>
        <pc:grpChg chg="add mod">
          <ac:chgData name="Takeuchi, Koichiro" userId="b3848a05-443b-4434-8fa5-7398ca0c03c9" providerId="ADAL" clId="{AE71EA6D-8CAE-4CA8-A4AE-CBE82EA043E5}" dt="2024-09-26T01:34:08.574" v="11158" actId="164"/>
          <ac:grpSpMkLst>
            <pc:docMk/>
            <pc:sldMk cId="902381730" sldId="2147480855"/>
            <ac:grpSpMk id="66" creationId="{89674DC1-6A9F-3D62-B675-44D553C4BD3E}"/>
          </ac:grpSpMkLst>
        </pc:grpChg>
        <pc:grpChg chg="add mod">
          <ac:chgData name="Takeuchi, Koichiro" userId="b3848a05-443b-4434-8fa5-7398ca0c03c9" providerId="ADAL" clId="{AE71EA6D-8CAE-4CA8-A4AE-CBE82EA043E5}" dt="2024-09-26T01:34:08.574" v="11158" actId="164"/>
          <ac:grpSpMkLst>
            <pc:docMk/>
            <pc:sldMk cId="902381730" sldId="2147480855"/>
            <ac:grpSpMk id="67" creationId="{7136A8C0-4BBC-558B-96E3-D1C65A9666FB}"/>
          </ac:grpSpMkLst>
        </pc:grpChg>
        <pc:grpChg chg="add mod">
          <ac:chgData name="Takeuchi, Koichiro" userId="b3848a05-443b-4434-8fa5-7398ca0c03c9" providerId="ADAL" clId="{AE71EA6D-8CAE-4CA8-A4AE-CBE82EA043E5}" dt="2024-09-26T01:34:10.754" v="11159" actId="554"/>
          <ac:grpSpMkLst>
            <pc:docMk/>
            <pc:sldMk cId="902381730" sldId="2147480855"/>
            <ac:grpSpMk id="69" creationId="{535BB39A-058C-56B5-0FF8-463C79C45A7D}"/>
          </ac:grpSpMkLst>
        </pc:grpChg>
        <pc:picChg chg="del">
          <ac:chgData name="Takeuchi, Koichiro" userId="b3848a05-443b-4434-8fa5-7398ca0c03c9" providerId="ADAL" clId="{AE71EA6D-8CAE-4CA8-A4AE-CBE82EA043E5}" dt="2024-09-25T11:32:49.022" v="7001" actId="478"/>
          <ac:picMkLst>
            <pc:docMk/>
            <pc:sldMk cId="902381730" sldId="2147480855"/>
            <ac:picMk id="30" creationId="{49E3A6D8-C633-D770-58DE-31C657070753}"/>
          </ac:picMkLst>
        </pc:picChg>
        <pc:picChg chg="del">
          <ac:chgData name="Takeuchi, Koichiro" userId="b3848a05-443b-4434-8fa5-7398ca0c03c9" providerId="ADAL" clId="{AE71EA6D-8CAE-4CA8-A4AE-CBE82EA043E5}" dt="2024-09-25T11:32:49.022" v="7001" actId="478"/>
          <ac:picMkLst>
            <pc:docMk/>
            <pc:sldMk cId="902381730" sldId="2147480855"/>
            <ac:picMk id="31" creationId="{1592694B-3C12-D976-D297-C33ECA617AAC}"/>
          </ac:picMkLst>
        </pc:picChg>
        <pc:picChg chg="del">
          <ac:chgData name="Takeuchi, Koichiro" userId="b3848a05-443b-4434-8fa5-7398ca0c03c9" providerId="ADAL" clId="{AE71EA6D-8CAE-4CA8-A4AE-CBE82EA043E5}" dt="2024-09-25T11:32:49.022" v="7001" actId="478"/>
          <ac:picMkLst>
            <pc:docMk/>
            <pc:sldMk cId="902381730" sldId="2147480855"/>
            <ac:picMk id="32" creationId="{2F292F22-927F-8D07-795C-88C73E055434}"/>
          </ac:picMkLst>
        </pc:picChg>
        <pc:picChg chg="del">
          <ac:chgData name="Takeuchi, Koichiro" userId="b3848a05-443b-4434-8fa5-7398ca0c03c9" providerId="ADAL" clId="{AE71EA6D-8CAE-4CA8-A4AE-CBE82EA043E5}" dt="2024-09-25T11:32:49.022" v="7001" actId="478"/>
          <ac:picMkLst>
            <pc:docMk/>
            <pc:sldMk cId="902381730" sldId="2147480855"/>
            <ac:picMk id="33" creationId="{03B79EBE-344A-28D5-E049-1213611797C1}"/>
          </ac:picMkLst>
        </pc:picChg>
        <pc:picChg chg="del">
          <ac:chgData name="Takeuchi, Koichiro" userId="b3848a05-443b-4434-8fa5-7398ca0c03c9" providerId="ADAL" clId="{AE71EA6D-8CAE-4CA8-A4AE-CBE82EA043E5}" dt="2024-09-25T11:32:49.022" v="7001" actId="478"/>
          <ac:picMkLst>
            <pc:docMk/>
            <pc:sldMk cId="902381730" sldId="2147480855"/>
            <ac:picMk id="34" creationId="{B5C58146-400B-27D5-BD33-CF20F5BF6495}"/>
          </ac:picMkLst>
        </pc:picChg>
        <pc:picChg chg="del">
          <ac:chgData name="Takeuchi, Koichiro" userId="b3848a05-443b-4434-8fa5-7398ca0c03c9" providerId="ADAL" clId="{AE71EA6D-8CAE-4CA8-A4AE-CBE82EA043E5}" dt="2024-09-25T11:32:49.022" v="7001" actId="478"/>
          <ac:picMkLst>
            <pc:docMk/>
            <pc:sldMk cId="902381730" sldId="2147480855"/>
            <ac:picMk id="35" creationId="{E15F8735-985A-DDAF-BD0A-EDE17C6F30D3}"/>
          </ac:picMkLst>
        </pc:picChg>
        <pc:picChg chg="del">
          <ac:chgData name="Takeuchi, Koichiro" userId="b3848a05-443b-4434-8fa5-7398ca0c03c9" providerId="ADAL" clId="{AE71EA6D-8CAE-4CA8-A4AE-CBE82EA043E5}" dt="2024-09-25T11:32:49.022" v="7001" actId="478"/>
          <ac:picMkLst>
            <pc:docMk/>
            <pc:sldMk cId="902381730" sldId="2147480855"/>
            <ac:picMk id="36" creationId="{6C886188-423B-61A9-DA72-1EB25F9FD159}"/>
          </ac:picMkLst>
        </pc:picChg>
        <pc:picChg chg="del">
          <ac:chgData name="Takeuchi, Koichiro" userId="b3848a05-443b-4434-8fa5-7398ca0c03c9" providerId="ADAL" clId="{AE71EA6D-8CAE-4CA8-A4AE-CBE82EA043E5}" dt="2024-09-25T11:32:49.022" v="7001" actId="478"/>
          <ac:picMkLst>
            <pc:docMk/>
            <pc:sldMk cId="902381730" sldId="2147480855"/>
            <ac:picMk id="37" creationId="{C31723B8-4E56-F792-069D-43E1FA484768}"/>
          </ac:picMkLst>
        </pc:picChg>
        <pc:picChg chg="del">
          <ac:chgData name="Takeuchi, Koichiro" userId="b3848a05-443b-4434-8fa5-7398ca0c03c9" providerId="ADAL" clId="{AE71EA6D-8CAE-4CA8-A4AE-CBE82EA043E5}" dt="2024-09-25T11:32:49.022" v="7001" actId="478"/>
          <ac:picMkLst>
            <pc:docMk/>
            <pc:sldMk cId="902381730" sldId="2147480855"/>
            <ac:picMk id="38" creationId="{CF2ADED1-0628-ED5C-4F20-52AFAFCEC0D5}"/>
          </ac:picMkLst>
        </pc:picChg>
        <pc:picChg chg="add mod">
          <ac:chgData name="Takeuchi, Koichiro" userId="b3848a05-443b-4434-8fa5-7398ca0c03c9" providerId="ADAL" clId="{AE71EA6D-8CAE-4CA8-A4AE-CBE82EA043E5}" dt="2024-09-26T01:34:10.754" v="11159" actId="554"/>
          <ac:picMkLst>
            <pc:docMk/>
            <pc:sldMk cId="902381730" sldId="2147480855"/>
            <ac:picMk id="49" creationId="{AC6B189D-756C-F5D5-3592-3D15B62A8F29}"/>
          </ac:picMkLst>
        </pc:picChg>
      </pc:sldChg>
      <pc:sldChg chg="new del">
        <pc:chgData name="Takeuchi, Koichiro" userId="b3848a05-443b-4434-8fa5-7398ca0c03c9" providerId="ADAL" clId="{AE71EA6D-8CAE-4CA8-A4AE-CBE82EA043E5}" dt="2024-09-25T11:45:51.331" v="7003" actId="680"/>
        <pc:sldMkLst>
          <pc:docMk/>
          <pc:sldMk cId="3182698860" sldId="2147480856"/>
        </pc:sldMkLst>
      </pc:sldChg>
      <pc:sldChg chg="addSp delSp modSp add mod">
        <pc:chgData name="Takeuchi, Koichiro" userId="b3848a05-443b-4434-8fa5-7398ca0c03c9" providerId="ADAL" clId="{AE71EA6D-8CAE-4CA8-A4AE-CBE82EA043E5}" dt="2024-09-25T11:52:49.866" v="7721" actId="1036"/>
        <pc:sldMkLst>
          <pc:docMk/>
          <pc:sldMk cId="3524859321" sldId="2147480856"/>
        </pc:sldMkLst>
        <pc:spChg chg="mod">
          <ac:chgData name="Takeuchi, Koichiro" userId="b3848a05-443b-4434-8fa5-7398ca0c03c9" providerId="ADAL" clId="{AE71EA6D-8CAE-4CA8-A4AE-CBE82EA043E5}" dt="2024-09-25T11:47:29.740" v="7093" actId="20577"/>
          <ac:spMkLst>
            <pc:docMk/>
            <pc:sldMk cId="3524859321" sldId="2147480856"/>
            <ac:spMk id="2" creationId="{F4871F63-DD6D-6167-6041-1D262D2745C6}"/>
          </ac:spMkLst>
        </pc:spChg>
        <pc:spChg chg="mod">
          <ac:chgData name="Takeuchi, Koichiro" userId="b3848a05-443b-4434-8fa5-7398ca0c03c9" providerId="ADAL" clId="{AE71EA6D-8CAE-4CA8-A4AE-CBE82EA043E5}" dt="2024-09-25T11:52:16.663" v="7672" actId="20577"/>
          <ac:spMkLst>
            <pc:docMk/>
            <pc:sldMk cId="3524859321" sldId="2147480856"/>
            <ac:spMk id="3" creationId="{0C98F0AC-66A4-A6E6-A50C-620A0DD456A6}"/>
          </ac:spMkLst>
        </pc:spChg>
        <pc:spChg chg="add del">
          <ac:chgData name="Takeuchi, Koichiro" userId="b3848a05-443b-4434-8fa5-7398ca0c03c9" providerId="ADAL" clId="{AE71EA6D-8CAE-4CA8-A4AE-CBE82EA043E5}" dt="2024-09-25T11:47:35.609" v="7095" actId="478"/>
          <ac:spMkLst>
            <pc:docMk/>
            <pc:sldMk cId="3524859321" sldId="2147480856"/>
            <ac:spMk id="5" creationId="{E809ABAD-B83F-9577-F05B-42FF12F1E4CE}"/>
          </ac:spMkLst>
        </pc:spChg>
        <pc:spChg chg="add del">
          <ac:chgData name="Takeuchi, Koichiro" userId="b3848a05-443b-4434-8fa5-7398ca0c03c9" providerId="ADAL" clId="{AE71EA6D-8CAE-4CA8-A4AE-CBE82EA043E5}" dt="2024-09-25T11:47:35.609" v="7095" actId="478"/>
          <ac:spMkLst>
            <pc:docMk/>
            <pc:sldMk cId="3524859321" sldId="2147480856"/>
            <ac:spMk id="6" creationId="{AD71C723-90C8-1D10-EA55-843C69AC7E9B}"/>
          </ac:spMkLst>
        </pc:spChg>
        <pc:spChg chg="add mod">
          <ac:chgData name="Takeuchi, Koichiro" userId="b3848a05-443b-4434-8fa5-7398ca0c03c9" providerId="ADAL" clId="{AE71EA6D-8CAE-4CA8-A4AE-CBE82EA043E5}" dt="2024-09-25T11:52:37.452" v="7698" actId="1035"/>
          <ac:spMkLst>
            <pc:docMk/>
            <pc:sldMk cId="3524859321" sldId="2147480856"/>
            <ac:spMk id="7" creationId="{1654E75C-80A6-3DDA-58F6-F599A6109FB3}"/>
          </ac:spMkLst>
        </pc:spChg>
        <pc:spChg chg="add mod">
          <ac:chgData name="Takeuchi, Koichiro" userId="b3848a05-443b-4434-8fa5-7398ca0c03c9" providerId="ADAL" clId="{AE71EA6D-8CAE-4CA8-A4AE-CBE82EA043E5}" dt="2024-09-25T11:52:37.452" v="7698" actId="1035"/>
          <ac:spMkLst>
            <pc:docMk/>
            <pc:sldMk cId="3524859321" sldId="2147480856"/>
            <ac:spMk id="9" creationId="{DE23C94C-DBA9-67C1-1570-71E9FC5325F5}"/>
          </ac:spMkLst>
        </pc:spChg>
        <pc:spChg chg="add del">
          <ac:chgData name="Takeuchi, Koichiro" userId="b3848a05-443b-4434-8fa5-7398ca0c03c9" providerId="ADAL" clId="{AE71EA6D-8CAE-4CA8-A4AE-CBE82EA043E5}" dt="2024-09-25T11:47:39.869" v="7096" actId="478"/>
          <ac:spMkLst>
            <pc:docMk/>
            <pc:sldMk cId="3524859321" sldId="2147480856"/>
            <ac:spMk id="14" creationId="{AA64C16A-B209-2A5B-796B-56D751CA8FA8}"/>
          </ac:spMkLst>
        </pc:spChg>
        <pc:spChg chg="add del">
          <ac:chgData name="Takeuchi, Koichiro" userId="b3848a05-443b-4434-8fa5-7398ca0c03c9" providerId="ADAL" clId="{AE71EA6D-8CAE-4CA8-A4AE-CBE82EA043E5}" dt="2024-09-25T11:47:39.869" v="7096" actId="478"/>
          <ac:spMkLst>
            <pc:docMk/>
            <pc:sldMk cId="3524859321" sldId="2147480856"/>
            <ac:spMk id="15" creationId="{E2AF5D4B-C51B-5020-53B2-C8C2CCF6EEAC}"/>
          </ac:spMkLst>
        </pc:spChg>
        <pc:spChg chg="add del">
          <ac:chgData name="Takeuchi, Koichiro" userId="b3848a05-443b-4434-8fa5-7398ca0c03c9" providerId="ADAL" clId="{AE71EA6D-8CAE-4CA8-A4AE-CBE82EA043E5}" dt="2024-09-25T11:47:39.869" v="7096" actId="478"/>
          <ac:spMkLst>
            <pc:docMk/>
            <pc:sldMk cId="3524859321" sldId="2147480856"/>
            <ac:spMk id="16" creationId="{32812AF3-1533-4C09-A3A8-57B04DCAA817}"/>
          </ac:spMkLst>
        </pc:spChg>
        <pc:spChg chg="add del">
          <ac:chgData name="Takeuchi, Koichiro" userId="b3848a05-443b-4434-8fa5-7398ca0c03c9" providerId="ADAL" clId="{AE71EA6D-8CAE-4CA8-A4AE-CBE82EA043E5}" dt="2024-09-25T11:47:39.869" v="7096" actId="478"/>
          <ac:spMkLst>
            <pc:docMk/>
            <pc:sldMk cId="3524859321" sldId="2147480856"/>
            <ac:spMk id="17" creationId="{813E4F5C-8202-4931-05FD-B273C0D2FFC7}"/>
          </ac:spMkLst>
        </pc:spChg>
        <pc:spChg chg="add del">
          <ac:chgData name="Takeuchi, Koichiro" userId="b3848a05-443b-4434-8fa5-7398ca0c03c9" providerId="ADAL" clId="{AE71EA6D-8CAE-4CA8-A4AE-CBE82EA043E5}" dt="2024-09-25T11:47:39.869" v="7096" actId="478"/>
          <ac:spMkLst>
            <pc:docMk/>
            <pc:sldMk cId="3524859321" sldId="2147480856"/>
            <ac:spMk id="18" creationId="{C9925B9B-4BAF-3881-B6B3-C210A0D1A4B5}"/>
          </ac:spMkLst>
        </pc:spChg>
        <pc:spChg chg="add del">
          <ac:chgData name="Takeuchi, Koichiro" userId="b3848a05-443b-4434-8fa5-7398ca0c03c9" providerId="ADAL" clId="{AE71EA6D-8CAE-4CA8-A4AE-CBE82EA043E5}" dt="2024-09-25T11:47:39.869" v="7096" actId="478"/>
          <ac:spMkLst>
            <pc:docMk/>
            <pc:sldMk cId="3524859321" sldId="2147480856"/>
            <ac:spMk id="19" creationId="{B9D5D212-975C-5E37-88A0-38CD9165E701}"/>
          </ac:spMkLst>
        </pc:spChg>
        <pc:spChg chg="add del">
          <ac:chgData name="Takeuchi, Koichiro" userId="b3848a05-443b-4434-8fa5-7398ca0c03c9" providerId="ADAL" clId="{AE71EA6D-8CAE-4CA8-A4AE-CBE82EA043E5}" dt="2024-09-25T11:47:39.869" v="7096" actId="478"/>
          <ac:spMkLst>
            <pc:docMk/>
            <pc:sldMk cId="3524859321" sldId="2147480856"/>
            <ac:spMk id="20" creationId="{9EB74300-1502-32F5-88AE-5FF9D2C51566}"/>
          </ac:spMkLst>
        </pc:spChg>
        <pc:spChg chg="add del">
          <ac:chgData name="Takeuchi, Koichiro" userId="b3848a05-443b-4434-8fa5-7398ca0c03c9" providerId="ADAL" clId="{AE71EA6D-8CAE-4CA8-A4AE-CBE82EA043E5}" dt="2024-09-25T11:47:39.869" v="7096" actId="478"/>
          <ac:spMkLst>
            <pc:docMk/>
            <pc:sldMk cId="3524859321" sldId="2147480856"/>
            <ac:spMk id="21" creationId="{EEDBE511-7B5A-F39F-91A3-AA747558E2F3}"/>
          </ac:spMkLst>
        </pc:spChg>
        <pc:spChg chg="add del">
          <ac:chgData name="Takeuchi, Koichiro" userId="b3848a05-443b-4434-8fa5-7398ca0c03c9" providerId="ADAL" clId="{AE71EA6D-8CAE-4CA8-A4AE-CBE82EA043E5}" dt="2024-09-25T11:47:39.869" v="7096" actId="478"/>
          <ac:spMkLst>
            <pc:docMk/>
            <pc:sldMk cId="3524859321" sldId="2147480856"/>
            <ac:spMk id="22" creationId="{D399909A-C331-AD0B-2161-254320A5A142}"/>
          </ac:spMkLst>
        </pc:spChg>
        <pc:spChg chg="add del">
          <ac:chgData name="Takeuchi, Koichiro" userId="b3848a05-443b-4434-8fa5-7398ca0c03c9" providerId="ADAL" clId="{AE71EA6D-8CAE-4CA8-A4AE-CBE82EA043E5}" dt="2024-09-25T11:47:39.869" v="7096" actId="478"/>
          <ac:spMkLst>
            <pc:docMk/>
            <pc:sldMk cId="3524859321" sldId="2147480856"/>
            <ac:spMk id="23" creationId="{E093ED8A-3091-B51D-7074-E470357147D2}"/>
          </ac:spMkLst>
        </pc:spChg>
        <pc:spChg chg="add mod">
          <ac:chgData name="Takeuchi, Koichiro" userId="b3848a05-443b-4434-8fa5-7398ca0c03c9" providerId="ADAL" clId="{AE71EA6D-8CAE-4CA8-A4AE-CBE82EA043E5}" dt="2024-09-25T11:52:37.452" v="7698" actId="1035"/>
          <ac:spMkLst>
            <pc:docMk/>
            <pc:sldMk cId="3524859321" sldId="2147480856"/>
            <ac:spMk id="24" creationId="{B47C0767-19C1-AC57-0E4D-A14EAEB9D3F5}"/>
          </ac:spMkLst>
        </pc:spChg>
        <pc:spChg chg="add mod">
          <ac:chgData name="Takeuchi, Koichiro" userId="b3848a05-443b-4434-8fa5-7398ca0c03c9" providerId="ADAL" clId="{AE71EA6D-8CAE-4CA8-A4AE-CBE82EA043E5}" dt="2024-09-25T11:52:37.452" v="7698" actId="1035"/>
          <ac:spMkLst>
            <pc:docMk/>
            <pc:sldMk cId="3524859321" sldId="2147480856"/>
            <ac:spMk id="25" creationId="{DF2ED160-A9FA-359A-2B34-9D93EA9B54C2}"/>
          </ac:spMkLst>
        </pc:spChg>
        <pc:spChg chg="add del">
          <ac:chgData name="Takeuchi, Koichiro" userId="b3848a05-443b-4434-8fa5-7398ca0c03c9" providerId="ADAL" clId="{AE71EA6D-8CAE-4CA8-A4AE-CBE82EA043E5}" dt="2024-09-25T11:47:39.869" v="7096" actId="478"/>
          <ac:spMkLst>
            <pc:docMk/>
            <pc:sldMk cId="3524859321" sldId="2147480856"/>
            <ac:spMk id="26" creationId="{0007F55F-2C48-961E-0556-1764DDFFC7F2}"/>
          </ac:spMkLst>
        </pc:spChg>
        <pc:spChg chg="add del">
          <ac:chgData name="Takeuchi, Koichiro" userId="b3848a05-443b-4434-8fa5-7398ca0c03c9" providerId="ADAL" clId="{AE71EA6D-8CAE-4CA8-A4AE-CBE82EA043E5}" dt="2024-09-25T11:47:39.869" v="7096" actId="478"/>
          <ac:spMkLst>
            <pc:docMk/>
            <pc:sldMk cId="3524859321" sldId="2147480856"/>
            <ac:spMk id="27" creationId="{5BB30AA3-198A-7236-166E-910118D09B2A}"/>
          </ac:spMkLst>
        </pc:spChg>
        <pc:spChg chg="add del">
          <ac:chgData name="Takeuchi, Koichiro" userId="b3848a05-443b-4434-8fa5-7398ca0c03c9" providerId="ADAL" clId="{AE71EA6D-8CAE-4CA8-A4AE-CBE82EA043E5}" dt="2024-09-25T11:47:39.869" v="7096" actId="478"/>
          <ac:spMkLst>
            <pc:docMk/>
            <pc:sldMk cId="3524859321" sldId="2147480856"/>
            <ac:spMk id="28" creationId="{A17D9638-4AF9-1407-0658-8BEBEA4CD0E7}"/>
          </ac:spMkLst>
        </pc:spChg>
        <pc:spChg chg="add del">
          <ac:chgData name="Takeuchi, Koichiro" userId="b3848a05-443b-4434-8fa5-7398ca0c03c9" providerId="ADAL" clId="{AE71EA6D-8CAE-4CA8-A4AE-CBE82EA043E5}" dt="2024-09-25T11:47:39.869" v="7096" actId="478"/>
          <ac:spMkLst>
            <pc:docMk/>
            <pc:sldMk cId="3524859321" sldId="2147480856"/>
            <ac:spMk id="29" creationId="{28208F67-E3E2-5A24-2911-A976F1F4BC62}"/>
          </ac:spMkLst>
        </pc:spChg>
        <pc:spChg chg="add mod">
          <ac:chgData name="Takeuchi, Koichiro" userId="b3848a05-443b-4434-8fa5-7398ca0c03c9" providerId="ADAL" clId="{AE71EA6D-8CAE-4CA8-A4AE-CBE82EA043E5}" dt="2024-09-25T11:52:37.452" v="7698" actId="1035"/>
          <ac:spMkLst>
            <pc:docMk/>
            <pc:sldMk cId="3524859321" sldId="2147480856"/>
            <ac:spMk id="33" creationId="{F3110223-BB00-C51D-D8A2-7948887D60F0}"/>
          </ac:spMkLst>
        </pc:spChg>
        <pc:spChg chg="add mod">
          <ac:chgData name="Takeuchi, Koichiro" userId="b3848a05-443b-4434-8fa5-7398ca0c03c9" providerId="ADAL" clId="{AE71EA6D-8CAE-4CA8-A4AE-CBE82EA043E5}" dt="2024-09-25T11:52:37.452" v="7698" actId="1035"/>
          <ac:spMkLst>
            <pc:docMk/>
            <pc:sldMk cId="3524859321" sldId="2147480856"/>
            <ac:spMk id="67" creationId="{9160F1C1-F544-80DF-401E-BFF59B845F84}"/>
          </ac:spMkLst>
        </pc:spChg>
        <pc:spChg chg="add del">
          <ac:chgData name="Takeuchi, Koichiro" userId="b3848a05-443b-4434-8fa5-7398ca0c03c9" providerId="ADAL" clId="{AE71EA6D-8CAE-4CA8-A4AE-CBE82EA043E5}" dt="2024-09-25T11:47:39.869" v="7096" actId="478"/>
          <ac:spMkLst>
            <pc:docMk/>
            <pc:sldMk cId="3524859321" sldId="2147480856"/>
            <ac:spMk id="68" creationId="{78224FF3-FC45-4C1E-B2D4-39E91DD1BA6B}"/>
          </ac:spMkLst>
        </pc:spChg>
        <pc:spChg chg="add del">
          <ac:chgData name="Takeuchi, Koichiro" userId="b3848a05-443b-4434-8fa5-7398ca0c03c9" providerId="ADAL" clId="{AE71EA6D-8CAE-4CA8-A4AE-CBE82EA043E5}" dt="2024-09-25T11:47:39.869" v="7096" actId="478"/>
          <ac:spMkLst>
            <pc:docMk/>
            <pc:sldMk cId="3524859321" sldId="2147480856"/>
            <ac:spMk id="69" creationId="{C9F0B1BF-2D51-9CB8-90DA-50F0CD092929}"/>
          </ac:spMkLst>
        </pc:spChg>
        <pc:spChg chg="add mod">
          <ac:chgData name="Takeuchi, Koichiro" userId="b3848a05-443b-4434-8fa5-7398ca0c03c9" providerId="ADAL" clId="{AE71EA6D-8CAE-4CA8-A4AE-CBE82EA043E5}" dt="2024-09-25T11:52:37.452" v="7698" actId="1035"/>
          <ac:spMkLst>
            <pc:docMk/>
            <pc:sldMk cId="3524859321" sldId="2147480856"/>
            <ac:spMk id="70" creationId="{BFAC9ED9-B2DF-D038-DFBF-FB3A6047258E}"/>
          </ac:spMkLst>
        </pc:spChg>
        <pc:spChg chg="add del">
          <ac:chgData name="Takeuchi, Koichiro" userId="b3848a05-443b-4434-8fa5-7398ca0c03c9" providerId="ADAL" clId="{AE71EA6D-8CAE-4CA8-A4AE-CBE82EA043E5}" dt="2024-09-25T11:47:39.869" v="7096" actId="478"/>
          <ac:spMkLst>
            <pc:docMk/>
            <pc:sldMk cId="3524859321" sldId="2147480856"/>
            <ac:spMk id="80" creationId="{E0365989-CA2F-7083-A760-26BE1FBBEDFC}"/>
          </ac:spMkLst>
        </pc:spChg>
        <pc:spChg chg="add del">
          <ac:chgData name="Takeuchi, Koichiro" userId="b3848a05-443b-4434-8fa5-7398ca0c03c9" providerId="ADAL" clId="{AE71EA6D-8CAE-4CA8-A4AE-CBE82EA043E5}" dt="2024-09-25T11:47:39.869" v="7096" actId="478"/>
          <ac:spMkLst>
            <pc:docMk/>
            <pc:sldMk cId="3524859321" sldId="2147480856"/>
            <ac:spMk id="81" creationId="{C09A1A30-7D2E-1983-17DB-6BE5C1289B1D}"/>
          </ac:spMkLst>
        </pc:spChg>
        <pc:spChg chg="add del">
          <ac:chgData name="Takeuchi, Koichiro" userId="b3848a05-443b-4434-8fa5-7398ca0c03c9" providerId="ADAL" clId="{AE71EA6D-8CAE-4CA8-A4AE-CBE82EA043E5}" dt="2024-09-25T11:47:39.869" v="7096" actId="478"/>
          <ac:spMkLst>
            <pc:docMk/>
            <pc:sldMk cId="3524859321" sldId="2147480856"/>
            <ac:spMk id="82" creationId="{4594B8C7-E951-E8CA-58A4-31D171AE0DFB}"/>
          </ac:spMkLst>
        </pc:spChg>
        <pc:spChg chg="add del">
          <ac:chgData name="Takeuchi, Koichiro" userId="b3848a05-443b-4434-8fa5-7398ca0c03c9" providerId="ADAL" clId="{AE71EA6D-8CAE-4CA8-A4AE-CBE82EA043E5}" dt="2024-09-25T11:47:39.869" v="7096" actId="478"/>
          <ac:spMkLst>
            <pc:docMk/>
            <pc:sldMk cId="3524859321" sldId="2147480856"/>
            <ac:spMk id="83" creationId="{CA6ED5D1-DCBE-DEAF-718D-15B9BFB29B2D}"/>
          </ac:spMkLst>
        </pc:spChg>
        <pc:spChg chg="add del">
          <ac:chgData name="Takeuchi, Koichiro" userId="b3848a05-443b-4434-8fa5-7398ca0c03c9" providerId="ADAL" clId="{AE71EA6D-8CAE-4CA8-A4AE-CBE82EA043E5}" dt="2024-09-25T11:47:39.869" v="7096" actId="478"/>
          <ac:spMkLst>
            <pc:docMk/>
            <pc:sldMk cId="3524859321" sldId="2147480856"/>
            <ac:spMk id="84" creationId="{11E16BF4-7306-4541-C57B-DC8373C340B5}"/>
          </ac:spMkLst>
        </pc:spChg>
        <pc:spChg chg="add del">
          <ac:chgData name="Takeuchi, Koichiro" userId="b3848a05-443b-4434-8fa5-7398ca0c03c9" providerId="ADAL" clId="{AE71EA6D-8CAE-4CA8-A4AE-CBE82EA043E5}" dt="2024-09-25T11:47:39.869" v="7096" actId="478"/>
          <ac:spMkLst>
            <pc:docMk/>
            <pc:sldMk cId="3524859321" sldId="2147480856"/>
            <ac:spMk id="85" creationId="{DCB8FC62-BDC2-2CF6-8C09-D5A6CD2BC3E1}"/>
          </ac:spMkLst>
        </pc:spChg>
        <pc:spChg chg="add mod">
          <ac:chgData name="Takeuchi, Koichiro" userId="b3848a05-443b-4434-8fa5-7398ca0c03c9" providerId="ADAL" clId="{AE71EA6D-8CAE-4CA8-A4AE-CBE82EA043E5}" dt="2024-09-25T11:52:37.452" v="7698" actId="1035"/>
          <ac:spMkLst>
            <pc:docMk/>
            <pc:sldMk cId="3524859321" sldId="2147480856"/>
            <ac:spMk id="86" creationId="{59ED9F35-1FC6-B94B-6A7A-FB7235F2790E}"/>
          </ac:spMkLst>
        </pc:spChg>
        <pc:spChg chg="add mod">
          <ac:chgData name="Takeuchi, Koichiro" userId="b3848a05-443b-4434-8fa5-7398ca0c03c9" providerId="ADAL" clId="{AE71EA6D-8CAE-4CA8-A4AE-CBE82EA043E5}" dt="2024-09-25T11:52:37.452" v="7698" actId="1035"/>
          <ac:spMkLst>
            <pc:docMk/>
            <pc:sldMk cId="3524859321" sldId="2147480856"/>
            <ac:spMk id="87" creationId="{EA5DDD7E-A960-533B-E941-A7C75B869DA3}"/>
          </ac:spMkLst>
        </pc:spChg>
        <pc:spChg chg="add mod">
          <ac:chgData name="Takeuchi, Koichiro" userId="b3848a05-443b-4434-8fa5-7398ca0c03c9" providerId="ADAL" clId="{AE71EA6D-8CAE-4CA8-A4AE-CBE82EA043E5}" dt="2024-09-25T11:52:37.452" v="7698" actId="1035"/>
          <ac:spMkLst>
            <pc:docMk/>
            <pc:sldMk cId="3524859321" sldId="2147480856"/>
            <ac:spMk id="88" creationId="{FD8A8BB7-8F30-40D6-C66F-D702F734412B}"/>
          </ac:spMkLst>
        </pc:spChg>
        <pc:spChg chg="add mod">
          <ac:chgData name="Takeuchi, Koichiro" userId="b3848a05-443b-4434-8fa5-7398ca0c03c9" providerId="ADAL" clId="{AE71EA6D-8CAE-4CA8-A4AE-CBE82EA043E5}" dt="2024-09-25T11:52:37.452" v="7698" actId="1035"/>
          <ac:spMkLst>
            <pc:docMk/>
            <pc:sldMk cId="3524859321" sldId="2147480856"/>
            <ac:spMk id="89" creationId="{0278662F-F213-A155-5D66-E552D311EE02}"/>
          </ac:spMkLst>
        </pc:spChg>
        <pc:spChg chg="add mod">
          <ac:chgData name="Takeuchi, Koichiro" userId="b3848a05-443b-4434-8fa5-7398ca0c03c9" providerId="ADAL" clId="{AE71EA6D-8CAE-4CA8-A4AE-CBE82EA043E5}" dt="2024-09-25T11:52:37.452" v="7698" actId="1035"/>
          <ac:spMkLst>
            <pc:docMk/>
            <pc:sldMk cId="3524859321" sldId="2147480856"/>
            <ac:spMk id="90" creationId="{75DA63E9-F684-7BBF-FD85-F9A467C526A7}"/>
          </ac:spMkLst>
        </pc:spChg>
        <pc:spChg chg="add mod">
          <ac:chgData name="Takeuchi, Koichiro" userId="b3848a05-443b-4434-8fa5-7398ca0c03c9" providerId="ADAL" clId="{AE71EA6D-8CAE-4CA8-A4AE-CBE82EA043E5}" dt="2024-09-25T11:52:37.452" v="7698" actId="1035"/>
          <ac:spMkLst>
            <pc:docMk/>
            <pc:sldMk cId="3524859321" sldId="2147480856"/>
            <ac:spMk id="91" creationId="{CBD1990F-2759-89A7-E59C-A5DE9A545D27}"/>
          </ac:spMkLst>
        </pc:spChg>
        <pc:spChg chg="add mod">
          <ac:chgData name="Takeuchi, Koichiro" userId="b3848a05-443b-4434-8fa5-7398ca0c03c9" providerId="ADAL" clId="{AE71EA6D-8CAE-4CA8-A4AE-CBE82EA043E5}" dt="2024-09-25T11:52:37.452" v="7698" actId="1035"/>
          <ac:spMkLst>
            <pc:docMk/>
            <pc:sldMk cId="3524859321" sldId="2147480856"/>
            <ac:spMk id="92" creationId="{78681672-FF3E-0F62-128B-0FC1564EA71E}"/>
          </ac:spMkLst>
        </pc:spChg>
        <pc:spChg chg="add mod">
          <ac:chgData name="Takeuchi, Koichiro" userId="b3848a05-443b-4434-8fa5-7398ca0c03c9" providerId="ADAL" clId="{AE71EA6D-8CAE-4CA8-A4AE-CBE82EA043E5}" dt="2024-09-25T11:52:37.452" v="7698" actId="1035"/>
          <ac:spMkLst>
            <pc:docMk/>
            <pc:sldMk cId="3524859321" sldId="2147480856"/>
            <ac:spMk id="93" creationId="{DF31156E-DA60-91E6-B794-A488677DEE4E}"/>
          </ac:spMkLst>
        </pc:spChg>
        <pc:spChg chg="add mod">
          <ac:chgData name="Takeuchi, Koichiro" userId="b3848a05-443b-4434-8fa5-7398ca0c03c9" providerId="ADAL" clId="{AE71EA6D-8CAE-4CA8-A4AE-CBE82EA043E5}" dt="2024-09-25T11:52:37.452" v="7698" actId="1035"/>
          <ac:spMkLst>
            <pc:docMk/>
            <pc:sldMk cId="3524859321" sldId="2147480856"/>
            <ac:spMk id="94" creationId="{AE30233D-1514-352B-16CD-61FDB079F611}"/>
          </ac:spMkLst>
        </pc:spChg>
        <pc:spChg chg="add mod">
          <ac:chgData name="Takeuchi, Koichiro" userId="b3848a05-443b-4434-8fa5-7398ca0c03c9" providerId="ADAL" clId="{AE71EA6D-8CAE-4CA8-A4AE-CBE82EA043E5}" dt="2024-09-25T11:52:37.452" v="7698" actId="1035"/>
          <ac:spMkLst>
            <pc:docMk/>
            <pc:sldMk cId="3524859321" sldId="2147480856"/>
            <ac:spMk id="95" creationId="{0EE32B1F-6E28-DD3E-D001-4869F6300B7A}"/>
          </ac:spMkLst>
        </pc:spChg>
        <pc:spChg chg="add mod">
          <ac:chgData name="Takeuchi, Koichiro" userId="b3848a05-443b-4434-8fa5-7398ca0c03c9" providerId="ADAL" clId="{AE71EA6D-8CAE-4CA8-A4AE-CBE82EA043E5}" dt="2024-09-25T11:52:37.452" v="7698" actId="1035"/>
          <ac:spMkLst>
            <pc:docMk/>
            <pc:sldMk cId="3524859321" sldId="2147480856"/>
            <ac:spMk id="96" creationId="{97A5F888-072F-E696-7CC7-94CF4883FD69}"/>
          </ac:spMkLst>
        </pc:spChg>
        <pc:spChg chg="add mod">
          <ac:chgData name="Takeuchi, Koichiro" userId="b3848a05-443b-4434-8fa5-7398ca0c03c9" providerId="ADAL" clId="{AE71EA6D-8CAE-4CA8-A4AE-CBE82EA043E5}" dt="2024-09-25T11:52:37.452" v="7698" actId="1035"/>
          <ac:spMkLst>
            <pc:docMk/>
            <pc:sldMk cId="3524859321" sldId="2147480856"/>
            <ac:spMk id="97" creationId="{58252433-799D-CA53-09F6-865D4EC39A9B}"/>
          </ac:spMkLst>
        </pc:spChg>
        <pc:spChg chg="add mod">
          <ac:chgData name="Takeuchi, Koichiro" userId="b3848a05-443b-4434-8fa5-7398ca0c03c9" providerId="ADAL" clId="{AE71EA6D-8CAE-4CA8-A4AE-CBE82EA043E5}" dt="2024-09-25T11:52:37.452" v="7698" actId="1035"/>
          <ac:spMkLst>
            <pc:docMk/>
            <pc:sldMk cId="3524859321" sldId="2147480856"/>
            <ac:spMk id="98" creationId="{155BAFCB-FFFE-A724-3184-FA0385BA92BA}"/>
          </ac:spMkLst>
        </pc:spChg>
        <pc:spChg chg="add mod">
          <ac:chgData name="Takeuchi, Koichiro" userId="b3848a05-443b-4434-8fa5-7398ca0c03c9" providerId="ADAL" clId="{AE71EA6D-8CAE-4CA8-A4AE-CBE82EA043E5}" dt="2024-09-25T11:52:37.452" v="7698" actId="1035"/>
          <ac:spMkLst>
            <pc:docMk/>
            <pc:sldMk cId="3524859321" sldId="2147480856"/>
            <ac:spMk id="99" creationId="{C57CBC0F-2016-9AC0-C6E8-7B385CDE2043}"/>
          </ac:spMkLst>
        </pc:spChg>
        <pc:spChg chg="add mod">
          <ac:chgData name="Takeuchi, Koichiro" userId="b3848a05-443b-4434-8fa5-7398ca0c03c9" providerId="ADAL" clId="{AE71EA6D-8CAE-4CA8-A4AE-CBE82EA043E5}" dt="2024-09-25T11:52:37.452" v="7698" actId="1035"/>
          <ac:spMkLst>
            <pc:docMk/>
            <pc:sldMk cId="3524859321" sldId="2147480856"/>
            <ac:spMk id="100" creationId="{AFC93A5D-B64F-58E0-DEA0-E77B21BBB318}"/>
          </ac:spMkLst>
        </pc:spChg>
        <pc:spChg chg="add mod">
          <ac:chgData name="Takeuchi, Koichiro" userId="b3848a05-443b-4434-8fa5-7398ca0c03c9" providerId="ADAL" clId="{AE71EA6D-8CAE-4CA8-A4AE-CBE82EA043E5}" dt="2024-09-25T11:52:37.452" v="7698" actId="1035"/>
          <ac:spMkLst>
            <pc:docMk/>
            <pc:sldMk cId="3524859321" sldId="2147480856"/>
            <ac:spMk id="101" creationId="{D01DD059-3C20-9EA4-09E9-B64BF57D5816}"/>
          </ac:spMkLst>
        </pc:spChg>
        <pc:spChg chg="add mod">
          <ac:chgData name="Takeuchi, Koichiro" userId="b3848a05-443b-4434-8fa5-7398ca0c03c9" providerId="ADAL" clId="{AE71EA6D-8CAE-4CA8-A4AE-CBE82EA043E5}" dt="2024-09-25T11:52:37.452" v="7698" actId="1035"/>
          <ac:spMkLst>
            <pc:docMk/>
            <pc:sldMk cId="3524859321" sldId="2147480856"/>
            <ac:spMk id="102" creationId="{AAF41CFE-34E9-307F-963E-637299A29B42}"/>
          </ac:spMkLst>
        </pc:spChg>
        <pc:spChg chg="add mod">
          <ac:chgData name="Takeuchi, Koichiro" userId="b3848a05-443b-4434-8fa5-7398ca0c03c9" providerId="ADAL" clId="{AE71EA6D-8CAE-4CA8-A4AE-CBE82EA043E5}" dt="2024-09-25T11:52:37.452" v="7698" actId="1035"/>
          <ac:spMkLst>
            <pc:docMk/>
            <pc:sldMk cId="3524859321" sldId="2147480856"/>
            <ac:spMk id="103" creationId="{67D17F78-3C41-D41D-5D42-ED575DC2D513}"/>
          </ac:spMkLst>
        </pc:spChg>
        <pc:spChg chg="add mod">
          <ac:chgData name="Takeuchi, Koichiro" userId="b3848a05-443b-4434-8fa5-7398ca0c03c9" providerId="ADAL" clId="{AE71EA6D-8CAE-4CA8-A4AE-CBE82EA043E5}" dt="2024-09-25T11:52:37.452" v="7698" actId="1035"/>
          <ac:spMkLst>
            <pc:docMk/>
            <pc:sldMk cId="3524859321" sldId="2147480856"/>
            <ac:spMk id="104" creationId="{340ADEF6-686C-9A9D-26DB-E19902A62689}"/>
          </ac:spMkLst>
        </pc:spChg>
        <pc:spChg chg="add mod">
          <ac:chgData name="Takeuchi, Koichiro" userId="b3848a05-443b-4434-8fa5-7398ca0c03c9" providerId="ADAL" clId="{AE71EA6D-8CAE-4CA8-A4AE-CBE82EA043E5}" dt="2024-09-25T11:52:37.452" v="7698" actId="1035"/>
          <ac:spMkLst>
            <pc:docMk/>
            <pc:sldMk cId="3524859321" sldId="2147480856"/>
            <ac:spMk id="109" creationId="{6BBE2ECC-92D0-5B23-D620-ED9B0FF4E920}"/>
          </ac:spMkLst>
        </pc:spChg>
        <pc:spChg chg="add mod">
          <ac:chgData name="Takeuchi, Koichiro" userId="b3848a05-443b-4434-8fa5-7398ca0c03c9" providerId="ADAL" clId="{AE71EA6D-8CAE-4CA8-A4AE-CBE82EA043E5}" dt="2024-09-25T11:52:37.452" v="7698" actId="1035"/>
          <ac:spMkLst>
            <pc:docMk/>
            <pc:sldMk cId="3524859321" sldId="2147480856"/>
            <ac:spMk id="110" creationId="{A6359A28-3B94-7ABB-F4AC-2391767F738B}"/>
          </ac:spMkLst>
        </pc:spChg>
        <pc:spChg chg="add mod">
          <ac:chgData name="Takeuchi, Koichiro" userId="b3848a05-443b-4434-8fa5-7398ca0c03c9" providerId="ADAL" clId="{AE71EA6D-8CAE-4CA8-A4AE-CBE82EA043E5}" dt="2024-09-25T11:52:37.452" v="7698" actId="1035"/>
          <ac:spMkLst>
            <pc:docMk/>
            <pc:sldMk cId="3524859321" sldId="2147480856"/>
            <ac:spMk id="112" creationId="{7192E242-8CCD-01F8-5FD8-F7DC4F6C40E6}"/>
          </ac:spMkLst>
        </pc:spChg>
        <pc:spChg chg="add mod">
          <ac:chgData name="Takeuchi, Koichiro" userId="b3848a05-443b-4434-8fa5-7398ca0c03c9" providerId="ADAL" clId="{AE71EA6D-8CAE-4CA8-A4AE-CBE82EA043E5}" dt="2024-09-25T11:52:37.452" v="7698" actId="1035"/>
          <ac:spMkLst>
            <pc:docMk/>
            <pc:sldMk cId="3524859321" sldId="2147480856"/>
            <ac:spMk id="116" creationId="{2E930F08-E6EB-8196-D1C5-0EE6D2449B2D}"/>
          </ac:spMkLst>
        </pc:spChg>
        <pc:spChg chg="add mod">
          <ac:chgData name="Takeuchi, Koichiro" userId="b3848a05-443b-4434-8fa5-7398ca0c03c9" providerId="ADAL" clId="{AE71EA6D-8CAE-4CA8-A4AE-CBE82EA043E5}" dt="2024-09-25T11:52:37.452" v="7698" actId="1035"/>
          <ac:spMkLst>
            <pc:docMk/>
            <pc:sldMk cId="3524859321" sldId="2147480856"/>
            <ac:spMk id="120" creationId="{ACCA15EE-D23E-54C1-3262-5B27DE521225}"/>
          </ac:spMkLst>
        </pc:spChg>
        <pc:spChg chg="add mod">
          <ac:chgData name="Takeuchi, Koichiro" userId="b3848a05-443b-4434-8fa5-7398ca0c03c9" providerId="ADAL" clId="{AE71EA6D-8CAE-4CA8-A4AE-CBE82EA043E5}" dt="2024-09-25T11:52:37.452" v="7698" actId="1035"/>
          <ac:spMkLst>
            <pc:docMk/>
            <pc:sldMk cId="3524859321" sldId="2147480856"/>
            <ac:spMk id="126" creationId="{EEE297E5-C143-029F-C94F-7953FFB172F0}"/>
          </ac:spMkLst>
        </pc:spChg>
        <pc:spChg chg="add mod">
          <ac:chgData name="Takeuchi, Koichiro" userId="b3848a05-443b-4434-8fa5-7398ca0c03c9" providerId="ADAL" clId="{AE71EA6D-8CAE-4CA8-A4AE-CBE82EA043E5}" dt="2024-09-25T11:52:37.452" v="7698" actId="1035"/>
          <ac:spMkLst>
            <pc:docMk/>
            <pc:sldMk cId="3524859321" sldId="2147480856"/>
            <ac:spMk id="127" creationId="{13052505-7A6D-D2F2-F99B-7628A2CD0F63}"/>
          </ac:spMkLst>
        </pc:spChg>
        <pc:spChg chg="add mod">
          <ac:chgData name="Takeuchi, Koichiro" userId="b3848a05-443b-4434-8fa5-7398ca0c03c9" providerId="ADAL" clId="{AE71EA6D-8CAE-4CA8-A4AE-CBE82EA043E5}" dt="2024-09-25T11:52:37.452" v="7698" actId="1035"/>
          <ac:spMkLst>
            <pc:docMk/>
            <pc:sldMk cId="3524859321" sldId="2147480856"/>
            <ac:spMk id="128" creationId="{DA32B361-BA93-027A-8FA7-EE79B6E3A2F0}"/>
          </ac:spMkLst>
        </pc:spChg>
        <pc:spChg chg="add mod">
          <ac:chgData name="Takeuchi, Koichiro" userId="b3848a05-443b-4434-8fa5-7398ca0c03c9" providerId="ADAL" clId="{AE71EA6D-8CAE-4CA8-A4AE-CBE82EA043E5}" dt="2024-09-25T11:52:49.866" v="7721" actId="1036"/>
          <ac:spMkLst>
            <pc:docMk/>
            <pc:sldMk cId="3524859321" sldId="2147480856"/>
            <ac:spMk id="129" creationId="{1FC04968-7DFB-5FB4-640F-95C0197F8ABD}"/>
          </ac:spMkLst>
        </pc:spChg>
        <pc:spChg chg="add mod">
          <ac:chgData name="Takeuchi, Koichiro" userId="b3848a05-443b-4434-8fa5-7398ca0c03c9" providerId="ADAL" clId="{AE71EA6D-8CAE-4CA8-A4AE-CBE82EA043E5}" dt="2024-09-25T11:52:37.452" v="7698" actId="1035"/>
          <ac:spMkLst>
            <pc:docMk/>
            <pc:sldMk cId="3524859321" sldId="2147480856"/>
            <ac:spMk id="130" creationId="{83A116F0-A1BF-F905-E647-EEA052FF4518}"/>
          </ac:spMkLst>
        </pc:spChg>
        <pc:spChg chg="add mod">
          <ac:chgData name="Takeuchi, Koichiro" userId="b3848a05-443b-4434-8fa5-7398ca0c03c9" providerId="ADAL" clId="{AE71EA6D-8CAE-4CA8-A4AE-CBE82EA043E5}" dt="2024-09-25T11:52:37.452" v="7698" actId="1035"/>
          <ac:spMkLst>
            <pc:docMk/>
            <pc:sldMk cId="3524859321" sldId="2147480856"/>
            <ac:spMk id="131" creationId="{28D00DDF-D2F1-3C0B-C9CE-4E4DD34C5323}"/>
          </ac:spMkLst>
        </pc:spChg>
        <pc:spChg chg="add mod">
          <ac:chgData name="Takeuchi, Koichiro" userId="b3848a05-443b-4434-8fa5-7398ca0c03c9" providerId="ADAL" clId="{AE71EA6D-8CAE-4CA8-A4AE-CBE82EA043E5}" dt="2024-09-25T11:52:37.452" v="7698" actId="1035"/>
          <ac:spMkLst>
            <pc:docMk/>
            <pc:sldMk cId="3524859321" sldId="2147480856"/>
            <ac:spMk id="132" creationId="{CDAF903A-D472-87E1-7DEB-A7547FEBED9E}"/>
          </ac:spMkLst>
        </pc:spChg>
        <pc:grpChg chg="add del">
          <ac:chgData name="Takeuchi, Koichiro" userId="b3848a05-443b-4434-8fa5-7398ca0c03c9" providerId="ADAL" clId="{AE71EA6D-8CAE-4CA8-A4AE-CBE82EA043E5}" dt="2024-09-25T11:47:39.869" v="7096" actId="478"/>
          <ac:grpSpMkLst>
            <pc:docMk/>
            <pc:sldMk cId="3524859321" sldId="2147480856"/>
            <ac:grpSpMk id="13" creationId="{5C5E99E5-708B-B4E2-D577-494B5D69BA62}"/>
          </ac:grpSpMkLst>
        </pc:grpChg>
        <pc:grpChg chg="add del">
          <ac:chgData name="Takeuchi, Koichiro" userId="b3848a05-443b-4434-8fa5-7398ca0c03c9" providerId="ADAL" clId="{AE71EA6D-8CAE-4CA8-A4AE-CBE82EA043E5}" dt="2024-09-25T11:47:39.869" v="7096" actId="478"/>
          <ac:grpSpMkLst>
            <pc:docMk/>
            <pc:sldMk cId="3524859321" sldId="2147480856"/>
            <ac:grpSpMk id="47" creationId="{E70F471B-F500-CC93-AE52-C5D2630CA66F}"/>
          </ac:grpSpMkLst>
        </pc:grpChg>
        <pc:grpChg chg="add del">
          <ac:chgData name="Takeuchi, Koichiro" userId="b3848a05-443b-4434-8fa5-7398ca0c03c9" providerId="ADAL" clId="{AE71EA6D-8CAE-4CA8-A4AE-CBE82EA043E5}" dt="2024-09-25T11:47:39.869" v="7096" actId="478"/>
          <ac:grpSpMkLst>
            <pc:docMk/>
            <pc:sldMk cId="3524859321" sldId="2147480856"/>
            <ac:grpSpMk id="48" creationId="{22521FBB-FB27-B4FE-9EE3-8C2306D2CCBA}"/>
          </ac:grpSpMkLst>
        </pc:grpChg>
        <pc:grpChg chg="add del">
          <ac:chgData name="Takeuchi, Koichiro" userId="b3848a05-443b-4434-8fa5-7398ca0c03c9" providerId="ADAL" clId="{AE71EA6D-8CAE-4CA8-A4AE-CBE82EA043E5}" dt="2024-09-25T11:47:39.869" v="7096" actId="478"/>
          <ac:grpSpMkLst>
            <pc:docMk/>
            <pc:sldMk cId="3524859321" sldId="2147480856"/>
            <ac:grpSpMk id="49" creationId="{C728D113-7E16-7741-E4E4-1DA1DDC2A22E}"/>
          </ac:grpSpMkLst>
        </pc:grpChg>
        <pc:grpChg chg="add del">
          <ac:chgData name="Takeuchi, Koichiro" userId="b3848a05-443b-4434-8fa5-7398ca0c03c9" providerId="ADAL" clId="{AE71EA6D-8CAE-4CA8-A4AE-CBE82EA043E5}" dt="2024-09-25T11:47:39.869" v="7096" actId="478"/>
          <ac:grpSpMkLst>
            <pc:docMk/>
            <pc:sldMk cId="3524859321" sldId="2147480856"/>
            <ac:grpSpMk id="58" creationId="{02E71618-9A39-6CCE-225F-04C1E91E67A7}"/>
          </ac:grpSpMkLst>
        </pc:grpChg>
        <pc:grpChg chg="add del">
          <ac:chgData name="Takeuchi, Koichiro" userId="b3848a05-443b-4434-8fa5-7398ca0c03c9" providerId="ADAL" clId="{AE71EA6D-8CAE-4CA8-A4AE-CBE82EA043E5}" dt="2024-09-25T11:47:39.869" v="7096" actId="478"/>
          <ac:grpSpMkLst>
            <pc:docMk/>
            <pc:sldMk cId="3524859321" sldId="2147480856"/>
            <ac:grpSpMk id="71" creationId="{9E437840-817A-119F-180D-0F1761543670}"/>
          </ac:grpSpMkLst>
        </pc:grpChg>
        <pc:picChg chg="add del">
          <ac:chgData name="Takeuchi, Koichiro" userId="b3848a05-443b-4434-8fa5-7398ca0c03c9" providerId="ADAL" clId="{AE71EA6D-8CAE-4CA8-A4AE-CBE82EA043E5}" dt="2024-09-25T11:47:39.869" v="7096" actId="478"/>
          <ac:picMkLst>
            <pc:docMk/>
            <pc:sldMk cId="3524859321" sldId="2147480856"/>
            <ac:picMk id="8" creationId="{3D764613-8918-F736-DE34-204B85180D3F}"/>
          </ac:picMkLst>
        </pc:picChg>
        <pc:picChg chg="add del">
          <ac:chgData name="Takeuchi, Koichiro" userId="b3848a05-443b-4434-8fa5-7398ca0c03c9" providerId="ADAL" clId="{AE71EA6D-8CAE-4CA8-A4AE-CBE82EA043E5}" dt="2024-09-25T11:47:39.869" v="7096" actId="478"/>
          <ac:picMkLst>
            <pc:docMk/>
            <pc:sldMk cId="3524859321" sldId="2147480856"/>
            <ac:picMk id="10" creationId="{D54926C7-AE94-C884-46A4-580622587C19}"/>
          </ac:picMkLst>
        </pc:picChg>
        <pc:picChg chg="add mod">
          <ac:chgData name="Takeuchi, Koichiro" userId="b3848a05-443b-4434-8fa5-7398ca0c03c9" providerId="ADAL" clId="{AE71EA6D-8CAE-4CA8-A4AE-CBE82EA043E5}" dt="2024-09-25T11:52:37.452" v="7698" actId="1035"/>
          <ac:picMkLst>
            <pc:docMk/>
            <pc:sldMk cId="3524859321" sldId="2147480856"/>
            <ac:picMk id="117" creationId="{6B0173B0-2E39-DC4D-7041-FDAFD7017934}"/>
          </ac:picMkLst>
        </pc:picChg>
        <pc:picChg chg="add mod">
          <ac:chgData name="Takeuchi, Koichiro" userId="b3848a05-443b-4434-8fa5-7398ca0c03c9" providerId="ADAL" clId="{AE71EA6D-8CAE-4CA8-A4AE-CBE82EA043E5}" dt="2024-09-25T11:52:37.452" v="7698" actId="1035"/>
          <ac:picMkLst>
            <pc:docMk/>
            <pc:sldMk cId="3524859321" sldId="2147480856"/>
            <ac:picMk id="118" creationId="{F35047E7-5266-E714-4675-00DD8056659E}"/>
          </ac:picMkLst>
        </pc:picChg>
        <pc:picChg chg="add mod">
          <ac:chgData name="Takeuchi, Koichiro" userId="b3848a05-443b-4434-8fa5-7398ca0c03c9" providerId="ADAL" clId="{AE71EA6D-8CAE-4CA8-A4AE-CBE82EA043E5}" dt="2024-09-25T11:52:37.452" v="7698" actId="1035"/>
          <ac:picMkLst>
            <pc:docMk/>
            <pc:sldMk cId="3524859321" sldId="2147480856"/>
            <ac:picMk id="119" creationId="{9FE1DA99-29FA-8A8B-106D-525A50EC1978}"/>
          </ac:picMkLst>
        </pc:picChg>
        <pc:picChg chg="add mod">
          <ac:chgData name="Takeuchi, Koichiro" userId="b3848a05-443b-4434-8fa5-7398ca0c03c9" providerId="ADAL" clId="{AE71EA6D-8CAE-4CA8-A4AE-CBE82EA043E5}" dt="2024-09-25T11:52:37.452" v="7698" actId="1035"/>
          <ac:picMkLst>
            <pc:docMk/>
            <pc:sldMk cId="3524859321" sldId="2147480856"/>
            <ac:picMk id="121" creationId="{A5397921-030B-DED4-2CB2-64012EFF9169}"/>
          </ac:picMkLst>
        </pc:picChg>
        <pc:picChg chg="add mod">
          <ac:chgData name="Takeuchi, Koichiro" userId="b3848a05-443b-4434-8fa5-7398ca0c03c9" providerId="ADAL" clId="{AE71EA6D-8CAE-4CA8-A4AE-CBE82EA043E5}" dt="2024-09-25T11:52:37.452" v="7698" actId="1035"/>
          <ac:picMkLst>
            <pc:docMk/>
            <pc:sldMk cId="3524859321" sldId="2147480856"/>
            <ac:picMk id="122" creationId="{5CA8DEEA-ED55-FA46-4A55-1582914E320B}"/>
          </ac:picMkLst>
        </pc:picChg>
        <pc:picChg chg="add mod">
          <ac:chgData name="Takeuchi, Koichiro" userId="b3848a05-443b-4434-8fa5-7398ca0c03c9" providerId="ADAL" clId="{AE71EA6D-8CAE-4CA8-A4AE-CBE82EA043E5}" dt="2024-09-25T11:52:37.452" v="7698" actId="1035"/>
          <ac:picMkLst>
            <pc:docMk/>
            <pc:sldMk cId="3524859321" sldId="2147480856"/>
            <ac:picMk id="123" creationId="{0343A566-4C74-E801-CB4B-56616409EA0B}"/>
          </ac:picMkLst>
        </pc:picChg>
        <pc:picChg chg="add mod">
          <ac:chgData name="Takeuchi, Koichiro" userId="b3848a05-443b-4434-8fa5-7398ca0c03c9" providerId="ADAL" clId="{AE71EA6D-8CAE-4CA8-A4AE-CBE82EA043E5}" dt="2024-09-25T11:52:37.452" v="7698" actId="1035"/>
          <ac:picMkLst>
            <pc:docMk/>
            <pc:sldMk cId="3524859321" sldId="2147480856"/>
            <ac:picMk id="124" creationId="{49783ACD-5E85-B3F2-E073-FBBE4BD00192}"/>
          </ac:picMkLst>
        </pc:picChg>
        <pc:cxnChg chg="add mod">
          <ac:chgData name="Takeuchi, Koichiro" userId="b3848a05-443b-4434-8fa5-7398ca0c03c9" providerId="ADAL" clId="{AE71EA6D-8CAE-4CA8-A4AE-CBE82EA043E5}" dt="2024-09-25T11:52:37.452" v="7698" actId="1035"/>
          <ac:cxnSpMkLst>
            <pc:docMk/>
            <pc:sldMk cId="3524859321" sldId="2147480856"/>
            <ac:cxnSpMk id="105" creationId="{C2E6C4E7-E7CC-963F-F7E6-0496D968FCCC}"/>
          </ac:cxnSpMkLst>
        </pc:cxnChg>
        <pc:cxnChg chg="add mod">
          <ac:chgData name="Takeuchi, Koichiro" userId="b3848a05-443b-4434-8fa5-7398ca0c03c9" providerId="ADAL" clId="{AE71EA6D-8CAE-4CA8-A4AE-CBE82EA043E5}" dt="2024-09-25T11:52:37.452" v="7698" actId="1035"/>
          <ac:cxnSpMkLst>
            <pc:docMk/>
            <pc:sldMk cId="3524859321" sldId="2147480856"/>
            <ac:cxnSpMk id="106" creationId="{EF69EC78-05BD-15BD-8021-7219E6C5142E}"/>
          </ac:cxnSpMkLst>
        </pc:cxnChg>
        <pc:cxnChg chg="add mod">
          <ac:chgData name="Takeuchi, Koichiro" userId="b3848a05-443b-4434-8fa5-7398ca0c03c9" providerId="ADAL" clId="{AE71EA6D-8CAE-4CA8-A4AE-CBE82EA043E5}" dt="2024-09-25T11:52:37.452" v="7698" actId="1035"/>
          <ac:cxnSpMkLst>
            <pc:docMk/>
            <pc:sldMk cId="3524859321" sldId="2147480856"/>
            <ac:cxnSpMk id="107" creationId="{7E5EEC2B-16EA-8089-31F6-B6DB6362D243}"/>
          </ac:cxnSpMkLst>
        </pc:cxnChg>
        <pc:cxnChg chg="add mod">
          <ac:chgData name="Takeuchi, Koichiro" userId="b3848a05-443b-4434-8fa5-7398ca0c03c9" providerId="ADAL" clId="{AE71EA6D-8CAE-4CA8-A4AE-CBE82EA043E5}" dt="2024-09-25T11:52:37.452" v="7698" actId="1035"/>
          <ac:cxnSpMkLst>
            <pc:docMk/>
            <pc:sldMk cId="3524859321" sldId="2147480856"/>
            <ac:cxnSpMk id="108" creationId="{85C7C46D-C676-F954-FA14-1A629F8CA9F5}"/>
          </ac:cxnSpMkLst>
        </pc:cxnChg>
        <pc:cxnChg chg="add mod">
          <ac:chgData name="Takeuchi, Koichiro" userId="b3848a05-443b-4434-8fa5-7398ca0c03c9" providerId="ADAL" clId="{AE71EA6D-8CAE-4CA8-A4AE-CBE82EA043E5}" dt="2024-09-25T11:52:37.452" v="7698" actId="1035"/>
          <ac:cxnSpMkLst>
            <pc:docMk/>
            <pc:sldMk cId="3524859321" sldId="2147480856"/>
            <ac:cxnSpMk id="111" creationId="{93DF6283-6873-BB72-F47F-0A7C6E24B9C9}"/>
          </ac:cxnSpMkLst>
        </pc:cxnChg>
        <pc:cxnChg chg="add mod">
          <ac:chgData name="Takeuchi, Koichiro" userId="b3848a05-443b-4434-8fa5-7398ca0c03c9" providerId="ADAL" clId="{AE71EA6D-8CAE-4CA8-A4AE-CBE82EA043E5}" dt="2024-09-25T11:52:37.452" v="7698" actId="1035"/>
          <ac:cxnSpMkLst>
            <pc:docMk/>
            <pc:sldMk cId="3524859321" sldId="2147480856"/>
            <ac:cxnSpMk id="113" creationId="{7BC00839-4D82-7F50-E55A-BA1D73E92778}"/>
          </ac:cxnSpMkLst>
        </pc:cxnChg>
        <pc:cxnChg chg="add mod">
          <ac:chgData name="Takeuchi, Koichiro" userId="b3848a05-443b-4434-8fa5-7398ca0c03c9" providerId="ADAL" clId="{AE71EA6D-8CAE-4CA8-A4AE-CBE82EA043E5}" dt="2024-09-25T11:52:37.452" v="7698" actId="1035"/>
          <ac:cxnSpMkLst>
            <pc:docMk/>
            <pc:sldMk cId="3524859321" sldId="2147480856"/>
            <ac:cxnSpMk id="114" creationId="{CC09DB81-B3FC-2559-7990-DF3CFF5F67CB}"/>
          </ac:cxnSpMkLst>
        </pc:cxnChg>
        <pc:cxnChg chg="add mod">
          <ac:chgData name="Takeuchi, Koichiro" userId="b3848a05-443b-4434-8fa5-7398ca0c03c9" providerId="ADAL" clId="{AE71EA6D-8CAE-4CA8-A4AE-CBE82EA043E5}" dt="2024-09-25T11:52:37.452" v="7698" actId="1035"/>
          <ac:cxnSpMkLst>
            <pc:docMk/>
            <pc:sldMk cId="3524859321" sldId="2147480856"/>
            <ac:cxnSpMk id="115" creationId="{9257FF2A-CFF0-EFDB-0883-28E9BF643843}"/>
          </ac:cxnSpMkLst>
        </pc:cxnChg>
        <pc:cxnChg chg="add mod">
          <ac:chgData name="Takeuchi, Koichiro" userId="b3848a05-443b-4434-8fa5-7398ca0c03c9" providerId="ADAL" clId="{AE71EA6D-8CAE-4CA8-A4AE-CBE82EA043E5}" dt="2024-09-25T11:52:37.452" v="7698" actId="1035"/>
          <ac:cxnSpMkLst>
            <pc:docMk/>
            <pc:sldMk cId="3524859321" sldId="2147480856"/>
            <ac:cxnSpMk id="125" creationId="{EC697346-7AF0-51DC-A48D-3CEDDA2B6635}"/>
          </ac:cxnSpMkLst>
        </pc:cxnChg>
      </pc:sldChg>
      <pc:sldChg chg="addSp delSp modSp add mod">
        <pc:chgData name="Takeuchi, Koichiro" userId="b3848a05-443b-4434-8fa5-7398ca0c03c9" providerId="ADAL" clId="{AE71EA6D-8CAE-4CA8-A4AE-CBE82EA043E5}" dt="2024-09-25T23:45:49.615" v="9825" actId="553"/>
        <pc:sldMkLst>
          <pc:docMk/>
          <pc:sldMk cId="1525130112" sldId="2147480857"/>
        </pc:sldMkLst>
        <pc:spChg chg="mod">
          <ac:chgData name="Takeuchi, Koichiro" userId="b3848a05-443b-4434-8fa5-7398ca0c03c9" providerId="ADAL" clId="{AE71EA6D-8CAE-4CA8-A4AE-CBE82EA043E5}" dt="2024-09-25T23:16:54.098" v="7944" actId="20577"/>
          <ac:spMkLst>
            <pc:docMk/>
            <pc:sldMk cId="1525130112" sldId="2147480857"/>
            <ac:spMk id="2" creationId="{2E73C4BD-07DA-E92F-E6E6-03E77D0C292E}"/>
          </ac:spMkLst>
        </pc:spChg>
        <pc:spChg chg="del">
          <ac:chgData name="Takeuchi, Koichiro" userId="b3848a05-443b-4434-8fa5-7398ca0c03c9" providerId="ADAL" clId="{AE71EA6D-8CAE-4CA8-A4AE-CBE82EA043E5}" dt="2024-09-25T23:16:57.409" v="7945" actId="478"/>
          <ac:spMkLst>
            <pc:docMk/>
            <pc:sldMk cId="1525130112" sldId="2147480857"/>
            <ac:spMk id="3" creationId="{A63CCEC0-4EC9-A937-1737-25F942C96D84}"/>
          </ac:spMkLst>
        </pc:spChg>
        <pc:spChg chg="mod">
          <ac:chgData name="Takeuchi, Koichiro" userId="b3848a05-443b-4434-8fa5-7398ca0c03c9" providerId="ADAL" clId="{AE71EA6D-8CAE-4CA8-A4AE-CBE82EA043E5}" dt="2024-09-25T23:25:06.756" v="8448" actId="1076"/>
          <ac:spMkLst>
            <pc:docMk/>
            <pc:sldMk cId="1525130112" sldId="2147480857"/>
            <ac:spMk id="5" creationId="{BD4C5169-8231-56E1-4F4F-2BCA62EB6922}"/>
          </ac:spMkLst>
        </pc:spChg>
        <pc:spChg chg="add del mod">
          <ac:chgData name="Takeuchi, Koichiro" userId="b3848a05-443b-4434-8fa5-7398ca0c03c9" providerId="ADAL" clId="{AE71EA6D-8CAE-4CA8-A4AE-CBE82EA043E5}" dt="2024-09-25T23:17:01.394" v="7946" actId="478"/>
          <ac:spMkLst>
            <pc:docMk/>
            <pc:sldMk cId="1525130112" sldId="2147480857"/>
            <ac:spMk id="8" creationId="{C19F4C15-9466-81FA-1E03-6517C0E4E36E}"/>
          </ac:spMkLst>
        </pc:spChg>
        <pc:spChg chg="add mod">
          <ac:chgData name="Takeuchi, Koichiro" userId="b3848a05-443b-4434-8fa5-7398ca0c03c9" providerId="ADAL" clId="{AE71EA6D-8CAE-4CA8-A4AE-CBE82EA043E5}" dt="2024-09-25T23:45:49.615" v="9825" actId="553"/>
          <ac:spMkLst>
            <pc:docMk/>
            <pc:sldMk cId="1525130112" sldId="2147480857"/>
            <ac:spMk id="9" creationId="{B5D4F441-A4B5-86E4-D995-961841DDBBAF}"/>
          </ac:spMkLst>
        </pc:spChg>
        <pc:spChg chg="add mod">
          <ac:chgData name="Takeuchi, Koichiro" userId="b3848a05-443b-4434-8fa5-7398ca0c03c9" providerId="ADAL" clId="{AE71EA6D-8CAE-4CA8-A4AE-CBE82EA043E5}" dt="2024-09-25T23:45:49.615" v="9825" actId="553"/>
          <ac:spMkLst>
            <pc:docMk/>
            <pc:sldMk cId="1525130112" sldId="2147480857"/>
            <ac:spMk id="10" creationId="{AA6DEB79-A971-2BD8-8D63-1C77541EB05E}"/>
          </ac:spMkLst>
        </pc:spChg>
        <pc:spChg chg="add mod">
          <ac:chgData name="Takeuchi, Koichiro" userId="b3848a05-443b-4434-8fa5-7398ca0c03c9" providerId="ADAL" clId="{AE71EA6D-8CAE-4CA8-A4AE-CBE82EA043E5}" dt="2024-09-25T23:45:49.615" v="9825" actId="553"/>
          <ac:spMkLst>
            <pc:docMk/>
            <pc:sldMk cId="1525130112" sldId="2147480857"/>
            <ac:spMk id="11" creationId="{F61EF9C1-015C-223A-4624-997809FB2C8F}"/>
          </ac:spMkLst>
        </pc:spChg>
        <pc:spChg chg="add mod">
          <ac:chgData name="Takeuchi, Koichiro" userId="b3848a05-443b-4434-8fa5-7398ca0c03c9" providerId="ADAL" clId="{AE71EA6D-8CAE-4CA8-A4AE-CBE82EA043E5}" dt="2024-09-25T23:45:49.615" v="9825" actId="553"/>
          <ac:spMkLst>
            <pc:docMk/>
            <pc:sldMk cId="1525130112" sldId="2147480857"/>
            <ac:spMk id="12" creationId="{2881C2EA-B1F4-64D2-AE95-4BE36EC5BBA5}"/>
          </ac:spMkLst>
        </pc:spChg>
        <pc:spChg chg="add mod">
          <ac:chgData name="Takeuchi, Koichiro" userId="b3848a05-443b-4434-8fa5-7398ca0c03c9" providerId="ADAL" clId="{AE71EA6D-8CAE-4CA8-A4AE-CBE82EA043E5}" dt="2024-09-25T23:45:49.615" v="9825" actId="553"/>
          <ac:spMkLst>
            <pc:docMk/>
            <pc:sldMk cId="1525130112" sldId="2147480857"/>
            <ac:spMk id="13" creationId="{40D159E8-43A2-3E39-58C3-D0142B769DE7}"/>
          </ac:spMkLst>
        </pc:spChg>
        <pc:spChg chg="add mod">
          <ac:chgData name="Takeuchi, Koichiro" userId="b3848a05-443b-4434-8fa5-7398ca0c03c9" providerId="ADAL" clId="{AE71EA6D-8CAE-4CA8-A4AE-CBE82EA043E5}" dt="2024-09-25T23:45:49.615" v="9825" actId="553"/>
          <ac:spMkLst>
            <pc:docMk/>
            <pc:sldMk cId="1525130112" sldId="2147480857"/>
            <ac:spMk id="14" creationId="{50209F45-B635-315D-CC42-0A7AC84DD0E7}"/>
          </ac:spMkLst>
        </pc:spChg>
        <pc:spChg chg="add mod">
          <ac:chgData name="Takeuchi, Koichiro" userId="b3848a05-443b-4434-8fa5-7398ca0c03c9" providerId="ADAL" clId="{AE71EA6D-8CAE-4CA8-A4AE-CBE82EA043E5}" dt="2024-09-25T23:45:49.615" v="9825" actId="553"/>
          <ac:spMkLst>
            <pc:docMk/>
            <pc:sldMk cId="1525130112" sldId="2147480857"/>
            <ac:spMk id="15" creationId="{5DAB9839-E675-BAA2-0FBA-D2697BF627D5}"/>
          </ac:spMkLst>
        </pc:spChg>
        <pc:spChg chg="add mod">
          <ac:chgData name="Takeuchi, Koichiro" userId="b3848a05-443b-4434-8fa5-7398ca0c03c9" providerId="ADAL" clId="{AE71EA6D-8CAE-4CA8-A4AE-CBE82EA043E5}" dt="2024-09-25T23:45:49.615" v="9825" actId="553"/>
          <ac:spMkLst>
            <pc:docMk/>
            <pc:sldMk cId="1525130112" sldId="2147480857"/>
            <ac:spMk id="16" creationId="{A150F952-248C-E4F6-6BC3-FE71C6FAB384}"/>
          </ac:spMkLst>
        </pc:spChg>
        <pc:spChg chg="add mod">
          <ac:chgData name="Takeuchi, Koichiro" userId="b3848a05-443b-4434-8fa5-7398ca0c03c9" providerId="ADAL" clId="{AE71EA6D-8CAE-4CA8-A4AE-CBE82EA043E5}" dt="2024-09-25T23:45:49.615" v="9825" actId="553"/>
          <ac:spMkLst>
            <pc:docMk/>
            <pc:sldMk cId="1525130112" sldId="2147480857"/>
            <ac:spMk id="17" creationId="{5828E5DC-7668-F462-53B6-3D6F979C447D}"/>
          </ac:spMkLst>
        </pc:spChg>
        <pc:spChg chg="add mod">
          <ac:chgData name="Takeuchi, Koichiro" userId="b3848a05-443b-4434-8fa5-7398ca0c03c9" providerId="ADAL" clId="{AE71EA6D-8CAE-4CA8-A4AE-CBE82EA043E5}" dt="2024-09-25T23:45:49.615" v="9825" actId="553"/>
          <ac:spMkLst>
            <pc:docMk/>
            <pc:sldMk cId="1525130112" sldId="2147480857"/>
            <ac:spMk id="18" creationId="{99F08E6B-7133-4E19-876B-9C6CAC139C89}"/>
          </ac:spMkLst>
        </pc:spChg>
        <pc:spChg chg="add mod">
          <ac:chgData name="Takeuchi, Koichiro" userId="b3848a05-443b-4434-8fa5-7398ca0c03c9" providerId="ADAL" clId="{AE71EA6D-8CAE-4CA8-A4AE-CBE82EA043E5}" dt="2024-09-25T23:45:49.615" v="9825" actId="553"/>
          <ac:spMkLst>
            <pc:docMk/>
            <pc:sldMk cId="1525130112" sldId="2147480857"/>
            <ac:spMk id="19" creationId="{CBE3AAEB-7D83-A1E2-67EA-78F08776D696}"/>
          </ac:spMkLst>
        </pc:spChg>
        <pc:spChg chg="add mod">
          <ac:chgData name="Takeuchi, Koichiro" userId="b3848a05-443b-4434-8fa5-7398ca0c03c9" providerId="ADAL" clId="{AE71EA6D-8CAE-4CA8-A4AE-CBE82EA043E5}" dt="2024-09-25T23:45:49.615" v="9825" actId="553"/>
          <ac:spMkLst>
            <pc:docMk/>
            <pc:sldMk cId="1525130112" sldId="2147480857"/>
            <ac:spMk id="20" creationId="{10218879-7D79-1DBC-2FE7-6F5B027945F0}"/>
          </ac:spMkLst>
        </pc:spChg>
        <pc:spChg chg="add mod">
          <ac:chgData name="Takeuchi, Koichiro" userId="b3848a05-443b-4434-8fa5-7398ca0c03c9" providerId="ADAL" clId="{AE71EA6D-8CAE-4CA8-A4AE-CBE82EA043E5}" dt="2024-09-25T23:21:48.499" v="8394" actId="20577"/>
          <ac:spMkLst>
            <pc:docMk/>
            <pc:sldMk cId="1525130112" sldId="2147480857"/>
            <ac:spMk id="21" creationId="{5994A2AC-87E9-4D23-FCE9-F262995E5434}"/>
          </ac:spMkLst>
        </pc:spChg>
        <pc:spChg chg="add mod">
          <ac:chgData name="Takeuchi, Koichiro" userId="b3848a05-443b-4434-8fa5-7398ca0c03c9" providerId="ADAL" clId="{AE71EA6D-8CAE-4CA8-A4AE-CBE82EA043E5}" dt="2024-09-25T23:28:12.774" v="8628" actId="1036"/>
          <ac:spMkLst>
            <pc:docMk/>
            <pc:sldMk cId="1525130112" sldId="2147480857"/>
            <ac:spMk id="22" creationId="{82E5D55D-6132-A1AA-057D-EB92078AC5AF}"/>
          </ac:spMkLst>
        </pc:spChg>
        <pc:spChg chg="add mod">
          <ac:chgData name="Takeuchi, Koichiro" userId="b3848a05-443b-4434-8fa5-7398ca0c03c9" providerId="ADAL" clId="{AE71EA6D-8CAE-4CA8-A4AE-CBE82EA043E5}" dt="2024-09-25T23:28:12.774" v="8628" actId="1036"/>
          <ac:spMkLst>
            <pc:docMk/>
            <pc:sldMk cId="1525130112" sldId="2147480857"/>
            <ac:spMk id="23" creationId="{DDBC5603-1FD3-7562-4D84-0CA2D9129039}"/>
          </ac:spMkLst>
        </pc:spChg>
        <pc:spChg chg="add mod">
          <ac:chgData name="Takeuchi, Koichiro" userId="b3848a05-443b-4434-8fa5-7398ca0c03c9" providerId="ADAL" clId="{AE71EA6D-8CAE-4CA8-A4AE-CBE82EA043E5}" dt="2024-09-25T23:28:12.774" v="8628" actId="1036"/>
          <ac:spMkLst>
            <pc:docMk/>
            <pc:sldMk cId="1525130112" sldId="2147480857"/>
            <ac:spMk id="24" creationId="{BD06B981-4861-4A46-4088-99179DB87C34}"/>
          </ac:spMkLst>
        </pc:spChg>
        <pc:spChg chg="add mod">
          <ac:chgData name="Takeuchi, Koichiro" userId="b3848a05-443b-4434-8fa5-7398ca0c03c9" providerId="ADAL" clId="{AE71EA6D-8CAE-4CA8-A4AE-CBE82EA043E5}" dt="2024-09-25T23:28:12.774" v="8628" actId="1036"/>
          <ac:spMkLst>
            <pc:docMk/>
            <pc:sldMk cId="1525130112" sldId="2147480857"/>
            <ac:spMk id="25" creationId="{CF3BB26A-D467-E3F4-DF5E-E027BF65CC5F}"/>
          </ac:spMkLst>
        </pc:spChg>
        <pc:spChg chg="add mod">
          <ac:chgData name="Takeuchi, Koichiro" userId="b3848a05-443b-4434-8fa5-7398ca0c03c9" providerId="ADAL" clId="{AE71EA6D-8CAE-4CA8-A4AE-CBE82EA043E5}" dt="2024-09-25T23:28:12.774" v="8628" actId="1036"/>
          <ac:spMkLst>
            <pc:docMk/>
            <pc:sldMk cId="1525130112" sldId="2147480857"/>
            <ac:spMk id="26" creationId="{BA1406AD-5D91-DFFE-199C-626E8338B7C0}"/>
          </ac:spMkLst>
        </pc:spChg>
        <pc:spChg chg="add mod">
          <ac:chgData name="Takeuchi, Koichiro" userId="b3848a05-443b-4434-8fa5-7398ca0c03c9" providerId="ADAL" clId="{AE71EA6D-8CAE-4CA8-A4AE-CBE82EA043E5}" dt="2024-09-25T23:28:12.774" v="8628" actId="1036"/>
          <ac:spMkLst>
            <pc:docMk/>
            <pc:sldMk cId="1525130112" sldId="2147480857"/>
            <ac:spMk id="27" creationId="{7D9228FE-F030-350A-6E5B-95647A8D041D}"/>
          </ac:spMkLst>
        </pc:spChg>
        <pc:spChg chg="add mod">
          <ac:chgData name="Takeuchi, Koichiro" userId="b3848a05-443b-4434-8fa5-7398ca0c03c9" providerId="ADAL" clId="{AE71EA6D-8CAE-4CA8-A4AE-CBE82EA043E5}" dt="2024-09-25T23:28:12.774" v="8628" actId="1036"/>
          <ac:spMkLst>
            <pc:docMk/>
            <pc:sldMk cId="1525130112" sldId="2147480857"/>
            <ac:spMk id="28" creationId="{C681DC16-5833-0E13-5B43-3EBFEBD23E9E}"/>
          </ac:spMkLst>
        </pc:spChg>
        <pc:spChg chg="add mod">
          <ac:chgData name="Takeuchi, Koichiro" userId="b3848a05-443b-4434-8fa5-7398ca0c03c9" providerId="ADAL" clId="{AE71EA6D-8CAE-4CA8-A4AE-CBE82EA043E5}" dt="2024-09-25T23:28:12.774" v="8628" actId="1036"/>
          <ac:spMkLst>
            <pc:docMk/>
            <pc:sldMk cId="1525130112" sldId="2147480857"/>
            <ac:spMk id="29" creationId="{6A04F0FE-D310-2767-2AAD-468C5399AD77}"/>
          </ac:spMkLst>
        </pc:spChg>
        <pc:spChg chg="add mod">
          <ac:chgData name="Takeuchi, Koichiro" userId="b3848a05-443b-4434-8fa5-7398ca0c03c9" providerId="ADAL" clId="{AE71EA6D-8CAE-4CA8-A4AE-CBE82EA043E5}" dt="2024-09-25T23:28:12.774" v="8628" actId="1036"/>
          <ac:spMkLst>
            <pc:docMk/>
            <pc:sldMk cId="1525130112" sldId="2147480857"/>
            <ac:spMk id="30" creationId="{7FC4FD4E-0AF2-31F0-1D65-CF78752E7CE7}"/>
          </ac:spMkLst>
        </pc:spChg>
        <pc:spChg chg="add mod">
          <ac:chgData name="Takeuchi, Koichiro" userId="b3848a05-443b-4434-8fa5-7398ca0c03c9" providerId="ADAL" clId="{AE71EA6D-8CAE-4CA8-A4AE-CBE82EA043E5}" dt="2024-09-25T23:28:12.774" v="8628" actId="1036"/>
          <ac:spMkLst>
            <pc:docMk/>
            <pc:sldMk cId="1525130112" sldId="2147480857"/>
            <ac:spMk id="31" creationId="{DEB96628-792B-1941-5A80-77FE676933BB}"/>
          </ac:spMkLst>
        </pc:spChg>
        <pc:spChg chg="add mod">
          <ac:chgData name="Takeuchi, Koichiro" userId="b3848a05-443b-4434-8fa5-7398ca0c03c9" providerId="ADAL" clId="{AE71EA6D-8CAE-4CA8-A4AE-CBE82EA043E5}" dt="2024-09-25T23:28:12.774" v="8628" actId="1036"/>
          <ac:spMkLst>
            <pc:docMk/>
            <pc:sldMk cId="1525130112" sldId="2147480857"/>
            <ac:spMk id="32" creationId="{C45E9F5D-9564-28B5-2430-E1AEAE69225C}"/>
          </ac:spMkLst>
        </pc:spChg>
        <pc:spChg chg="add mod">
          <ac:chgData name="Takeuchi, Koichiro" userId="b3848a05-443b-4434-8fa5-7398ca0c03c9" providerId="ADAL" clId="{AE71EA6D-8CAE-4CA8-A4AE-CBE82EA043E5}" dt="2024-09-25T23:28:12.774" v="8628" actId="1036"/>
          <ac:spMkLst>
            <pc:docMk/>
            <pc:sldMk cId="1525130112" sldId="2147480857"/>
            <ac:spMk id="33" creationId="{BD49812F-2E81-3763-8BFA-558A117BB84B}"/>
          </ac:spMkLst>
        </pc:spChg>
        <pc:spChg chg="add del mod">
          <ac:chgData name="Takeuchi, Koichiro" userId="b3848a05-443b-4434-8fa5-7398ca0c03c9" providerId="ADAL" clId="{AE71EA6D-8CAE-4CA8-A4AE-CBE82EA043E5}" dt="2024-09-25T23:28:59.788" v="8632" actId="478"/>
          <ac:spMkLst>
            <pc:docMk/>
            <pc:sldMk cId="1525130112" sldId="2147480857"/>
            <ac:spMk id="34" creationId="{9F80501B-4771-9944-D4B1-5B474A645C38}"/>
          </ac:spMkLst>
        </pc:spChg>
        <pc:spChg chg="add mod">
          <ac:chgData name="Takeuchi, Koichiro" userId="b3848a05-443b-4434-8fa5-7398ca0c03c9" providerId="ADAL" clId="{AE71EA6D-8CAE-4CA8-A4AE-CBE82EA043E5}" dt="2024-09-25T23:36:47.461" v="9027" actId="20577"/>
          <ac:spMkLst>
            <pc:docMk/>
            <pc:sldMk cId="1525130112" sldId="2147480857"/>
            <ac:spMk id="35" creationId="{27EDB454-925B-B0BC-9F0D-AD212F9F3EAC}"/>
          </ac:spMkLst>
        </pc:spChg>
        <pc:spChg chg="add mod">
          <ac:chgData name="Takeuchi, Koichiro" userId="b3848a05-443b-4434-8fa5-7398ca0c03c9" providerId="ADAL" clId="{AE71EA6D-8CAE-4CA8-A4AE-CBE82EA043E5}" dt="2024-09-25T23:34:56.033" v="8901" actId="20577"/>
          <ac:spMkLst>
            <pc:docMk/>
            <pc:sldMk cId="1525130112" sldId="2147480857"/>
            <ac:spMk id="36" creationId="{8BA8DBFE-6DE3-D315-C9B6-F1F7869FCD29}"/>
          </ac:spMkLst>
        </pc:spChg>
        <pc:spChg chg="add mod">
          <ac:chgData name="Takeuchi, Koichiro" userId="b3848a05-443b-4434-8fa5-7398ca0c03c9" providerId="ADAL" clId="{AE71EA6D-8CAE-4CA8-A4AE-CBE82EA043E5}" dt="2024-09-25T23:32:38.625" v="8801" actId="20577"/>
          <ac:spMkLst>
            <pc:docMk/>
            <pc:sldMk cId="1525130112" sldId="2147480857"/>
            <ac:spMk id="37" creationId="{376368B0-E4FD-A0A0-2A4A-983F3DA88FBA}"/>
          </ac:spMkLst>
        </pc:spChg>
        <pc:spChg chg="add mod">
          <ac:chgData name="Takeuchi, Koichiro" userId="b3848a05-443b-4434-8fa5-7398ca0c03c9" providerId="ADAL" clId="{AE71EA6D-8CAE-4CA8-A4AE-CBE82EA043E5}" dt="2024-09-25T23:43:32.805" v="9522" actId="20577"/>
          <ac:spMkLst>
            <pc:docMk/>
            <pc:sldMk cId="1525130112" sldId="2147480857"/>
            <ac:spMk id="38" creationId="{5C28DE01-A0A2-DA9A-7AFF-6BBAC44D3334}"/>
          </ac:spMkLst>
        </pc:spChg>
        <pc:spChg chg="add mod">
          <ac:chgData name="Takeuchi, Koichiro" userId="b3848a05-443b-4434-8fa5-7398ca0c03c9" providerId="ADAL" clId="{AE71EA6D-8CAE-4CA8-A4AE-CBE82EA043E5}" dt="2024-09-25T23:39:31.068" v="9283" actId="20577"/>
          <ac:spMkLst>
            <pc:docMk/>
            <pc:sldMk cId="1525130112" sldId="2147480857"/>
            <ac:spMk id="39" creationId="{77E926D7-BA7F-F539-5757-514BD07A4960}"/>
          </ac:spMkLst>
        </pc:spChg>
        <pc:spChg chg="add mod">
          <ac:chgData name="Takeuchi, Koichiro" userId="b3848a05-443b-4434-8fa5-7398ca0c03c9" providerId="ADAL" clId="{AE71EA6D-8CAE-4CA8-A4AE-CBE82EA043E5}" dt="2024-09-25T23:36:02.654" v="8960" actId="20577"/>
          <ac:spMkLst>
            <pc:docMk/>
            <pc:sldMk cId="1525130112" sldId="2147480857"/>
            <ac:spMk id="40" creationId="{128CE957-132B-46E6-6405-32B4B43FB421}"/>
          </ac:spMkLst>
        </pc:spChg>
        <pc:spChg chg="add mod">
          <ac:chgData name="Takeuchi, Koichiro" userId="b3848a05-443b-4434-8fa5-7398ca0c03c9" providerId="ADAL" clId="{AE71EA6D-8CAE-4CA8-A4AE-CBE82EA043E5}" dt="2024-09-25T23:42:22.414" v="9407" actId="20577"/>
          <ac:spMkLst>
            <pc:docMk/>
            <pc:sldMk cId="1525130112" sldId="2147480857"/>
            <ac:spMk id="41" creationId="{6F78AE8B-A1E7-DDF6-609B-773B74326B3E}"/>
          </ac:spMkLst>
        </pc:spChg>
        <pc:spChg chg="add mod">
          <ac:chgData name="Takeuchi, Koichiro" userId="b3848a05-443b-4434-8fa5-7398ca0c03c9" providerId="ADAL" clId="{AE71EA6D-8CAE-4CA8-A4AE-CBE82EA043E5}" dt="2024-09-25T23:37:52.655" v="9096" actId="20577"/>
          <ac:spMkLst>
            <pc:docMk/>
            <pc:sldMk cId="1525130112" sldId="2147480857"/>
            <ac:spMk id="42" creationId="{8C5E8DE3-82D8-D04B-A9ED-4FBB25094DF7}"/>
          </ac:spMkLst>
        </pc:spChg>
        <pc:spChg chg="add mod">
          <ac:chgData name="Takeuchi, Koichiro" userId="b3848a05-443b-4434-8fa5-7398ca0c03c9" providerId="ADAL" clId="{AE71EA6D-8CAE-4CA8-A4AE-CBE82EA043E5}" dt="2024-09-25T23:38:20.953" v="9160" actId="20577"/>
          <ac:spMkLst>
            <pc:docMk/>
            <pc:sldMk cId="1525130112" sldId="2147480857"/>
            <ac:spMk id="43" creationId="{6F3C3882-C0A2-1A88-39CA-20F833C32995}"/>
          </ac:spMkLst>
        </pc:spChg>
        <pc:spChg chg="add mod">
          <ac:chgData name="Takeuchi, Koichiro" userId="b3848a05-443b-4434-8fa5-7398ca0c03c9" providerId="ADAL" clId="{AE71EA6D-8CAE-4CA8-A4AE-CBE82EA043E5}" dt="2024-09-25T23:44:19.467" v="9625" actId="20577"/>
          <ac:spMkLst>
            <pc:docMk/>
            <pc:sldMk cId="1525130112" sldId="2147480857"/>
            <ac:spMk id="44" creationId="{364F0B16-364B-243A-D237-3C8451489973}"/>
          </ac:spMkLst>
        </pc:spChg>
        <pc:spChg chg="add del mod">
          <ac:chgData name="Takeuchi, Koichiro" userId="b3848a05-443b-4434-8fa5-7398ca0c03c9" providerId="ADAL" clId="{AE71EA6D-8CAE-4CA8-A4AE-CBE82EA043E5}" dt="2024-09-25T23:45:38.053" v="9823" actId="20577"/>
          <ac:spMkLst>
            <pc:docMk/>
            <pc:sldMk cId="1525130112" sldId="2147480857"/>
            <ac:spMk id="45" creationId="{F7D6B945-76E9-FB0D-EA97-7965FAEDAB73}"/>
          </ac:spMkLst>
        </pc:spChg>
        <pc:spChg chg="add mod">
          <ac:chgData name="Takeuchi, Koichiro" userId="b3848a05-443b-4434-8fa5-7398ca0c03c9" providerId="ADAL" clId="{AE71EA6D-8CAE-4CA8-A4AE-CBE82EA043E5}" dt="2024-09-25T23:45:02.110" v="9736" actId="20577"/>
          <ac:spMkLst>
            <pc:docMk/>
            <pc:sldMk cId="1525130112" sldId="2147480857"/>
            <ac:spMk id="46" creationId="{5A4E42A5-FB65-62C0-2E87-B2C755B1B930}"/>
          </ac:spMkLst>
        </pc:spChg>
        <pc:spChg chg="add del mod">
          <ac:chgData name="Takeuchi, Koichiro" userId="b3848a05-443b-4434-8fa5-7398ca0c03c9" providerId="ADAL" clId="{AE71EA6D-8CAE-4CA8-A4AE-CBE82EA043E5}" dt="2024-09-25T23:34:21.893" v="8804" actId="478"/>
          <ac:spMkLst>
            <pc:docMk/>
            <pc:sldMk cId="1525130112" sldId="2147480857"/>
            <ac:spMk id="47" creationId="{5118C36C-D244-C3BF-97C9-865131E1BA7E}"/>
          </ac:spMkLst>
        </pc:spChg>
      </pc:sldChg>
      <pc:sldChg chg="addSp modSp new mod">
        <pc:chgData name="Takeuchi, Koichiro" userId="b3848a05-443b-4434-8fa5-7398ca0c03c9" providerId="ADAL" clId="{AE71EA6D-8CAE-4CA8-A4AE-CBE82EA043E5}" dt="2024-09-26T01:44:06.015" v="11586" actId="20577"/>
        <pc:sldMkLst>
          <pc:docMk/>
          <pc:sldMk cId="2132820251" sldId="2147480858"/>
        </pc:sldMkLst>
        <pc:spChg chg="mod">
          <ac:chgData name="Takeuchi, Koichiro" userId="b3848a05-443b-4434-8fa5-7398ca0c03c9" providerId="ADAL" clId="{AE71EA6D-8CAE-4CA8-A4AE-CBE82EA043E5}" dt="2024-09-26T01:42:41.629" v="11558" actId="20577"/>
          <ac:spMkLst>
            <pc:docMk/>
            <pc:sldMk cId="2132820251" sldId="2147480858"/>
            <ac:spMk id="2" creationId="{A22605EA-6DDB-C8CA-0FF0-3F8DF6BFA10F}"/>
          </ac:spMkLst>
        </pc:spChg>
        <pc:spChg chg="mod">
          <ac:chgData name="Takeuchi, Koichiro" userId="b3848a05-443b-4434-8fa5-7398ca0c03c9" providerId="ADAL" clId="{AE71EA6D-8CAE-4CA8-A4AE-CBE82EA043E5}" dt="2024-09-26T01:44:06.015" v="11586" actId="20577"/>
          <ac:spMkLst>
            <pc:docMk/>
            <pc:sldMk cId="2132820251" sldId="2147480858"/>
            <ac:spMk id="3" creationId="{E6F7C490-5496-D625-166A-A233515BFB22}"/>
          </ac:spMkLst>
        </pc:spChg>
        <pc:spChg chg="mod">
          <ac:chgData name="Takeuchi, Koichiro" userId="b3848a05-443b-4434-8fa5-7398ca0c03c9" providerId="ADAL" clId="{AE71EA6D-8CAE-4CA8-A4AE-CBE82EA043E5}" dt="2024-09-26T01:42:24.080" v="11509"/>
          <ac:spMkLst>
            <pc:docMk/>
            <pc:sldMk cId="2132820251" sldId="2147480858"/>
            <ac:spMk id="4" creationId="{BAB2AD3C-43D1-83A7-1CB2-852C221E32BD}"/>
          </ac:spMkLst>
        </pc:spChg>
        <pc:picChg chg="add mod">
          <ac:chgData name="Takeuchi, Koichiro" userId="b3848a05-443b-4434-8fa5-7398ca0c03c9" providerId="ADAL" clId="{AE71EA6D-8CAE-4CA8-A4AE-CBE82EA043E5}" dt="2024-09-26T01:43:24.136" v="11560" actId="1076"/>
          <ac:picMkLst>
            <pc:docMk/>
            <pc:sldMk cId="2132820251" sldId="2147480858"/>
            <ac:picMk id="7" creationId="{5079FE2E-ED64-35DB-E7B2-7BF50DF7040D}"/>
          </ac:picMkLst>
        </pc:picChg>
        <pc:picChg chg="add mod">
          <ac:chgData name="Takeuchi, Koichiro" userId="b3848a05-443b-4434-8fa5-7398ca0c03c9" providerId="ADAL" clId="{AE71EA6D-8CAE-4CA8-A4AE-CBE82EA043E5}" dt="2024-09-26T01:43:24.136" v="11560" actId="1076"/>
          <ac:picMkLst>
            <pc:docMk/>
            <pc:sldMk cId="2132820251" sldId="2147480858"/>
            <ac:picMk id="8" creationId="{D8425A77-D990-C71B-5D90-840112639652}"/>
          </ac:picMkLst>
        </pc:picChg>
      </pc:sldChg>
      <pc:sldChg chg="addSp delSp modSp new mod">
        <pc:chgData name="Takeuchi, Koichiro" userId="b3848a05-443b-4434-8fa5-7398ca0c03c9" providerId="ADAL" clId="{AE71EA6D-8CAE-4CA8-A4AE-CBE82EA043E5}" dt="2024-09-26T01:49:38.917" v="11961" actId="20577"/>
        <pc:sldMkLst>
          <pc:docMk/>
          <pc:sldMk cId="2263913820" sldId="2147480859"/>
        </pc:sldMkLst>
        <pc:spChg chg="mod">
          <ac:chgData name="Takeuchi, Koichiro" userId="b3848a05-443b-4434-8fa5-7398ca0c03c9" providerId="ADAL" clId="{AE71EA6D-8CAE-4CA8-A4AE-CBE82EA043E5}" dt="2024-09-26T01:47:15.313" v="11663" actId="20577"/>
          <ac:spMkLst>
            <pc:docMk/>
            <pc:sldMk cId="2263913820" sldId="2147480859"/>
            <ac:spMk id="2" creationId="{C79D9BF2-F53E-ACF4-7E52-B5CD7308BFAE}"/>
          </ac:spMkLst>
        </pc:spChg>
        <pc:spChg chg="mod">
          <ac:chgData name="Takeuchi, Koichiro" userId="b3848a05-443b-4434-8fa5-7398ca0c03c9" providerId="ADAL" clId="{AE71EA6D-8CAE-4CA8-A4AE-CBE82EA043E5}" dt="2024-09-26T01:49:38.917" v="11961" actId="20577"/>
          <ac:spMkLst>
            <pc:docMk/>
            <pc:sldMk cId="2263913820" sldId="2147480859"/>
            <ac:spMk id="3" creationId="{0391B09A-A126-A8CF-63C9-5920EB9025D4}"/>
          </ac:spMkLst>
        </pc:spChg>
        <pc:picChg chg="add del mod">
          <ac:chgData name="Takeuchi, Koichiro" userId="b3848a05-443b-4434-8fa5-7398ca0c03c9" providerId="ADAL" clId="{AE71EA6D-8CAE-4CA8-A4AE-CBE82EA043E5}" dt="2024-09-26T01:47:36.161" v="11664" actId="478"/>
          <ac:picMkLst>
            <pc:docMk/>
            <pc:sldMk cId="2263913820" sldId="2147480859"/>
            <ac:picMk id="7" creationId="{43F84594-579F-49F7-8D30-F39C8071F635}"/>
          </ac:picMkLst>
        </pc:picChg>
        <pc:picChg chg="add mod">
          <ac:chgData name="Takeuchi, Koichiro" userId="b3848a05-443b-4434-8fa5-7398ca0c03c9" providerId="ADAL" clId="{AE71EA6D-8CAE-4CA8-A4AE-CBE82EA043E5}" dt="2024-09-26T01:47:43.512" v="11672" actId="1076"/>
          <ac:picMkLst>
            <pc:docMk/>
            <pc:sldMk cId="2263913820" sldId="2147480859"/>
            <ac:picMk id="9" creationId="{511BBF10-45C4-C09E-E1BE-352244F40E2B}"/>
          </ac:picMkLst>
        </pc:picChg>
      </pc:sldChg>
      <pc:sldMasterChg chg="modSldLayout">
        <pc:chgData name="Takeuchi, Koichiro" userId="b3848a05-443b-4434-8fa5-7398ca0c03c9" providerId="ADAL" clId="{AE71EA6D-8CAE-4CA8-A4AE-CBE82EA043E5}" dt="2024-09-25T03:24:24.735" v="398" actId="403"/>
        <pc:sldMasterMkLst>
          <pc:docMk/>
          <pc:sldMasterMk cId="99208917" sldId="2147483662"/>
        </pc:sldMasterMkLst>
        <pc:sldLayoutChg chg="modSp">
          <pc:chgData name="Takeuchi, Koichiro" userId="b3848a05-443b-4434-8fa5-7398ca0c03c9" providerId="ADAL" clId="{AE71EA6D-8CAE-4CA8-A4AE-CBE82EA043E5}" dt="2024-09-25T03:24:24.735" v="398" actId="403"/>
          <pc:sldLayoutMkLst>
            <pc:docMk/>
            <pc:sldMasterMk cId="99208917" sldId="2147483662"/>
            <pc:sldLayoutMk cId="2726529869" sldId="2147483665"/>
          </pc:sldLayoutMkLst>
          <pc:spChg chg="mod">
            <ac:chgData name="Takeuchi, Koichiro" userId="b3848a05-443b-4434-8fa5-7398ca0c03c9" providerId="ADAL" clId="{AE71EA6D-8CAE-4CA8-A4AE-CBE82EA043E5}" dt="2024-09-25T03:24:07.482" v="396" actId="404"/>
            <ac:spMkLst>
              <pc:docMk/>
              <pc:sldMasterMk cId="99208917" sldId="2147483662"/>
              <pc:sldLayoutMk cId="2726529869" sldId="2147483665"/>
              <ac:spMk id="3" creationId="{9EAD9AED-9987-4CE9-B39D-B256B46200E0}"/>
            </ac:spMkLst>
          </pc:spChg>
          <pc:spChg chg="mod">
            <ac:chgData name="Takeuchi, Koichiro" userId="b3848a05-443b-4434-8fa5-7398ca0c03c9" providerId="ADAL" clId="{AE71EA6D-8CAE-4CA8-A4AE-CBE82EA043E5}" dt="2024-09-25T03:24:24.735" v="398" actId="403"/>
            <ac:spMkLst>
              <pc:docMk/>
              <pc:sldMasterMk cId="99208917" sldId="2147483662"/>
              <pc:sldLayoutMk cId="2726529869" sldId="2147483665"/>
              <ac:spMk id="12" creationId="{CFAD8BFD-4EF7-448C-8F60-3144611F0CD5}"/>
            </ac:spMkLst>
          </pc:spChg>
        </pc:sldLayoutChg>
      </pc:sldMasterChg>
    </pc:docChg>
  </pc:docChgLst>
  <pc:docChgLst>
    <pc:chgData name="Takeuchi, Koichiro" userId="b3848a05-443b-4434-8fa5-7398ca0c03c9" providerId="ADAL" clId="{80B71E5D-E31E-4962-AC9B-BD35B338D1CC}"/>
    <pc:docChg chg="undo custSel addSld delSld modSld sldOrd addSection modSection">
      <pc:chgData name="Takeuchi, Koichiro" userId="b3848a05-443b-4434-8fa5-7398ca0c03c9" providerId="ADAL" clId="{80B71E5D-E31E-4962-AC9B-BD35B338D1CC}" dt="2024-05-24T09:14:42.046" v="7042" actId="14100"/>
      <pc:docMkLst>
        <pc:docMk/>
      </pc:docMkLst>
      <pc:sldChg chg="add del">
        <pc:chgData name="Takeuchi, Koichiro" userId="b3848a05-443b-4434-8fa5-7398ca0c03c9" providerId="ADAL" clId="{80B71E5D-E31E-4962-AC9B-BD35B338D1CC}" dt="2024-05-24T06:42:32.794" v="3042"/>
        <pc:sldMkLst>
          <pc:docMk/>
          <pc:sldMk cId="1725536368" sldId="2146852123"/>
        </pc:sldMkLst>
      </pc:sldChg>
      <pc:sldChg chg="addSp modSp mod">
        <pc:chgData name="Takeuchi, Koichiro" userId="b3848a05-443b-4434-8fa5-7398ca0c03c9" providerId="ADAL" clId="{80B71E5D-E31E-4962-AC9B-BD35B338D1CC}" dt="2024-05-24T07:55:04.814" v="6161" actId="14100"/>
        <pc:sldMkLst>
          <pc:docMk/>
          <pc:sldMk cId="684610595" sldId="2147468582"/>
        </pc:sldMkLst>
        <pc:spChg chg="add mod">
          <ac:chgData name="Takeuchi, Koichiro" userId="b3848a05-443b-4434-8fa5-7398ca0c03c9" providerId="ADAL" clId="{80B71E5D-E31E-4962-AC9B-BD35B338D1CC}" dt="2024-05-24T07:55:04.814" v="6161" actId="14100"/>
          <ac:spMkLst>
            <pc:docMk/>
            <pc:sldMk cId="684610595" sldId="2147468582"/>
            <ac:spMk id="4" creationId="{672C67E4-DAE3-33E9-07F9-6BBC3E63FCB0}"/>
          </ac:spMkLst>
        </pc:spChg>
        <pc:spChg chg="mod">
          <ac:chgData name="Takeuchi, Koichiro" userId="b3848a05-443b-4434-8fa5-7398ca0c03c9" providerId="ADAL" clId="{80B71E5D-E31E-4962-AC9B-BD35B338D1CC}" dt="2024-05-24T05:08:47.831" v="800" actId="20577"/>
          <ac:spMkLst>
            <pc:docMk/>
            <pc:sldMk cId="684610595" sldId="2147468582"/>
            <ac:spMk id="7" creationId="{A22762E2-0815-406B-AB18-FC327E470E5A}"/>
          </ac:spMkLst>
        </pc:spChg>
      </pc:sldChg>
      <pc:sldChg chg="delSp modSp mod">
        <pc:chgData name="Takeuchi, Koichiro" userId="b3848a05-443b-4434-8fa5-7398ca0c03c9" providerId="ADAL" clId="{80B71E5D-E31E-4962-AC9B-BD35B338D1CC}" dt="2024-05-24T07:16:24.579" v="4982" actId="20577"/>
        <pc:sldMkLst>
          <pc:docMk/>
          <pc:sldMk cId="1060982302" sldId="2147468617"/>
        </pc:sldMkLst>
        <pc:spChg chg="del">
          <ac:chgData name="Takeuchi, Koichiro" userId="b3848a05-443b-4434-8fa5-7398ca0c03c9" providerId="ADAL" clId="{80B71E5D-E31E-4962-AC9B-BD35B338D1CC}" dt="2024-05-24T07:06:31.768" v="4569" actId="478"/>
          <ac:spMkLst>
            <pc:docMk/>
            <pc:sldMk cId="1060982302" sldId="2147468617"/>
            <ac:spMk id="7" creationId="{0BFD277C-A8BA-50F7-E548-8A80B3FAA80A}"/>
          </ac:spMkLst>
        </pc:spChg>
        <pc:spChg chg="mod">
          <ac:chgData name="Takeuchi, Koichiro" userId="b3848a05-443b-4434-8fa5-7398ca0c03c9" providerId="ADAL" clId="{80B71E5D-E31E-4962-AC9B-BD35B338D1CC}" dt="2024-05-24T07:16:24.579" v="4982" actId="20577"/>
          <ac:spMkLst>
            <pc:docMk/>
            <pc:sldMk cId="1060982302" sldId="2147468617"/>
            <ac:spMk id="9" creationId="{398BB613-BB56-B211-3C55-7FF51BC3AC60}"/>
          </ac:spMkLst>
        </pc:spChg>
      </pc:sldChg>
      <pc:sldChg chg="addSp modSp del mod">
        <pc:chgData name="Takeuchi, Koichiro" userId="b3848a05-443b-4434-8fa5-7398ca0c03c9" providerId="ADAL" clId="{80B71E5D-E31E-4962-AC9B-BD35B338D1CC}" dt="2024-05-24T05:59:02.280" v="1782" actId="47"/>
        <pc:sldMkLst>
          <pc:docMk/>
          <pc:sldMk cId="1817067240" sldId="2147468619"/>
        </pc:sldMkLst>
        <pc:spChg chg="mod">
          <ac:chgData name="Takeuchi, Koichiro" userId="b3848a05-443b-4434-8fa5-7398ca0c03c9" providerId="ADAL" clId="{80B71E5D-E31E-4962-AC9B-BD35B338D1CC}" dt="2024-05-24T05:16:49.053" v="975" actId="20577"/>
          <ac:spMkLst>
            <pc:docMk/>
            <pc:sldMk cId="1817067240" sldId="2147468619"/>
            <ac:spMk id="8" creationId="{830BE3A5-89E5-B6E4-86C9-3EEB8D7AC195}"/>
          </ac:spMkLst>
        </pc:spChg>
        <pc:picChg chg="add mod">
          <ac:chgData name="Takeuchi, Koichiro" userId="b3848a05-443b-4434-8fa5-7398ca0c03c9" providerId="ADAL" clId="{80B71E5D-E31E-4962-AC9B-BD35B338D1CC}" dt="2024-05-24T05:14:52.489" v="915" actId="1076"/>
          <ac:picMkLst>
            <pc:docMk/>
            <pc:sldMk cId="1817067240" sldId="2147468619"/>
            <ac:picMk id="9" creationId="{D2F3DA4E-2374-3BF2-18B8-75315415EC6B}"/>
          </ac:picMkLst>
        </pc:picChg>
      </pc:sldChg>
      <pc:sldChg chg="del">
        <pc:chgData name="Takeuchi, Koichiro" userId="b3848a05-443b-4434-8fa5-7398ca0c03c9" providerId="ADAL" clId="{80B71E5D-E31E-4962-AC9B-BD35B338D1CC}" dt="2024-05-24T05:07:43.935" v="772" actId="47"/>
        <pc:sldMkLst>
          <pc:docMk/>
          <pc:sldMk cId="981886088" sldId="2147468620"/>
        </pc:sldMkLst>
      </pc:sldChg>
      <pc:sldChg chg="del">
        <pc:chgData name="Takeuchi, Koichiro" userId="b3848a05-443b-4434-8fa5-7398ca0c03c9" providerId="ADAL" clId="{80B71E5D-E31E-4962-AC9B-BD35B338D1CC}" dt="2024-05-24T05:16:55.250" v="979" actId="47"/>
        <pc:sldMkLst>
          <pc:docMk/>
          <pc:sldMk cId="1384116281" sldId="2147468624"/>
        </pc:sldMkLst>
      </pc:sldChg>
      <pc:sldChg chg="del">
        <pc:chgData name="Takeuchi, Koichiro" userId="b3848a05-443b-4434-8fa5-7398ca0c03c9" providerId="ADAL" clId="{80B71E5D-E31E-4962-AC9B-BD35B338D1CC}" dt="2024-05-24T05:16:55.639" v="980" actId="47"/>
        <pc:sldMkLst>
          <pc:docMk/>
          <pc:sldMk cId="4055635207" sldId="2147468625"/>
        </pc:sldMkLst>
      </pc:sldChg>
      <pc:sldChg chg="del">
        <pc:chgData name="Takeuchi, Koichiro" userId="b3848a05-443b-4434-8fa5-7398ca0c03c9" providerId="ADAL" clId="{80B71E5D-E31E-4962-AC9B-BD35B338D1CC}" dt="2024-05-24T05:16:56.737" v="981" actId="47"/>
        <pc:sldMkLst>
          <pc:docMk/>
          <pc:sldMk cId="3623702813" sldId="2147468626"/>
        </pc:sldMkLst>
      </pc:sldChg>
      <pc:sldChg chg="del">
        <pc:chgData name="Takeuchi, Koichiro" userId="b3848a05-443b-4434-8fa5-7398ca0c03c9" providerId="ADAL" clId="{80B71E5D-E31E-4962-AC9B-BD35B338D1CC}" dt="2024-05-24T05:16:56.903" v="982" actId="47"/>
        <pc:sldMkLst>
          <pc:docMk/>
          <pc:sldMk cId="2852462527" sldId="2147468627"/>
        </pc:sldMkLst>
      </pc:sldChg>
      <pc:sldChg chg="del">
        <pc:chgData name="Takeuchi, Koichiro" userId="b3848a05-443b-4434-8fa5-7398ca0c03c9" providerId="ADAL" clId="{80B71E5D-E31E-4962-AC9B-BD35B338D1CC}" dt="2024-05-24T05:16:57.305" v="983" actId="47"/>
        <pc:sldMkLst>
          <pc:docMk/>
          <pc:sldMk cId="2407511374" sldId="2147468628"/>
        </pc:sldMkLst>
      </pc:sldChg>
      <pc:sldChg chg="del">
        <pc:chgData name="Takeuchi, Koichiro" userId="b3848a05-443b-4434-8fa5-7398ca0c03c9" providerId="ADAL" clId="{80B71E5D-E31E-4962-AC9B-BD35B338D1CC}" dt="2024-05-24T05:16:57.820" v="984" actId="47"/>
        <pc:sldMkLst>
          <pc:docMk/>
          <pc:sldMk cId="4240262503" sldId="2147468629"/>
        </pc:sldMkLst>
      </pc:sldChg>
      <pc:sldChg chg="del">
        <pc:chgData name="Takeuchi, Koichiro" userId="b3848a05-443b-4434-8fa5-7398ca0c03c9" providerId="ADAL" clId="{80B71E5D-E31E-4962-AC9B-BD35B338D1CC}" dt="2024-05-24T05:16:57.999" v="985" actId="47"/>
        <pc:sldMkLst>
          <pc:docMk/>
          <pc:sldMk cId="3848778652" sldId="2147468630"/>
        </pc:sldMkLst>
      </pc:sldChg>
      <pc:sldChg chg="del">
        <pc:chgData name="Takeuchi, Koichiro" userId="b3848a05-443b-4434-8fa5-7398ca0c03c9" providerId="ADAL" clId="{80B71E5D-E31E-4962-AC9B-BD35B338D1CC}" dt="2024-05-24T05:16:58.189" v="986" actId="47"/>
        <pc:sldMkLst>
          <pc:docMk/>
          <pc:sldMk cId="1232967335" sldId="2147468631"/>
        </pc:sldMkLst>
      </pc:sldChg>
      <pc:sldChg chg="del">
        <pc:chgData name="Takeuchi, Koichiro" userId="b3848a05-443b-4434-8fa5-7398ca0c03c9" providerId="ADAL" clId="{80B71E5D-E31E-4962-AC9B-BD35B338D1CC}" dt="2024-05-24T05:16:58.563" v="987" actId="47"/>
        <pc:sldMkLst>
          <pc:docMk/>
          <pc:sldMk cId="3736792376" sldId="2147468635"/>
        </pc:sldMkLst>
      </pc:sldChg>
      <pc:sldChg chg="addSp delSp modSp mod ord">
        <pc:chgData name="Takeuchi, Koichiro" userId="b3848a05-443b-4434-8fa5-7398ca0c03c9" providerId="ADAL" clId="{80B71E5D-E31E-4962-AC9B-BD35B338D1CC}" dt="2024-05-24T06:17:17.247" v="2199" actId="14100"/>
        <pc:sldMkLst>
          <pc:docMk/>
          <pc:sldMk cId="530578480" sldId="2147468639"/>
        </pc:sldMkLst>
        <pc:spChg chg="mod">
          <ac:chgData name="Takeuchi, Koichiro" userId="b3848a05-443b-4434-8fa5-7398ca0c03c9" providerId="ADAL" clId="{80B71E5D-E31E-4962-AC9B-BD35B338D1CC}" dt="2024-05-24T05:07:01.098" v="767" actId="20577"/>
          <ac:spMkLst>
            <pc:docMk/>
            <pc:sldMk cId="530578480" sldId="2147468639"/>
            <ac:spMk id="2" creationId="{97129D13-0706-FA2E-E58B-BDC26B591740}"/>
          </ac:spMkLst>
        </pc:spChg>
        <pc:spChg chg="mod">
          <ac:chgData name="Takeuchi, Koichiro" userId="b3848a05-443b-4434-8fa5-7398ca0c03c9" providerId="ADAL" clId="{80B71E5D-E31E-4962-AC9B-BD35B338D1CC}" dt="2024-05-24T05:04:57.895" v="456" actId="20577"/>
          <ac:spMkLst>
            <pc:docMk/>
            <pc:sldMk cId="530578480" sldId="2147468639"/>
            <ac:spMk id="7" creationId="{33A60DD2-36F8-52F3-38F7-E8463BD7D709}"/>
          </ac:spMkLst>
        </pc:spChg>
        <pc:spChg chg="add del mod">
          <ac:chgData name="Takeuchi, Koichiro" userId="b3848a05-443b-4434-8fa5-7398ca0c03c9" providerId="ADAL" clId="{80B71E5D-E31E-4962-AC9B-BD35B338D1CC}" dt="2024-05-24T05:07:07.872" v="768" actId="478"/>
          <ac:spMkLst>
            <pc:docMk/>
            <pc:sldMk cId="530578480" sldId="2147468639"/>
            <ac:spMk id="8" creationId="{50C6223D-5E70-2919-9299-F661EE873972}"/>
          </ac:spMkLst>
        </pc:spChg>
        <pc:spChg chg="mod">
          <ac:chgData name="Takeuchi, Koichiro" userId="b3848a05-443b-4434-8fa5-7398ca0c03c9" providerId="ADAL" clId="{80B71E5D-E31E-4962-AC9B-BD35B338D1CC}" dt="2024-05-24T05:11:18.839" v="866" actId="20577"/>
          <ac:spMkLst>
            <pc:docMk/>
            <pc:sldMk cId="530578480" sldId="2147468639"/>
            <ac:spMk id="9" creationId="{F27A9598-798F-E2AA-01BD-B50FC3D7D754}"/>
          </ac:spMkLst>
        </pc:spChg>
        <pc:spChg chg="add mod">
          <ac:chgData name="Takeuchi, Koichiro" userId="b3848a05-443b-4434-8fa5-7398ca0c03c9" providerId="ADAL" clId="{80B71E5D-E31E-4962-AC9B-BD35B338D1CC}" dt="2024-05-24T06:17:17.247" v="2199" actId="14100"/>
          <ac:spMkLst>
            <pc:docMk/>
            <pc:sldMk cId="530578480" sldId="2147468639"/>
            <ac:spMk id="10" creationId="{8DC1FD45-7FD6-1D33-7A32-F90D632C60AD}"/>
          </ac:spMkLst>
        </pc:spChg>
        <pc:spChg chg="mod topLvl">
          <ac:chgData name="Takeuchi, Koichiro" userId="b3848a05-443b-4434-8fa5-7398ca0c03c9" providerId="ADAL" clId="{80B71E5D-E31E-4962-AC9B-BD35B338D1CC}" dt="2024-05-24T05:07:21.300" v="769" actId="165"/>
          <ac:spMkLst>
            <pc:docMk/>
            <pc:sldMk cId="530578480" sldId="2147468639"/>
            <ac:spMk id="54" creationId="{B29B728D-AAF2-3CBF-D6E5-77C7D61883F4}"/>
          </ac:spMkLst>
        </pc:spChg>
        <pc:spChg chg="mod topLvl">
          <ac:chgData name="Takeuchi, Koichiro" userId="b3848a05-443b-4434-8fa5-7398ca0c03c9" providerId="ADAL" clId="{80B71E5D-E31E-4962-AC9B-BD35B338D1CC}" dt="2024-05-24T05:07:21.300" v="769" actId="165"/>
          <ac:spMkLst>
            <pc:docMk/>
            <pc:sldMk cId="530578480" sldId="2147468639"/>
            <ac:spMk id="55" creationId="{CE2A951B-2D06-6639-0FD1-A97BD1AE9E6A}"/>
          </ac:spMkLst>
        </pc:spChg>
        <pc:spChg chg="mod topLvl">
          <ac:chgData name="Takeuchi, Koichiro" userId="b3848a05-443b-4434-8fa5-7398ca0c03c9" providerId="ADAL" clId="{80B71E5D-E31E-4962-AC9B-BD35B338D1CC}" dt="2024-05-24T05:07:21.300" v="769" actId="165"/>
          <ac:spMkLst>
            <pc:docMk/>
            <pc:sldMk cId="530578480" sldId="2147468639"/>
            <ac:spMk id="56" creationId="{565EE186-11D3-ECB2-0D35-2BB2D557A7B2}"/>
          </ac:spMkLst>
        </pc:spChg>
        <pc:spChg chg="mod topLvl">
          <ac:chgData name="Takeuchi, Koichiro" userId="b3848a05-443b-4434-8fa5-7398ca0c03c9" providerId="ADAL" clId="{80B71E5D-E31E-4962-AC9B-BD35B338D1CC}" dt="2024-05-24T05:07:21.300" v="769" actId="165"/>
          <ac:spMkLst>
            <pc:docMk/>
            <pc:sldMk cId="530578480" sldId="2147468639"/>
            <ac:spMk id="57" creationId="{E8A14A99-DE09-4B51-0427-45F32641360A}"/>
          </ac:spMkLst>
        </pc:spChg>
        <pc:spChg chg="mod topLvl">
          <ac:chgData name="Takeuchi, Koichiro" userId="b3848a05-443b-4434-8fa5-7398ca0c03c9" providerId="ADAL" clId="{80B71E5D-E31E-4962-AC9B-BD35B338D1CC}" dt="2024-05-24T05:07:21.300" v="769" actId="165"/>
          <ac:spMkLst>
            <pc:docMk/>
            <pc:sldMk cId="530578480" sldId="2147468639"/>
            <ac:spMk id="58" creationId="{7DA80826-945E-389C-3DD2-11D953860D08}"/>
          </ac:spMkLst>
        </pc:spChg>
        <pc:spChg chg="mod topLvl">
          <ac:chgData name="Takeuchi, Koichiro" userId="b3848a05-443b-4434-8fa5-7398ca0c03c9" providerId="ADAL" clId="{80B71E5D-E31E-4962-AC9B-BD35B338D1CC}" dt="2024-05-24T05:07:21.300" v="769" actId="165"/>
          <ac:spMkLst>
            <pc:docMk/>
            <pc:sldMk cId="530578480" sldId="2147468639"/>
            <ac:spMk id="59" creationId="{68968367-DDF6-26A3-1C2C-4314876EEF28}"/>
          </ac:spMkLst>
        </pc:spChg>
        <pc:spChg chg="mod topLvl">
          <ac:chgData name="Takeuchi, Koichiro" userId="b3848a05-443b-4434-8fa5-7398ca0c03c9" providerId="ADAL" clId="{80B71E5D-E31E-4962-AC9B-BD35B338D1CC}" dt="2024-05-24T05:07:21.300" v="769" actId="165"/>
          <ac:spMkLst>
            <pc:docMk/>
            <pc:sldMk cId="530578480" sldId="2147468639"/>
            <ac:spMk id="60" creationId="{3AE7A94B-378F-BC9C-E8E8-B0A29F4E7BFB}"/>
          </ac:spMkLst>
        </pc:spChg>
        <pc:spChg chg="mod topLvl">
          <ac:chgData name="Takeuchi, Koichiro" userId="b3848a05-443b-4434-8fa5-7398ca0c03c9" providerId="ADAL" clId="{80B71E5D-E31E-4962-AC9B-BD35B338D1CC}" dt="2024-05-24T05:07:21.300" v="769" actId="165"/>
          <ac:spMkLst>
            <pc:docMk/>
            <pc:sldMk cId="530578480" sldId="2147468639"/>
            <ac:spMk id="61" creationId="{C9FA1155-9E3A-3D67-CA44-43BD55A3403F}"/>
          </ac:spMkLst>
        </pc:spChg>
        <pc:spChg chg="mod topLvl">
          <ac:chgData name="Takeuchi, Koichiro" userId="b3848a05-443b-4434-8fa5-7398ca0c03c9" providerId="ADAL" clId="{80B71E5D-E31E-4962-AC9B-BD35B338D1CC}" dt="2024-05-24T05:07:21.300" v="769" actId="165"/>
          <ac:spMkLst>
            <pc:docMk/>
            <pc:sldMk cId="530578480" sldId="2147468639"/>
            <ac:spMk id="62" creationId="{FF37CC1F-5235-83D3-511D-B28172151269}"/>
          </ac:spMkLst>
        </pc:spChg>
        <pc:spChg chg="mod topLvl">
          <ac:chgData name="Takeuchi, Koichiro" userId="b3848a05-443b-4434-8fa5-7398ca0c03c9" providerId="ADAL" clId="{80B71E5D-E31E-4962-AC9B-BD35B338D1CC}" dt="2024-05-24T05:07:21.300" v="769" actId="165"/>
          <ac:spMkLst>
            <pc:docMk/>
            <pc:sldMk cId="530578480" sldId="2147468639"/>
            <ac:spMk id="63" creationId="{B28E20B5-249D-737B-05BE-E2C14BA2D762}"/>
          </ac:spMkLst>
        </pc:spChg>
        <pc:spChg chg="mod topLvl">
          <ac:chgData name="Takeuchi, Koichiro" userId="b3848a05-443b-4434-8fa5-7398ca0c03c9" providerId="ADAL" clId="{80B71E5D-E31E-4962-AC9B-BD35B338D1CC}" dt="2024-05-24T05:07:21.300" v="769" actId="165"/>
          <ac:spMkLst>
            <pc:docMk/>
            <pc:sldMk cId="530578480" sldId="2147468639"/>
            <ac:spMk id="64" creationId="{50BD0D1A-0D5E-CDB8-4F98-DF8408CBEFB8}"/>
          </ac:spMkLst>
        </pc:spChg>
        <pc:spChg chg="mod topLvl">
          <ac:chgData name="Takeuchi, Koichiro" userId="b3848a05-443b-4434-8fa5-7398ca0c03c9" providerId="ADAL" clId="{80B71E5D-E31E-4962-AC9B-BD35B338D1CC}" dt="2024-05-24T05:07:21.300" v="769" actId="165"/>
          <ac:spMkLst>
            <pc:docMk/>
            <pc:sldMk cId="530578480" sldId="2147468639"/>
            <ac:spMk id="65" creationId="{3A8A85C2-ADA7-0612-203D-B2E4DA375186}"/>
          </ac:spMkLst>
        </pc:spChg>
        <pc:spChg chg="mod topLvl">
          <ac:chgData name="Takeuchi, Koichiro" userId="b3848a05-443b-4434-8fa5-7398ca0c03c9" providerId="ADAL" clId="{80B71E5D-E31E-4962-AC9B-BD35B338D1CC}" dt="2024-05-24T05:07:21.300" v="769" actId="165"/>
          <ac:spMkLst>
            <pc:docMk/>
            <pc:sldMk cId="530578480" sldId="2147468639"/>
            <ac:spMk id="68" creationId="{3EA6B889-B23A-FCB5-4CE9-A0F4A77942BE}"/>
          </ac:spMkLst>
        </pc:spChg>
        <pc:spChg chg="mod topLvl">
          <ac:chgData name="Takeuchi, Koichiro" userId="b3848a05-443b-4434-8fa5-7398ca0c03c9" providerId="ADAL" clId="{80B71E5D-E31E-4962-AC9B-BD35B338D1CC}" dt="2024-05-24T05:07:21.300" v="769" actId="165"/>
          <ac:spMkLst>
            <pc:docMk/>
            <pc:sldMk cId="530578480" sldId="2147468639"/>
            <ac:spMk id="69" creationId="{133A4608-8EC8-FE00-C672-22D8DFDFC6E9}"/>
          </ac:spMkLst>
        </pc:spChg>
        <pc:spChg chg="mod topLvl">
          <ac:chgData name="Takeuchi, Koichiro" userId="b3848a05-443b-4434-8fa5-7398ca0c03c9" providerId="ADAL" clId="{80B71E5D-E31E-4962-AC9B-BD35B338D1CC}" dt="2024-05-24T05:07:21.300" v="769" actId="165"/>
          <ac:spMkLst>
            <pc:docMk/>
            <pc:sldMk cId="530578480" sldId="2147468639"/>
            <ac:spMk id="71" creationId="{FC74A964-7170-8912-5B09-7AFA1A379330}"/>
          </ac:spMkLst>
        </pc:spChg>
        <pc:spChg chg="mod topLvl">
          <ac:chgData name="Takeuchi, Koichiro" userId="b3848a05-443b-4434-8fa5-7398ca0c03c9" providerId="ADAL" clId="{80B71E5D-E31E-4962-AC9B-BD35B338D1CC}" dt="2024-05-24T05:07:21.300" v="769" actId="165"/>
          <ac:spMkLst>
            <pc:docMk/>
            <pc:sldMk cId="530578480" sldId="2147468639"/>
            <ac:spMk id="72" creationId="{D756E777-02A4-1BE1-4E8A-CA2C0DCA2E58}"/>
          </ac:spMkLst>
        </pc:spChg>
        <pc:spChg chg="mod topLvl">
          <ac:chgData name="Takeuchi, Koichiro" userId="b3848a05-443b-4434-8fa5-7398ca0c03c9" providerId="ADAL" clId="{80B71E5D-E31E-4962-AC9B-BD35B338D1CC}" dt="2024-05-24T05:07:31.573" v="771" actId="207"/>
          <ac:spMkLst>
            <pc:docMk/>
            <pc:sldMk cId="530578480" sldId="2147468639"/>
            <ac:spMk id="73" creationId="{013862E3-3801-05FB-BBC4-9D15677ABAC5}"/>
          </ac:spMkLst>
        </pc:spChg>
        <pc:spChg chg="mod topLvl">
          <ac:chgData name="Takeuchi, Koichiro" userId="b3848a05-443b-4434-8fa5-7398ca0c03c9" providerId="ADAL" clId="{80B71E5D-E31E-4962-AC9B-BD35B338D1CC}" dt="2024-05-24T05:07:31.573" v="771" actId="207"/>
          <ac:spMkLst>
            <pc:docMk/>
            <pc:sldMk cId="530578480" sldId="2147468639"/>
            <ac:spMk id="74" creationId="{2865077D-E191-AF5B-902E-F67CF1F6D81C}"/>
          </ac:spMkLst>
        </pc:spChg>
        <pc:spChg chg="mod topLvl">
          <ac:chgData name="Takeuchi, Koichiro" userId="b3848a05-443b-4434-8fa5-7398ca0c03c9" providerId="ADAL" clId="{80B71E5D-E31E-4962-AC9B-BD35B338D1CC}" dt="2024-05-24T05:07:31.573" v="771" actId="207"/>
          <ac:spMkLst>
            <pc:docMk/>
            <pc:sldMk cId="530578480" sldId="2147468639"/>
            <ac:spMk id="75" creationId="{C27EE9FA-427C-A3DA-6A9A-3A605C406E25}"/>
          </ac:spMkLst>
        </pc:spChg>
        <pc:spChg chg="mod topLvl">
          <ac:chgData name="Takeuchi, Koichiro" userId="b3848a05-443b-4434-8fa5-7398ca0c03c9" providerId="ADAL" clId="{80B71E5D-E31E-4962-AC9B-BD35B338D1CC}" dt="2024-05-24T05:07:31.573" v="771" actId="207"/>
          <ac:spMkLst>
            <pc:docMk/>
            <pc:sldMk cId="530578480" sldId="2147468639"/>
            <ac:spMk id="76" creationId="{7DF29D83-45E7-B129-6D09-CABA918714CE}"/>
          </ac:spMkLst>
        </pc:spChg>
        <pc:spChg chg="mod topLvl">
          <ac:chgData name="Takeuchi, Koichiro" userId="b3848a05-443b-4434-8fa5-7398ca0c03c9" providerId="ADAL" clId="{80B71E5D-E31E-4962-AC9B-BD35B338D1CC}" dt="2024-05-24T05:07:31.573" v="771" actId="207"/>
          <ac:spMkLst>
            <pc:docMk/>
            <pc:sldMk cId="530578480" sldId="2147468639"/>
            <ac:spMk id="77" creationId="{A1080DAD-214E-BB38-C6E1-A900883E6EA2}"/>
          </ac:spMkLst>
        </pc:spChg>
        <pc:spChg chg="mod topLvl">
          <ac:chgData name="Takeuchi, Koichiro" userId="b3848a05-443b-4434-8fa5-7398ca0c03c9" providerId="ADAL" clId="{80B71E5D-E31E-4962-AC9B-BD35B338D1CC}" dt="2024-05-24T05:07:21.300" v="769" actId="165"/>
          <ac:spMkLst>
            <pc:docMk/>
            <pc:sldMk cId="530578480" sldId="2147468639"/>
            <ac:spMk id="78" creationId="{B6795242-A43F-8C3C-FB73-E9FFB811EE08}"/>
          </ac:spMkLst>
        </pc:spChg>
        <pc:spChg chg="mod topLvl">
          <ac:chgData name="Takeuchi, Koichiro" userId="b3848a05-443b-4434-8fa5-7398ca0c03c9" providerId="ADAL" clId="{80B71E5D-E31E-4962-AC9B-BD35B338D1CC}" dt="2024-05-24T05:07:21.300" v="769" actId="165"/>
          <ac:spMkLst>
            <pc:docMk/>
            <pc:sldMk cId="530578480" sldId="2147468639"/>
            <ac:spMk id="79" creationId="{48FE400E-4F2A-AE16-BA39-C8685B93CA17}"/>
          </ac:spMkLst>
        </pc:spChg>
        <pc:spChg chg="mod topLvl">
          <ac:chgData name="Takeuchi, Koichiro" userId="b3848a05-443b-4434-8fa5-7398ca0c03c9" providerId="ADAL" clId="{80B71E5D-E31E-4962-AC9B-BD35B338D1CC}" dt="2024-05-24T05:07:21.300" v="769" actId="165"/>
          <ac:spMkLst>
            <pc:docMk/>
            <pc:sldMk cId="530578480" sldId="2147468639"/>
            <ac:spMk id="80" creationId="{8BF7D9AC-BDF4-4053-44F7-6BCA68F137B3}"/>
          </ac:spMkLst>
        </pc:spChg>
        <pc:spChg chg="mod topLvl">
          <ac:chgData name="Takeuchi, Koichiro" userId="b3848a05-443b-4434-8fa5-7398ca0c03c9" providerId="ADAL" clId="{80B71E5D-E31E-4962-AC9B-BD35B338D1CC}" dt="2024-05-24T05:07:21.300" v="769" actId="165"/>
          <ac:spMkLst>
            <pc:docMk/>
            <pc:sldMk cId="530578480" sldId="2147468639"/>
            <ac:spMk id="81" creationId="{A5641140-D82C-E160-700D-DB3FC93F8699}"/>
          </ac:spMkLst>
        </pc:spChg>
        <pc:spChg chg="mod topLvl">
          <ac:chgData name="Takeuchi, Koichiro" userId="b3848a05-443b-4434-8fa5-7398ca0c03c9" providerId="ADAL" clId="{80B71E5D-E31E-4962-AC9B-BD35B338D1CC}" dt="2024-05-24T05:07:21.300" v="769" actId="165"/>
          <ac:spMkLst>
            <pc:docMk/>
            <pc:sldMk cId="530578480" sldId="2147468639"/>
            <ac:spMk id="82" creationId="{30930C30-A4E2-7907-8A99-4E37BE414309}"/>
          </ac:spMkLst>
        </pc:spChg>
        <pc:spChg chg="mod topLvl">
          <ac:chgData name="Takeuchi, Koichiro" userId="b3848a05-443b-4434-8fa5-7398ca0c03c9" providerId="ADAL" clId="{80B71E5D-E31E-4962-AC9B-BD35B338D1CC}" dt="2024-05-24T05:07:31.573" v="771" actId="207"/>
          <ac:spMkLst>
            <pc:docMk/>
            <pc:sldMk cId="530578480" sldId="2147468639"/>
            <ac:spMk id="87" creationId="{D9B0769F-6D92-9EE1-6863-0D9AC15FFDFB}"/>
          </ac:spMkLst>
        </pc:spChg>
        <pc:spChg chg="mod topLvl">
          <ac:chgData name="Takeuchi, Koichiro" userId="b3848a05-443b-4434-8fa5-7398ca0c03c9" providerId="ADAL" clId="{80B71E5D-E31E-4962-AC9B-BD35B338D1CC}" dt="2024-05-24T05:07:21.300" v="769" actId="165"/>
          <ac:spMkLst>
            <pc:docMk/>
            <pc:sldMk cId="530578480" sldId="2147468639"/>
            <ac:spMk id="88" creationId="{EEEDA5ED-49B0-CB1E-4FD0-68F44A129E27}"/>
          </ac:spMkLst>
        </pc:spChg>
        <pc:spChg chg="del">
          <ac:chgData name="Takeuchi, Koichiro" userId="b3848a05-443b-4434-8fa5-7398ca0c03c9" providerId="ADAL" clId="{80B71E5D-E31E-4962-AC9B-BD35B338D1CC}" dt="2024-05-24T05:04:43.004" v="432" actId="478"/>
          <ac:spMkLst>
            <pc:docMk/>
            <pc:sldMk cId="530578480" sldId="2147468639"/>
            <ac:spMk id="94" creationId="{D140267D-A759-7557-A1F7-2E946B4F9AB8}"/>
          </ac:spMkLst>
        </pc:spChg>
        <pc:spChg chg="del">
          <ac:chgData name="Takeuchi, Koichiro" userId="b3848a05-443b-4434-8fa5-7398ca0c03c9" providerId="ADAL" clId="{80B71E5D-E31E-4962-AC9B-BD35B338D1CC}" dt="2024-05-24T05:04:50.595" v="434" actId="478"/>
          <ac:spMkLst>
            <pc:docMk/>
            <pc:sldMk cId="530578480" sldId="2147468639"/>
            <ac:spMk id="95" creationId="{F2862BA2-ACCA-D476-F35E-738BF51EBAA4}"/>
          </ac:spMkLst>
        </pc:spChg>
        <pc:grpChg chg="del">
          <ac:chgData name="Takeuchi, Koichiro" userId="b3848a05-443b-4434-8fa5-7398ca0c03c9" providerId="ADAL" clId="{80B71E5D-E31E-4962-AC9B-BD35B338D1CC}" dt="2024-05-24T05:07:21.300" v="769" actId="165"/>
          <ac:grpSpMkLst>
            <pc:docMk/>
            <pc:sldMk cId="530578480" sldId="2147468639"/>
            <ac:grpSpMk id="53" creationId="{1FD11789-7908-8158-E6FB-6189FD50E60F}"/>
          </ac:grpSpMkLst>
        </pc:grpChg>
        <pc:grpChg chg="mod topLvl">
          <ac:chgData name="Takeuchi, Koichiro" userId="b3848a05-443b-4434-8fa5-7398ca0c03c9" providerId="ADAL" clId="{80B71E5D-E31E-4962-AC9B-BD35B338D1CC}" dt="2024-05-24T05:07:21.300" v="769" actId="165"/>
          <ac:grpSpMkLst>
            <pc:docMk/>
            <pc:sldMk cId="530578480" sldId="2147468639"/>
            <ac:grpSpMk id="66" creationId="{54E517B9-3909-A8BD-DB82-E532896F1D36}"/>
          </ac:grpSpMkLst>
        </pc:grpChg>
        <pc:grpChg chg="mod topLvl">
          <ac:chgData name="Takeuchi, Koichiro" userId="b3848a05-443b-4434-8fa5-7398ca0c03c9" providerId="ADAL" clId="{80B71E5D-E31E-4962-AC9B-BD35B338D1CC}" dt="2024-05-24T05:07:21.300" v="769" actId="165"/>
          <ac:grpSpMkLst>
            <pc:docMk/>
            <pc:sldMk cId="530578480" sldId="2147468639"/>
            <ac:grpSpMk id="67" creationId="{63D70632-8959-4789-D4FC-DCDBA581CAD8}"/>
          </ac:grpSpMkLst>
        </pc:grpChg>
        <pc:picChg chg="add del mod">
          <ac:chgData name="Takeuchi, Koichiro" userId="b3848a05-443b-4434-8fa5-7398ca0c03c9" providerId="ADAL" clId="{80B71E5D-E31E-4962-AC9B-BD35B338D1CC}" dt="2024-05-24T05:02:45.566" v="426" actId="478"/>
          <ac:picMkLst>
            <pc:docMk/>
            <pc:sldMk cId="530578480" sldId="2147468639"/>
            <ac:picMk id="4" creationId="{1D1DB15F-0E1D-0569-EBB9-20DD6731E941}"/>
          </ac:picMkLst>
        </pc:picChg>
        <pc:cxnChg chg="mod topLvl">
          <ac:chgData name="Takeuchi, Koichiro" userId="b3848a05-443b-4434-8fa5-7398ca0c03c9" providerId="ADAL" clId="{80B71E5D-E31E-4962-AC9B-BD35B338D1CC}" dt="2024-05-24T05:07:21.300" v="769" actId="165"/>
          <ac:cxnSpMkLst>
            <pc:docMk/>
            <pc:sldMk cId="530578480" sldId="2147468639"/>
            <ac:cxnSpMk id="70" creationId="{42C9EB48-5DD4-9EED-C79C-4BDD00BA034B}"/>
          </ac:cxnSpMkLst>
        </pc:cxnChg>
        <pc:cxnChg chg="mod topLvl">
          <ac:chgData name="Takeuchi, Koichiro" userId="b3848a05-443b-4434-8fa5-7398ca0c03c9" providerId="ADAL" clId="{80B71E5D-E31E-4962-AC9B-BD35B338D1CC}" dt="2024-05-24T05:07:21.300" v="769" actId="165"/>
          <ac:cxnSpMkLst>
            <pc:docMk/>
            <pc:sldMk cId="530578480" sldId="2147468639"/>
            <ac:cxnSpMk id="83" creationId="{01C59B9C-D4D6-CB28-788F-B2D7B02FB8D7}"/>
          </ac:cxnSpMkLst>
        </pc:cxnChg>
        <pc:cxnChg chg="mod topLvl">
          <ac:chgData name="Takeuchi, Koichiro" userId="b3848a05-443b-4434-8fa5-7398ca0c03c9" providerId="ADAL" clId="{80B71E5D-E31E-4962-AC9B-BD35B338D1CC}" dt="2024-05-24T05:07:21.300" v="769" actId="165"/>
          <ac:cxnSpMkLst>
            <pc:docMk/>
            <pc:sldMk cId="530578480" sldId="2147468639"/>
            <ac:cxnSpMk id="84" creationId="{13BA8666-BF83-87C7-2AE5-D78DC1BB9D0B}"/>
          </ac:cxnSpMkLst>
        </pc:cxnChg>
        <pc:cxnChg chg="mod topLvl">
          <ac:chgData name="Takeuchi, Koichiro" userId="b3848a05-443b-4434-8fa5-7398ca0c03c9" providerId="ADAL" clId="{80B71E5D-E31E-4962-AC9B-BD35B338D1CC}" dt="2024-05-24T05:07:21.300" v="769" actId="165"/>
          <ac:cxnSpMkLst>
            <pc:docMk/>
            <pc:sldMk cId="530578480" sldId="2147468639"/>
            <ac:cxnSpMk id="85" creationId="{2A4A2B26-4413-9A64-ACE2-3171CD6CF4D4}"/>
          </ac:cxnSpMkLst>
        </pc:cxnChg>
        <pc:cxnChg chg="mod topLvl">
          <ac:chgData name="Takeuchi, Koichiro" userId="b3848a05-443b-4434-8fa5-7398ca0c03c9" providerId="ADAL" clId="{80B71E5D-E31E-4962-AC9B-BD35B338D1CC}" dt="2024-05-24T05:07:21.300" v="769" actId="165"/>
          <ac:cxnSpMkLst>
            <pc:docMk/>
            <pc:sldMk cId="530578480" sldId="2147468639"/>
            <ac:cxnSpMk id="86" creationId="{8FE3120A-FC89-3BB2-D765-D7B7F1A8CD21}"/>
          </ac:cxnSpMkLst>
        </pc:cxnChg>
        <pc:cxnChg chg="mod topLvl">
          <ac:chgData name="Takeuchi, Koichiro" userId="b3848a05-443b-4434-8fa5-7398ca0c03c9" providerId="ADAL" clId="{80B71E5D-E31E-4962-AC9B-BD35B338D1CC}" dt="2024-05-24T05:07:21.300" v="769" actId="165"/>
          <ac:cxnSpMkLst>
            <pc:docMk/>
            <pc:sldMk cId="530578480" sldId="2147468639"/>
            <ac:cxnSpMk id="89" creationId="{5D6FE9D1-E857-48A5-36E2-DE320316112F}"/>
          </ac:cxnSpMkLst>
        </pc:cxnChg>
        <pc:cxnChg chg="mod">
          <ac:chgData name="Takeuchi, Koichiro" userId="b3848a05-443b-4434-8fa5-7398ca0c03c9" providerId="ADAL" clId="{80B71E5D-E31E-4962-AC9B-BD35B338D1CC}" dt="2024-05-24T05:07:21.300" v="769" actId="165"/>
          <ac:cxnSpMkLst>
            <pc:docMk/>
            <pc:sldMk cId="530578480" sldId="2147468639"/>
            <ac:cxnSpMk id="90" creationId="{DBD5A6BD-854C-BCFF-8F2B-E2FD7245ED80}"/>
          </ac:cxnSpMkLst>
        </pc:cxnChg>
        <pc:cxnChg chg="mod">
          <ac:chgData name="Takeuchi, Koichiro" userId="b3848a05-443b-4434-8fa5-7398ca0c03c9" providerId="ADAL" clId="{80B71E5D-E31E-4962-AC9B-BD35B338D1CC}" dt="2024-05-24T05:07:21.300" v="769" actId="165"/>
          <ac:cxnSpMkLst>
            <pc:docMk/>
            <pc:sldMk cId="530578480" sldId="2147468639"/>
            <ac:cxnSpMk id="91" creationId="{5CB29F6C-0102-2B73-C577-028B98702EF6}"/>
          </ac:cxnSpMkLst>
        </pc:cxnChg>
        <pc:cxnChg chg="mod">
          <ac:chgData name="Takeuchi, Koichiro" userId="b3848a05-443b-4434-8fa5-7398ca0c03c9" providerId="ADAL" clId="{80B71E5D-E31E-4962-AC9B-BD35B338D1CC}" dt="2024-05-24T05:07:21.300" v="769" actId="165"/>
          <ac:cxnSpMkLst>
            <pc:docMk/>
            <pc:sldMk cId="530578480" sldId="2147468639"/>
            <ac:cxnSpMk id="92" creationId="{11E9E2D5-3BE9-101F-0FAA-61EEFF87BD0F}"/>
          </ac:cxnSpMkLst>
        </pc:cxnChg>
        <pc:cxnChg chg="mod">
          <ac:chgData name="Takeuchi, Koichiro" userId="b3848a05-443b-4434-8fa5-7398ca0c03c9" providerId="ADAL" clId="{80B71E5D-E31E-4962-AC9B-BD35B338D1CC}" dt="2024-05-24T05:07:21.300" v="769" actId="165"/>
          <ac:cxnSpMkLst>
            <pc:docMk/>
            <pc:sldMk cId="530578480" sldId="2147468639"/>
            <ac:cxnSpMk id="93" creationId="{E10DE961-941E-8B84-837E-AB1CA8C7C1D0}"/>
          </ac:cxnSpMkLst>
        </pc:cxnChg>
        <pc:cxnChg chg="del mod">
          <ac:chgData name="Takeuchi, Koichiro" userId="b3848a05-443b-4434-8fa5-7398ca0c03c9" providerId="ADAL" clId="{80B71E5D-E31E-4962-AC9B-BD35B338D1CC}" dt="2024-05-24T05:04:50.595" v="434" actId="478"/>
          <ac:cxnSpMkLst>
            <pc:docMk/>
            <pc:sldMk cId="530578480" sldId="2147468639"/>
            <ac:cxnSpMk id="96" creationId="{532A803F-8167-DFD1-6BB7-FED246A31315}"/>
          </ac:cxnSpMkLst>
        </pc:cxnChg>
      </pc:sldChg>
      <pc:sldChg chg="del">
        <pc:chgData name="Takeuchi, Koichiro" userId="b3848a05-443b-4434-8fa5-7398ca0c03c9" providerId="ADAL" clId="{80B71E5D-E31E-4962-AC9B-BD35B338D1CC}" dt="2024-05-24T05:14:28.647" v="912" actId="47"/>
        <pc:sldMkLst>
          <pc:docMk/>
          <pc:sldMk cId="4233624584" sldId="2147468640"/>
        </pc:sldMkLst>
      </pc:sldChg>
      <pc:sldChg chg="del">
        <pc:chgData name="Takeuchi, Koichiro" userId="b3848a05-443b-4434-8fa5-7398ca0c03c9" providerId="ADAL" clId="{80B71E5D-E31E-4962-AC9B-BD35B338D1CC}" dt="2024-05-24T05:19:45.776" v="998" actId="47"/>
        <pc:sldMkLst>
          <pc:docMk/>
          <pc:sldMk cId="2828514638" sldId="2147468641"/>
        </pc:sldMkLst>
      </pc:sldChg>
      <pc:sldChg chg="del">
        <pc:chgData name="Takeuchi, Koichiro" userId="b3848a05-443b-4434-8fa5-7398ca0c03c9" providerId="ADAL" clId="{80B71E5D-E31E-4962-AC9B-BD35B338D1CC}" dt="2024-05-24T05:16:54.250" v="976" actId="47"/>
        <pc:sldMkLst>
          <pc:docMk/>
          <pc:sldMk cId="580568861" sldId="2147468642"/>
        </pc:sldMkLst>
      </pc:sldChg>
      <pc:sldChg chg="del">
        <pc:chgData name="Takeuchi, Koichiro" userId="b3848a05-443b-4434-8fa5-7398ca0c03c9" providerId="ADAL" clId="{80B71E5D-E31E-4962-AC9B-BD35B338D1CC}" dt="2024-05-24T05:16:54.517" v="977" actId="47"/>
        <pc:sldMkLst>
          <pc:docMk/>
          <pc:sldMk cId="273794443" sldId="2147468646"/>
        </pc:sldMkLst>
      </pc:sldChg>
      <pc:sldChg chg="del">
        <pc:chgData name="Takeuchi, Koichiro" userId="b3848a05-443b-4434-8fa5-7398ca0c03c9" providerId="ADAL" clId="{80B71E5D-E31E-4962-AC9B-BD35B338D1CC}" dt="2024-05-24T05:17:03.460" v="996" actId="47"/>
        <pc:sldMkLst>
          <pc:docMk/>
          <pc:sldMk cId="2025993153" sldId="2147468647"/>
        </pc:sldMkLst>
      </pc:sldChg>
      <pc:sldChg chg="del">
        <pc:chgData name="Takeuchi, Koichiro" userId="b3848a05-443b-4434-8fa5-7398ca0c03c9" providerId="ADAL" clId="{80B71E5D-E31E-4962-AC9B-BD35B338D1CC}" dt="2024-05-24T05:17:01.696" v="994" actId="47"/>
        <pc:sldMkLst>
          <pc:docMk/>
          <pc:sldMk cId="3961304525" sldId="2147468648"/>
        </pc:sldMkLst>
      </pc:sldChg>
      <pc:sldChg chg="del">
        <pc:chgData name="Takeuchi, Koichiro" userId="b3848a05-443b-4434-8fa5-7398ca0c03c9" providerId="ADAL" clId="{80B71E5D-E31E-4962-AC9B-BD35B338D1CC}" dt="2024-05-24T05:16:59.662" v="989" actId="47"/>
        <pc:sldMkLst>
          <pc:docMk/>
          <pc:sldMk cId="1378408446" sldId="2147468649"/>
        </pc:sldMkLst>
      </pc:sldChg>
      <pc:sldChg chg="del">
        <pc:chgData name="Takeuchi, Koichiro" userId="b3848a05-443b-4434-8fa5-7398ca0c03c9" providerId="ADAL" clId="{80B71E5D-E31E-4962-AC9B-BD35B338D1CC}" dt="2024-05-24T05:16:59.999" v="990" actId="47"/>
        <pc:sldMkLst>
          <pc:docMk/>
          <pc:sldMk cId="2383594870" sldId="2147468650"/>
        </pc:sldMkLst>
      </pc:sldChg>
      <pc:sldChg chg="del">
        <pc:chgData name="Takeuchi, Koichiro" userId="b3848a05-443b-4434-8fa5-7398ca0c03c9" providerId="ADAL" clId="{80B71E5D-E31E-4962-AC9B-BD35B338D1CC}" dt="2024-05-24T05:17:00.194" v="991" actId="47"/>
        <pc:sldMkLst>
          <pc:docMk/>
          <pc:sldMk cId="1939370276" sldId="2147468651"/>
        </pc:sldMkLst>
      </pc:sldChg>
      <pc:sldChg chg="del">
        <pc:chgData name="Takeuchi, Koichiro" userId="b3848a05-443b-4434-8fa5-7398ca0c03c9" providerId="ADAL" clId="{80B71E5D-E31E-4962-AC9B-BD35B338D1CC}" dt="2024-05-24T05:17:00.476" v="992" actId="47"/>
        <pc:sldMkLst>
          <pc:docMk/>
          <pc:sldMk cId="3657440233" sldId="2147468652"/>
        </pc:sldMkLst>
      </pc:sldChg>
      <pc:sldChg chg="del">
        <pc:chgData name="Takeuchi, Koichiro" userId="b3848a05-443b-4434-8fa5-7398ca0c03c9" providerId="ADAL" clId="{80B71E5D-E31E-4962-AC9B-BD35B338D1CC}" dt="2024-05-24T05:17:00.892" v="993" actId="47"/>
        <pc:sldMkLst>
          <pc:docMk/>
          <pc:sldMk cId="3802774104" sldId="2147468653"/>
        </pc:sldMkLst>
      </pc:sldChg>
      <pc:sldChg chg="del">
        <pc:chgData name="Takeuchi, Koichiro" userId="b3848a05-443b-4434-8fa5-7398ca0c03c9" providerId="ADAL" clId="{80B71E5D-E31E-4962-AC9B-BD35B338D1CC}" dt="2024-05-24T05:16:54.719" v="978" actId="47"/>
        <pc:sldMkLst>
          <pc:docMk/>
          <pc:sldMk cId="2996908844" sldId="2147468654"/>
        </pc:sldMkLst>
      </pc:sldChg>
      <pc:sldChg chg="del">
        <pc:chgData name="Takeuchi, Koichiro" userId="b3848a05-443b-4434-8fa5-7398ca0c03c9" providerId="ADAL" clId="{80B71E5D-E31E-4962-AC9B-BD35B338D1CC}" dt="2024-05-24T05:17:02.460" v="995" actId="47"/>
        <pc:sldMkLst>
          <pc:docMk/>
          <pc:sldMk cId="1434949714" sldId="2147468655"/>
        </pc:sldMkLst>
      </pc:sldChg>
      <pc:sldChg chg="del">
        <pc:chgData name="Takeuchi, Koichiro" userId="b3848a05-443b-4434-8fa5-7398ca0c03c9" providerId="ADAL" clId="{80B71E5D-E31E-4962-AC9B-BD35B338D1CC}" dt="2024-05-24T05:16:59.249" v="988" actId="47"/>
        <pc:sldMkLst>
          <pc:docMk/>
          <pc:sldMk cId="683826975" sldId="2147468656"/>
        </pc:sldMkLst>
      </pc:sldChg>
      <pc:sldChg chg="del">
        <pc:chgData name="Takeuchi, Koichiro" userId="b3848a05-443b-4434-8fa5-7398ca0c03c9" providerId="ADAL" clId="{80B71E5D-E31E-4962-AC9B-BD35B338D1CC}" dt="2024-05-24T05:14:27.717" v="911" actId="47"/>
        <pc:sldMkLst>
          <pc:docMk/>
          <pc:sldMk cId="1048032879" sldId="2147468657"/>
        </pc:sldMkLst>
      </pc:sldChg>
      <pc:sldChg chg="addSp modSp mod">
        <pc:chgData name="Takeuchi, Koichiro" userId="b3848a05-443b-4434-8fa5-7398ca0c03c9" providerId="ADAL" clId="{80B71E5D-E31E-4962-AC9B-BD35B338D1CC}" dt="2024-05-24T05:14:09.021" v="910" actId="20577"/>
        <pc:sldMkLst>
          <pc:docMk/>
          <pc:sldMk cId="4160675354" sldId="2147468659"/>
        </pc:sldMkLst>
        <pc:spChg chg="mod">
          <ac:chgData name="Takeuchi, Koichiro" userId="b3848a05-443b-4434-8fa5-7398ca0c03c9" providerId="ADAL" clId="{80B71E5D-E31E-4962-AC9B-BD35B338D1CC}" dt="2024-05-24T05:13:12.145" v="884" actId="20577"/>
          <ac:spMkLst>
            <pc:docMk/>
            <pc:sldMk cId="4160675354" sldId="2147468659"/>
            <ac:spMk id="12" creationId="{7E2C29F5-EB48-3AE5-C602-1D96DF9AF269}"/>
          </ac:spMkLst>
        </pc:spChg>
        <pc:spChg chg="mod">
          <ac:chgData name="Takeuchi, Koichiro" userId="b3848a05-443b-4434-8fa5-7398ca0c03c9" providerId="ADAL" clId="{80B71E5D-E31E-4962-AC9B-BD35B338D1CC}" dt="2024-05-24T05:12:18.243" v="872"/>
          <ac:spMkLst>
            <pc:docMk/>
            <pc:sldMk cId="4160675354" sldId="2147468659"/>
            <ac:spMk id="13" creationId="{69BF46B3-BD2C-626F-99BA-C7A327CA0796}"/>
          </ac:spMkLst>
        </pc:spChg>
        <pc:spChg chg="mod">
          <ac:chgData name="Takeuchi, Koichiro" userId="b3848a05-443b-4434-8fa5-7398ca0c03c9" providerId="ADAL" clId="{80B71E5D-E31E-4962-AC9B-BD35B338D1CC}" dt="2024-05-24T05:13:23.955" v="903" actId="164"/>
          <ac:spMkLst>
            <pc:docMk/>
            <pc:sldMk cId="4160675354" sldId="2147468659"/>
            <ac:spMk id="104" creationId="{1E0D0219-7EEA-A6DA-A818-C9815DC6C4D7}"/>
          </ac:spMkLst>
        </pc:spChg>
        <pc:spChg chg="mod">
          <ac:chgData name="Takeuchi, Koichiro" userId="b3848a05-443b-4434-8fa5-7398ca0c03c9" providerId="ADAL" clId="{80B71E5D-E31E-4962-AC9B-BD35B338D1CC}" dt="2024-05-24T05:13:23.955" v="903" actId="164"/>
          <ac:spMkLst>
            <pc:docMk/>
            <pc:sldMk cId="4160675354" sldId="2147468659"/>
            <ac:spMk id="105" creationId="{6F45D110-CF22-8986-8D9C-DC9552A3086A}"/>
          </ac:spMkLst>
        </pc:spChg>
        <pc:spChg chg="mod">
          <ac:chgData name="Takeuchi, Koichiro" userId="b3848a05-443b-4434-8fa5-7398ca0c03c9" providerId="ADAL" clId="{80B71E5D-E31E-4962-AC9B-BD35B338D1CC}" dt="2024-05-24T05:13:23.955" v="903" actId="164"/>
          <ac:spMkLst>
            <pc:docMk/>
            <pc:sldMk cId="4160675354" sldId="2147468659"/>
            <ac:spMk id="106" creationId="{65DDA598-6C44-2F14-0986-6760B5491D0D}"/>
          </ac:spMkLst>
        </pc:spChg>
        <pc:spChg chg="mod">
          <ac:chgData name="Takeuchi, Koichiro" userId="b3848a05-443b-4434-8fa5-7398ca0c03c9" providerId="ADAL" clId="{80B71E5D-E31E-4962-AC9B-BD35B338D1CC}" dt="2024-05-24T05:13:23.955" v="903" actId="164"/>
          <ac:spMkLst>
            <pc:docMk/>
            <pc:sldMk cId="4160675354" sldId="2147468659"/>
            <ac:spMk id="107" creationId="{20280DFA-E7FE-479E-1840-336C85477EBF}"/>
          </ac:spMkLst>
        </pc:spChg>
        <pc:spChg chg="mod">
          <ac:chgData name="Takeuchi, Koichiro" userId="b3848a05-443b-4434-8fa5-7398ca0c03c9" providerId="ADAL" clId="{80B71E5D-E31E-4962-AC9B-BD35B338D1CC}" dt="2024-05-24T05:13:23.955" v="903" actId="164"/>
          <ac:spMkLst>
            <pc:docMk/>
            <pc:sldMk cId="4160675354" sldId="2147468659"/>
            <ac:spMk id="108" creationId="{72726A32-9332-D1DA-21C1-45D553ECD1E5}"/>
          </ac:spMkLst>
        </pc:spChg>
        <pc:spChg chg="mod">
          <ac:chgData name="Takeuchi, Koichiro" userId="b3848a05-443b-4434-8fa5-7398ca0c03c9" providerId="ADAL" clId="{80B71E5D-E31E-4962-AC9B-BD35B338D1CC}" dt="2024-05-24T05:13:23.955" v="903" actId="164"/>
          <ac:spMkLst>
            <pc:docMk/>
            <pc:sldMk cId="4160675354" sldId="2147468659"/>
            <ac:spMk id="109" creationId="{22C69869-1A2C-2FFC-E32E-5E5A538D260A}"/>
          </ac:spMkLst>
        </pc:spChg>
        <pc:spChg chg="mod">
          <ac:chgData name="Takeuchi, Koichiro" userId="b3848a05-443b-4434-8fa5-7398ca0c03c9" providerId="ADAL" clId="{80B71E5D-E31E-4962-AC9B-BD35B338D1CC}" dt="2024-05-24T05:13:50.127" v="908" actId="20577"/>
          <ac:spMkLst>
            <pc:docMk/>
            <pc:sldMk cId="4160675354" sldId="2147468659"/>
            <ac:spMk id="110" creationId="{7F596869-4BC7-FA3B-642D-714AF4A19012}"/>
          </ac:spMkLst>
        </pc:spChg>
        <pc:spChg chg="mod">
          <ac:chgData name="Takeuchi, Koichiro" userId="b3848a05-443b-4434-8fa5-7398ca0c03c9" providerId="ADAL" clId="{80B71E5D-E31E-4962-AC9B-BD35B338D1CC}" dt="2024-05-24T05:13:23.955" v="903" actId="164"/>
          <ac:spMkLst>
            <pc:docMk/>
            <pc:sldMk cId="4160675354" sldId="2147468659"/>
            <ac:spMk id="111" creationId="{4500E1DF-1F4C-F070-1820-D0BE2B6F6EEA}"/>
          </ac:spMkLst>
        </pc:spChg>
        <pc:spChg chg="mod">
          <ac:chgData name="Takeuchi, Koichiro" userId="b3848a05-443b-4434-8fa5-7398ca0c03c9" providerId="ADAL" clId="{80B71E5D-E31E-4962-AC9B-BD35B338D1CC}" dt="2024-05-24T05:14:09.021" v="910" actId="20577"/>
          <ac:spMkLst>
            <pc:docMk/>
            <pc:sldMk cId="4160675354" sldId="2147468659"/>
            <ac:spMk id="112" creationId="{07D0152F-92A9-9B81-8CE0-C8B8F2E418C4}"/>
          </ac:spMkLst>
        </pc:spChg>
        <pc:spChg chg="mod">
          <ac:chgData name="Takeuchi, Koichiro" userId="b3848a05-443b-4434-8fa5-7398ca0c03c9" providerId="ADAL" clId="{80B71E5D-E31E-4962-AC9B-BD35B338D1CC}" dt="2024-05-24T05:13:23.955" v="903" actId="164"/>
          <ac:spMkLst>
            <pc:docMk/>
            <pc:sldMk cId="4160675354" sldId="2147468659"/>
            <ac:spMk id="113" creationId="{42D133A6-F46F-39F5-E608-81318C08FBE2}"/>
          </ac:spMkLst>
        </pc:spChg>
        <pc:spChg chg="mod">
          <ac:chgData name="Takeuchi, Koichiro" userId="b3848a05-443b-4434-8fa5-7398ca0c03c9" providerId="ADAL" clId="{80B71E5D-E31E-4962-AC9B-BD35B338D1CC}" dt="2024-05-24T05:13:23.955" v="903" actId="164"/>
          <ac:spMkLst>
            <pc:docMk/>
            <pc:sldMk cId="4160675354" sldId="2147468659"/>
            <ac:spMk id="114" creationId="{0C41E9C0-C1F4-D623-E557-7A1606575D9B}"/>
          </ac:spMkLst>
        </pc:spChg>
        <pc:spChg chg="mod">
          <ac:chgData name="Takeuchi, Koichiro" userId="b3848a05-443b-4434-8fa5-7398ca0c03c9" providerId="ADAL" clId="{80B71E5D-E31E-4962-AC9B-BD35B338D1CC}" dt="2024-05-24T05:13:23.955" v="903" actId="164"/>
          <ac:spMkLst>
            <pc:docMk/>
            <pc:sldMk cId="4160675354" sldId="2147468659"/>
            <ac:spMk id="115" creationId="{B6D95EDB-2572-B921-E6CE-7BE1048958C2}"/>
          </ac:spMkLst>
        </pc:spChg>
        <pc:spChg chg="mod">
          <ac:chgData name="Takeuchi, Koichiro" userId="b3848a05-443b-4434-8fa5-7398ca0c03c9" providerId="ADAL" clId="{80B71E5D-E31E-4962-AC9B-BD35B338D1CC}" dt="2024-05-24T05:13:23.955" v="903" actId="164"/>
          <ac:spMkLst>
            <pc:docMk/>
            <pc:sldMk cId="4160675354" sldId="2147468659"/>
            <ac:spMk id="116" creationId="{970BB4BD-C702-CCCE-AAF3-47198225EC65}"/>
          </ac:spMkLst>
        </pc:spChg>
        <pc:spChg chg="mod">
          <ac:chgData name="Takeuchi, Koichiro" userId="b3848a05-443b-4434-8fa5-7398ca0c03c9" providerId="ADAL" clId="{80B71E5D-E31E-4962-AC9B-BD35B338D1CC}" dt="2024-05-24T05:13:23.955" v="903" actId="164"/>
          <ac:spMkLst>
            <pc:docMk/>
            <pc:sldMk cId="4160675354" sldId="2147468659"/>
            <ac:spMk id="117" creationId="{5A55A7F6-8C56-2F8D-A79A-51E561652EDB}"/>
          </ac:spMkLst>
        </pc:spChg>
        <pc:spChg chg="mod">
          <ac:chgData name="Takeuchi, Koichiro" userId="b3848a05-443b-4434-8fa5-7398ca0c03c9" providerId="ADAL" clId="{80B71E5D-E31E-4962-AC9B-BD35B338D1CC}" dt="2024-05-24T05:13:23.955" v="903" actId="164"/>
          <ac:spMkLst>
            <pc:docMk/>
            <pc:sldMk cId="4160675354" sldId="2147468659"/>
            <ac:spMk id="118" creationId="{E269322D-0F66-D15C-A6C6-34D358E76267}"/>
          </ac:spMkLst>
        </pc:spChg>
        <pc:spChg chg="mod">
          <ac:chgData name="Takeuchi, Koichiro" userId="b3848a05-443b-4434-8fa5-7398ca0c03c9" providerId="ADAL" clId="{80B71E5D-E31E-4962-AC9B-BD35B338D1CC}" dt="2024-05-24T05:13:23.955" v="903" actId="164"/>
          <ac:spMkLst>
            <pc:docMk/>
            <pc:sldMk cId="4160675354" sldId="2147468659"/>
            <ac:spMk id="119" creationId="{5AB76461-6600-D85A-A2E9-34AC702CF7FF}"/>
          </ac:spMkLst>
        </pc:spChg>
        <pc:spChg chg="mod">
          <ac:chgData name="Takeuchi, Koichiro" userId="b3848a05-443b-4434-8fa5-7398ca0c03c9" providerId="ADAL" clId="{80B71E5D-E31E-4962-AC9B-BD35B338D1CC}" dt="2024-05-24T05:13:23.955" v="903" actId="164"/>
          <ac:spMkLst>
            <pc:docMk/>
            <pc:sldMk cId="4160675354" sldId="2147468659"/>
            <ac:spMk id="120" creationId="{C250763B-C637-BE53-4D59-C37F4C861C81}"/>
          </ac:spMkLst>
        </pc:spChg>
        <pc:spChg chg="mod">
          <ac:chgData name="Takeuchi, Koichiro" userId="b3848a05-443b-4434-8fa5-7398ca0c03c9" providerId="ADAL" clId="{80B71E5D-E31E-4962-AC9B-BD35B338D1CC}" dt="2024-05-24T05:13:23.955" v="903" actId="164"/>
          <ac:spMkLst>
            <pc:docMk/>
            <pc:sldMk cId="4160675354" sldId="2147468659"/>
            <ac:spMk id="121" creationId="{3F3D61A5-655A-B605-FCD9-08E5B6ED9792}"/>
          </ac:spMkLst>
        </pc:spChg>
        <pc:spChg chg="mod">
          <ac:chgData name="Takeuchi, Koichiro" userId="b3848a05-443b-4434-8fa5-7398ca0c03c9" providerId="ADAL" clId="{80B71E5D-E31E-4962-AC9B-BD35B338D1CC}" dt="2024-05-24T05:13:23.955" v="903" actId="164"/>
          <ac:spMkLst>
            <pc:docMk/>
            <pc:sldMk cId="4160675354" sldId="2147468659"/>
            <ac:spMk id="122" creationId="{A3C1AAE7-17FB-5EB6-49BC-5647EDAEFF48}"/>
          </ac:spMkLst>
        </pc:spChg>
        <pc:spChg chg="mod">
          <ac:chgData name="Takeuchi, Koichiro" userId="b3848a05-443b-4434-8fa5-7398ca0c03c9" providerId="ADAL" clId="{80B71E5D-E31E-4962-AC9B-BD35B338D1CC}" dt="2024-05-24T05:13:23.955" v="903" actId="164"/>
          <ac:spMkLst>
            <pc:docMk/>
            <pc:sldMk cId="4160675354" sldId="2147468659"/>
            <ac:spMk id="123" creationId="{AF7D3DCB-62B1-BB32-2239-7D40B41AA47C}"/>
          </ac:spMkLst>
        </pc:spChg>
        <pc:spChg chg="mod">
          <ac:chgData name="Takeuchi, Koichiro" userId="b3848a05-443b-4434-8fa5-7398ca0c03c9" providerId="ADAL" clId="{80B71E5D-E31E-4962-AC9B-BD35B338D1CC}" dt="2024-05-24T05:13:23.955" v="903" actId="164"/>
          <ac:spMkLst>
            <pc:docMk/>
            <pc:sldMk cId="4160675354" sldId="2147468659"/>
            <ac:spMk id="124" creationId="{481F9B98-BDA5-FCDE-32FF-0D3F8B7B6979}"/>
          </ac:spMkLst>
        </pc:spChg>
        <pc:spChg chg="mod">
          <ac:chgData name="Takeuchi, Koichiro" userId="b3848a05-443b-4434-8fa5-7398ca0c03c9" providerId="ADAL" clId="{80B71E5D-E31E-4962-AC9B-BD35B338D1CC}" dt="2024-05-24T05:13:23.955" v="903" actId="164"/>
          <ac:spMkLst>
            <pc:docMk/>
            <pc:sldMk cId="4160675354" sldId="2147468659"/>
            <ac:spMk id="125" creationId="{3D4EAA39-E6F7-F25F-7671-7DB3099CD0C7}"/>
          </ac:spMkLst>
        </pc:spChg>
        <pc:spChg chg="mod">
          <ac:chgData name="Takeuchi, Koichiro" userId="b3848a05-443b-4434-8fa5-7398ca0c03c9" providerId="ADAL" clId="{80B71E5D-E31E-4962-AC9B-BD35B338D1CC}" dt="2024-05-24T05:13:23.955" v="903" actId="164"/>
          <ac:spMkLst>
            <pc:docMk/>
            <pc:sldMk cId="4160675354" sldId="2147468659"/>
            <ac:spMk id="126" creationId="{1D6FA0BB-FA7C-D26C-DBC7-0602712F5030}"/>
          </ac:spMkLst>
        </pc:spChg>
        <pc:spChg chg="mod">
          <ac:chgData name="Takeuchi, Koichiro" userId="b3848a05-443b-4434-8fa5-7398ca0c03c9" providerId="ADAL" clId="{80B71E5D-E31E-4962-AC9B-BD35B338D1CC}" dt="2024-05-24T05:13:23.955" v="903" actId="164"/>
          <ac:spMkLst>
            <pc:docMk/>
            <pc:sldMk cId="4160675354" sldId="2147468659"/>
            <ac:spMk id="127" creationId="{3EB589B0-8BE6-A8F4-7AA6-C4050EF8BE27}"/>
          </ac:spMkLst>
        </pc:spChg>
        <pc:spChg chg="mod">
          <ac:chgData name="Takeuchi, Koichiro" userId="b3848a05-443b-4434-8fa5-7398ca0c03c9" providerId="ADAL" clId="{80B71E5D-E31E-4962-AC9B-BD35B338D1CC}" dt="2024-05-24T05:13:23.955" v="903" actId="164"/>
          <ac:spMkLst>
            <pc:docMk/>
            <pc:sldMk cId="4160675354" sldId="2147468659"/>
            <ac:spMk id="128" creationId="{A5D9BF7B-F5B7-6582-439F-F0685EECF7FD}"/>
          </ac:spMkLst>
        </pc:spChg>
        <pc:grpChg chg="add mod">
          <ac:chgData name="Takeuchi, Koichiro" userId="b3848a05-443b-4434-8fa5-7398ca0c03c9" providerId="ADAL" clId="{80B71E5D-E31E-4962-AC9B-BD35B338D1CC}" dt="2024-05-24T05:13:28.430" v="905" actId="12788"/>
          <ac:grpSpMkLst>
            <pc:docMk/>
            <pc:sldMk cId="4160675354" sldId="2147468659"/>
            <ac:grpSpMk id="2" creationId="{634A9401-5718-7EA1-13B5-E6C00999EE3C}"/>
          </ac:grpSpMkLst>
        </pc:grpChg>
      </pc:sldChg>
      <pc:sldChg chg="modSp add del mod">
        <pc:chgData name="Takeuchi, Koichiro" userId="b3848a05-443b-4434-8fa5-7398ca0c03c9" providerId="ADAL" clId="{80B71E5D-E31E-4962-AC9B-BD35B338D1CC}" dt="2024-05-24T05:12:05.949" v="871" actId="47"/>
        <pc:sldMkLst>
          <pc:docMk/>
          <pc:sldMk cId="3077356700" sldId="2147468662"/>
        </pc:sldMkLst>
        <pc:spChg chg="mod">
          <ac:chgData name="Takeuchi, Koichiro" userId="b3848a05-443b-4434-8fa5-7398ca0c03c9" providerId="ADAL" clId="{80B71E5D-E31E-4962-AC9B-BD35B338D1CC}" dt="2024-05-24T05:09:10.613" v="820"/>
          <ac:spMkLst>
            <pc:docMk/>
            <pc:sldMk cId="3077356700" sldId="2147468662"/>
            <ac:spMk id="13" creationId="{69BF46B3-BD2C-626F-99BA-C7A327CA0796}"/>
          </ac:spMkLst>
        </pc:spChg>
      </pc:sldChg>
      <pc:sldChg chg="addSp modSp new mod">
        <pc:chgData name="Takeuchi, Koichiro" userId="b3848a05-443b-4434-8fa5-7398ca0c03c9" providerId="ADAL" clId="{80B71E5D-E31E-4962-AC9B-BD35B338D1CC}" dt="2024-05-24T05:58:43.763" v="1713" actId="20577"/>
        <pc:sldMkLst>
          <pc:docMk/>
          <pc:sldMk cId="1695821962" sldId="2147468663"/>
        </pc:sldMkLst>
        <pc:spChg chg="mod">
          <ac:chgData name="Takeuchi, Koichiro" userId="b3848a05-443b-4434-8fa5-7398ca0c03c9" providerId="ADAL" clId="{80B71E5D-E31E-4962-AC9B-BD35B338D1CC}" dt="2024-05-24T05:11:09.665" v="853" actId="255"/>
          <ac:spMkLst>
            <pc:docMk/>
            <pc:sldMk cId="1695821962" sldId="2147468663"/>
            <ac:spMk id="2" creationId="{8B5B16D9-8C73-95FD-C6EC-31341CF42B6A}"/>
          </ac:spMkLst>
        </pc:spChg>
        <pc:spChg chg="mod">
          <ac:chgData name="Takeuchi, Koichiro" userId="b3848a05-443b-4434-8fa5-7398ca0c03c9" providerId="ADAL" clId="{80B71E5D-E31E-4962-AC9B-BD35B338D1CC}" dt="2024-05-24T05:09:31.634" v="851" actId="20577"/>
          <ac:spMkLst>
            <pc:docMk/>
            <pc:sldMk cId="1695821962" sldId="2147468663"/>
            <ac:spMk id="3" creationId="{3B46BA40-0530-1486-9886-3DDEC539BF42}"/>
          </ac:spMkLst>
        </pc:spChg>
        <pc:spChg chg="mod">
          <ac:chgData name="Takeuchi, Koichiro" userId="b3848a05-443b-4434-8fa5-7398ca0c03c9" providerId="ADAL" clId="{80B71E5D-E31E-4962-AC9B-BD35B338D1CC}" dt="2024-05-24T05:11:30.544" v="869" actId="255"/>
          <ac:spMkLst>
            <pc:docMk/>
            <pc:sldMk cId="1695821962" sldId="2147468663"/>
            <ac:spMk id="4" creationId="{717996B0-BB9D-51B6-0ED4-CB0CFEBE961A}"/>
          </ac:spMkLst>
        </pc:spChg>
        <pc:spChg chg="add mod">
          <ac:chgData name="Takeuchi, Koichiro" userId="b3848a05-443b-4434-8fa5-7398ca0c03c9" providerId="ADAL" clId="{80B71E5D-E31E-4962-AC9B-BD35B338D1CC}" dt="2024-05-24T05:58:43.763" v="1713" actId="20577"/>
          <ac:spMkLst>
            <pc:docMk/>
            <pc:sldMk cId="1695821962" sldId="2147468663"/>
            <ac:spMk id="8" creationId="{E25B4093-E5BC-031E-2D42-98B8C61DF278}"/>
          </ac:spMkLst>
        </pc:spChg>
        <pc:picChg chg="add mod">
          <ac:chgData name="Takeuchi, Koichiro" userId="b3848a05-443b-4434-8fa5-7398ca0c03c9" providerId="ADAL" clId="{80B71E5D-E31E-4962-AC9B-BD35B338D1CC}" dt="2024-05-24T05:11:39.105" v="870"/>
          <ac:picMkLst>
            <pc:docMk/>
            <pc:sldMk cId="1695821962" sldId="2147468663"/>
            <ac:picMk id="7" creationId="{BD991F22-CFD2-D396-A653-D4AF0E01BD95}"/>
          </ac:picMkLst>
        </pc:picChg>
      </pc:sldChg>
      <pc:sldChg chg="addSp delSp modSp new mod ord modShow">
        <pc:chgData name="Takeuchi, Koichiro" userId="b3848a05-443b-4434-8fa5-7398ca0c03c9" providerId="ADAL" clId="{80B71E5D-E31E-4962-AC9B-BD35B338D1CC}" dt="2024-05-24T06:15:02.297" v="2120"/>
        <pc:sldMkLst>
          <pc:docMk/>
          <pc:sldMk cId="4161607056" sldId="2147468664"/>
        </pc:sldMkLst>
        <pc:spChg chg="mod">
          <ac:chgData name="Takeuchi, Koichiro" userId="b3848a05-443b-4434-8fa5-7398ca0c03c9" providerId="ADAL" clId="{80B71E5D-E31E-4962-AC9B-BD35B338D1CC}" dt="2024-05-24T05:46:35.423" v="1138" actId="255"/>
          <ac:spMkLst>
            <pc:docMk/>
            <pc:sldMk cId="4161607056" sldId="2147468664"/>
            <ac:spMk id="2" creationId="{236E8044-5707-32C9-BB39-B5830ACA9388}"/>
          </ac:spMkLst>
        </pc:spChg>
        <pc:spChg chg="mod">
          <ac:chgData name="Takeuchi, Koichiro" userId="b3848a05-443b-4434-8fa5-7398ca0c03c9" providerId="ADAL" clId="{80B71E5D-E31E-4962-AC9B-BD35B338D1CC}" dt="2024-05-24T05:47:48.790" v="1281" actId="20577"/>
          <ac:spMkLst>
            <pc:docMk/>
            <pc:sldMk cId="4161607056" sldId="2147468664"/>
            <ac:spMk id="3" creationId="{6F87811F-22A0-40CB-5137-F9234735B4E4}"/>
          </ac:spMkLst>
        </pc:spChg>
        <pc:spChg chg="mod">
          <ac:chgData name="Takeuchi, Koichiro" userId="b3848a05-443b-4434-8fa5-7398ca0c03c9" providerId="ADAL" clId="{80B71E5D-E31E-4962-AC9B-BD35B338D1CC}" dt="2024-05-24T06:01:15.758" v="1784" actId="20577"/>
          <ac:spMkLst>
            <pc:docMk/>
            <pc:sldMk cId="4161607056" sldId="2147468664"/>
            <ac:spMk id="4" creationId="{4E91C10C-2DEB-B4D7-60F2-3238F2D38E1C}"/>
          </ac:spMkLst>
        </pc:spChg>
        <pc:spChg chg="add mod">
          <ac:chgData name="Takeuchi, Koichiro" userId="b3848a05-443b-4434-8fa5-7398ca0c03c9" providerId="ADAL" clId="{80B71E5D-E31E-4962-AC9B-BD35B338D1CC}" dt="2024-05-24T05:53:40.925" v="1337" actId="113"/>
          <ac:spMkLst>
            <pc:docMk/>
            <pc:sldMk cId="4161607056" sldId="2147468664"/>
            <ac:spMk id="7" creationId="{BBF569E1-A6C3-2220-0D24-593F497EFB0D}"/>
          </ac:spMkLst>
        </pc:spChg>
        <pc:spChg chg="add mod">
          <ac:chgData name="Takeuchi, Koichiro" userId="b3848a05-443b-4434-8fa5-7398ca0c03c9" providerId="ADAL" clId="{80B71E5D-E31E-4962-AC9B-BD35B338D1CC}" dt="2024-05-24T05:48:48.922" v="1283" actId="113"/>
          <ac:spMkLst>
            <pc:docMk/>
            <pc:sldMk cId="4161607056" sldId="2147468664"/>
            <ac:spMk id="8" creationId="{DF395526-9712-751B-A78E-1A63EB0CF5CA}"/>
          </ac:spMkLst>
        </pc:spChg>
        <pc:spChg chg="add mod">
          <ac:chgData name="Takeuchi, Koichiro" userId="b3848a05-443b-4434-8fa5-7398ca0c03c9" providerId="ADAL" clId="{80B71E5D-E31E-4962-AC9B-BD35B338D1CC}" dt="2024-05-24T05:48:48.922" v="1283" actId="113"/>
          <ac:spMkLst>
            <pc:docMk/>
            <pc:sldMk cId="4161607056" sldId="2147468664"/>
            <ac:spMk id="9" creationId="{0B301787-1045-6BF3-25C6-57EFE6886EDA}"/>
          </ac:spMkLst>
        </pc:spChg>
        <pc:spChg chg="add mod">
          <ac:chgData name="Takeuchi, Koichiro" userId="b3848a05-443b-4434-8fa5-7398ca0c03c9" providerId="ADAL" clId="{80B71E5D-E31E-4962-AC9B-BD35B338D1CC}" dt="2024-05-24T05:49:24.337" v="1308" actId="1035"/>
          <ac:spMkLst>
            <pc:docMk/>
            <pc:sldMk cId="4161607056" sldId="2147468664"/>
            <ac:spMk id="10" creationId="{22486DA0-14E9-286D-CEA1-6827F3226967}"/>
          </ac:spMkLst>
        </pc:spChg>
        <pc:spChg chg="add mod">
          <ac:chgData name="Takeuchi, Koichiro" userId="b3848a05-443b-4434-8fa5-7398ca0c03c9" providerId="ADAL" clId="{80B71E5D-E31E-4962-AC9B-BD35B338D1CC}" dt="2024-05-24T05:54:01.670" v="1356" actId="14100"/>
          <ac:spMkLst>
            <pc:docMk/>
            <pc:sldMk cId="4161607056" sldId="2147468664"/>
            <ac:spMk id="11" creationId="{B210A33B-970A-A2BE-8408-CAE5378EB3D8}"/>
          </ac:spMkLst>
        </pc:spChg>
        <pc:spChg chg="add mod">
          <ac:chgData name="Takeuchi, Koichiro" userId="b3848a05-443b-4434-8fa5-7398ca0c03c9" providerId="ADAL" clId="{80B71E5D-E31E-4962-AC9B-BD35B338D1CC}" dt="2024-05-24T05:48:54.475" v="1284" actId="20577"/>
          <ac:spMkLst>
            <pc:docMk/>
            <pc:sldMk cId="4161607056" sldId="2147468664"/>
            <ac:spMk id="12" creationId="{6A4A8812-37B1-F0BD-BD49-4154DACA8C4F}"/>
          </ac:spMkLst>
        </pc:spChg>
        <pc:spChg chg="add mod">
          <ac:chgData name="Takeuchi, Koichiro" userId="b3848a05-443b-4434-8fa5-7398ca0c03c9" providerId="ADAL" clId="{80B71E5D-E31E-4962-AC9B-BD35B338D1CC}" dt="2024-05-24T05:49:20.280" v="1300" actId="1035"/>
          <ac:spMkLst>
            <pc:docMk/>
            <pc:sldMk cId="4161607056" sldId="2147468664"/>
            <ac:spMk id="13" creationId="{1C8C0E2D-689C-21FE-5FCB-8BA108BD0DFE}"/>
          </ac:spMkLst>
        </pc:spChg>
        <pc:spChg chg="add mod">
          <ac:chgData name="Takeuchi, Koichiro" userId="b3848a05-443b-4434-8fa5-7398ca0c03c9" providerId="ADAL" clId="{80B71E5D-E31E-4962-AC9B-BD35B338D1CC}" dt="2024-05-24T05:53:40.925" v="1337" actId="113"/>
          <ac:spMkLst>
            <pc:docMk/>
            <pc:sldMk cId="4161607056" sldId="2147468664"/>
            <ac:spMk id="14" creationId="{D4F36721-1DB6-E137-E18C-CB613D6DF681}"/>
          </ac:spMkLst>
        </pc:spChg>
        <pc:spChg chg="add mod">
          <ac:chgData name="Takeuchi, Koichiro" userId="b3848a05-443b-4434-8fa5-7398ca0c03c9" providerId="ADAL" clId="{80B71E5D-E31E-4962-AC9B-BD35B338D1CC}" dt="2024-05-24T05:53:40.925" v="1337" actId="113"/>
          <ac:spMkLst>
            <pc:docMk/>
            <pc:sldMk cId="4161607056" sldId="2147468664"/>
            <ac:spMk id="15" creationId="{518004F4-3FD8-E090-B6C6-BA4E848C28D8}"/>
          </ac:spMkLst>
        </pc:spChg>
        <pc:spChg chg="add mod ord">
          <ac:chgData name="Takeuchi, Koichiro" userId="b3848a05-443b-4434-8fa5-7398ca0c03c9" providerId="ADAL" clId="{80B71E5D-E31E-4962-AC9B-BD35B338D1CC}" dt="2024-05-24T05:51:22.585" v="1333" actId="166"/>
          <ac:spMkLst>
            <pc:docMk/>
            <pc:sldMk cId="4161607056" sldId="2147468664"/>
            <ac:spMk id="16" creationId="{C8B23490-B722-0FFB-21AC-3B2C7B7E7176}"/>
          </ac:spMkLst>
        </pc:spChg>
        <pc:spChg chg="add mod ord">
          <ac:chgData name="Takeuchi, Koichiro" userId="b3848a05-443b-4434-8fa5-7398ca0c03c9" providerId="ADAL" clId="{80B71E5D-E31E-4962-AC9B-BD35B338D1CC}" dt="2024-05-24T05:51:22.585" v="1333" actId="166"/>
          <ac:spMkLst>
            <pc:docMk/>
            <pc:sldMk cId="4161607056" sldId="2147468664"/>
            <ac:spMk id="17" creationId="{88F4831D-DB2C-89FB-4D1D-40F7D6BB467A}"/>
          </ac:spMkLst>
        </pc:spChg>
        <pc:spChg chg="add mod ord">
          <ac:chgData name="Takeuchi, Koichiro" userId="b3848a05-443b-4434-8fa5-7398ca0c03c9" providerId="ADAL" clId="{80B71E5D-E31E-4962-AC9B-BD35B338D1CC}" dt="2024-05-24T05:51:22.585" v="1333" actId="166"/>
          <ac:spMkLst>
            <pc:docMk/>
            <pc:sldMk cId="4161607056" sldId="2147468664"/>
            <ac:spMk id="18" creationId="{FCF160B1-12EF-B303-5F23-FD0D066D81F7}"/>
          </ac:spMkLst>
        </pc:spChg>
        <pc:spChg chg="add mod">
          <ac:chgData name="Takeuchi, Koichiro" userId="b3848a05-443b-4434-8fa5-7398ca0c03c9" providerId="ADAL" clId="{80B71E5D-E31E-4962-AC9B-BD35B338D1CC}" dt="2024-05-24T05:53:40.925" v="1337" actId="113"/>
          <ac:spMkLst>
            <pc:docMk/>
            <pc:sldMk cId="4161607056" sldId="2147468664"/>
            <ac:spMk id="19" creationId="{A23A9E15-1D51-E28F-0E54-2B15CB9A6BEC}"/>
          </ac:spMkLst>
        </pc:spChg>
        <pc:spChg chg="add mod">
          <ac:chgData name="Takeuchi, Koichiro" userId="b3848a05-443b-4434-8fa5-7398ca0c03c9" providerId="ADAL" clId="{80B71E5D-E31E-4962-AC9B-BD35B338D1CC}" dt="2024-05-24T05:53:40.925" v="1337" actId="113"/>
          <ac:spMkLst>
            <pc:docMk/>
            <pc:sldMk cId="4161607056" sldId="2147468664"/>
            <ac:spMk id="20" creationId="{1CF88FD7-8F71-9DEE-5A16-0F6A42CAFD79}"/>
          </ac:spMkLst>
        </pc:spChg>
        <pc:spChg chg="add mod">
          <ac:chgData name="Takeuchi, Koichiro" userId="b3848a05-443b-4434-8fa5-7398ca0c03c9" providerId="ADAL" clId="{80B71E5D-E31E-4962-AC9B-BD35B338D1CC}" dt="2024-05-24T05:53:40.925" v="1337" actId="113"/>
          <ac:spMkLst>
            <pc:docMk/>
            <pc:sldMk cId="4161607056" sldId="2147468664"/>
            <ac:spMk id="21" creationId="{0878F01D-AADB-E3DB-BB0F-5A819E41E950}"/>
          </ac:spMkLst>
        </pc:spChg>
        <pc:spChg chg="add mod">
          <ac:chgData name="Takeuchi, Koichiro" userId="b3848a05-443b-4434-8fa5-7398ca0c03c9" providerId="ADAL" clId="{80B71E5D-E31E-4962-AC9B-BD35B338D1CC}" dt="2024-05-24T05:53:40.925" v="1337" actId="113"/>
          <ac:spMkLst>
            <pc:docMk/>
            <pc:sldMk cId="4161607056" sldId="2147468664"/>
            <ac:spMk id="22" creationId="{9E1684DE-C8F4-6ADD-3958-FB92F3014451}"/>
          </ac:spMkLst>
        </pc:spChg>
        <pc:spChg chg="add mod">
          <ac:chgData name="Takeuchi, Koichiro" userId="b3848a05-443b-4434-8fa5-7398ca0c03c9" providerId="ADAL" clId="{80B71E5D-E31E-4962-AC9B-BD35B338D1CC}" dt="2024-05-24T05:53:40.925" v="1337" actId="113"/>
          <ac:spMkLst>
            <pc:docMk/>
            <pc:sldMk cId="4161607056" sldId="2147468664"/>
            <ac:spMk id="23" creationId="{7247DBF2-81A5-E6C4-C930-255B9BAF55FB}"/>
          </ac:spMkLst>
        </pc:spChg>
        <pc:spChg chg="add mod">
          <ac:chgData name="Takeuchi, Koichiro" userId="b3848a05-443b-4434-8fa5-7398ca0c03c9" providerId="ADAL" clId="{80B71E5D-E31E-4962-AC9B-BD35B338D1CC}" dt="2024-05-24T05:53:40.925" v="1337" actId="113"/>
          <ac:spMkLst>
            <pc:docMk/>
            <pc:sldMk cId="4161607056" sldId="2147468664"/>
            <ac:spMk id="24" creationId="{97634A70-1CF9-157B-54B7-816A21C84762}"/>
          </ac:spMkLst>
        </pc:spChg>
        <pc:spChg chg="add mod">
          <ac:chgData name="Takeuchi, Koichiro" userId="b3848a05-443b-4434-8fa5-7398ca0c03c9" providerId="ADAL" clId="{80B71E5D-E31E-4962-AC9B-BD35B338D1CC}" dt="2024-05-24T05:53:40.925" v="1337" actId="113"/>
          <ac:spMkLst>
            <pc:docMk/>
            <pc:sldMk cId="4161607056" sldId="2147468664"/>
            <ac:spMk id="25" creationId="{AD2DA399-8FD4-0FAC-18CF-997C3E7A0791}"/>
          </ac:spMkLst>
        </pc:spChg>
        <pc:spChg chg="add mod">
          <ac:chgData name="Takeuchi, Koichiro" userId="b3848a05-443b-4434-8fa5-7398ca0c03c9" providerId="ADAL" clId="{80B71E5D-E31E-4962-AC9B-BD35B338D1CC}" dt="2024-05-24T05:53:40.925" v="1337" actId="113"/>
          <ac:spMkLst>
            <pc:docMk/>
            <pc:sldMk cId="4161607056" sldId="2147468664"/>
            <ac:spMk id="26" creationId="{053F7333-1356-F3C6-9F29-D89CE2899878}"/>
          </ac:spMkLst>
        </pc:spChg>
        <pc:spChg chg="add mod">
          <ac:chgData name="Takeuchi, Koichiro" userId="b3848a05-443b-4434-8fa5-7398ca0c03c9" providerId="ADAL" clId="{80B71E5D-E31E-4962-AC9B-BD35B338D1CC}" dt="2024-05-24T05:53:40.925" v="1337" actId="113"/>
          <ac:spMkLst>
            <pc:docMk/>
            <pc:sldMk cId="4161607056" sldId="2147468664"/>
            <ac:spMk id="27" creationId="{7A080E96-D93D-4859-0FD1-EBB230108787}"/>
          </ac:spMkLst>
        </pc:spChg>
        <pc:spChg chg="add mod">
          <ac:chgData name="Takeuchi, Koichiro" userId="b3848a05-443b-4434-8fa5-7398ca0c03c9" providerId="ADAL" clId="{80B71E5D-E31E-4962-AC9B-BD35B338D1CC}" dt="2024-05-24T05:53:40.925" v="1337" actId="113"/>
          <ac:spMkLst>
            <pc:docMk/>
            <pc:sldMk cId="4161607056" sldId="2147468664"/>
            <ac:spMk id="28" creationId="{675468EC-51A2-4559-188A-CF9022513DBF}"/>
          </ac:spMkLst>
        </pc:spChg>
        <pc:spChg chg="add mod">
          <ac:chgData name="Takeuchi, Koichiro" userId="b3848a05-443b-4434-8fa5-7398ca0c03c9" providerId="ADAL" clId="{80B71E5D-E31E-4962-AC9B-BD35B338D1CC}" dt="2024-05-24T05:53:40.925" v="1337" actId="113"/>
          <ac:spMkLst>
            <pc:docMk/>
            <pc:sldMk cId="4161607056" sldId="2147468664"/>
            <ac:spMk id="29" creationId="{A9E9F5AF-D270-EA6D-22AF-96C4656D0198}"/>
          </ac:spMkLst>
        </pc:spChg>
        <pc:spChg chg="add mod">
          <ac:chgData name="Takeuchi, Koichiro" userId="b3848a05-443b-4434-8fa5-7398ca0c03c9" providerId="ADAL" clId="{80B71E5D-E31E-4962-AC9B-BD35B338D1CC}" dt="2024-05-24T05:53:40.925" v="1337" actId="113"/>
          <ac:spMkLst>
            <pc:docMk/>
            <pc:sldMk cId="4161607056" sldId="2147468664"/>
            <ac:spMk id="30" creationId="{C6E87041-B889-A0AC-ABA8-DC0A9BB50715}"/>
          </ac:spMkLst>
        </pc:spChg>
        <pc:spChg chg="add mod ord">
          <ac:chgData name="Takeuchi, Koichiro" userId="b3848a05-443b-4434-8fa5-7398ca0c03c9" providerId="ADAL" clId="{80B71E5D-E31E-4962-AC9B-BD35B338D1CC}" dt="2024-05-24T05:51:22.585" v="1333" actId="166"/>
          <ac:spMkLst>
            <pc:docMk/>
            <pc:sldMk cId="4161607056" sldId="2147468664"/>
            <ac:spMk id="42" creationId="{C7698BDF-3A69-7234-98E2-04294A0750DB}"/>
          </ac:spMkLst>
        </pc:spChg>
        <pc:spChg chg="add mod ord">
          <ac:chgData name="Takeuchi, Koichiro" userId="b3848a05-443b-4434-8fa5-7398ca0c03c9" providerId="ADAL" clId="{80B71E5D-E31E-4962-AC9B-BD35B338D1CC}" dt="2024-05-24T05:51:22.585" v="1333" actId="166"/>
          <ac:spMkLst>
            <pc:docMk/>
            <pc:sldMk cId="4161607056" sldId="2147468664"/>
            <ac:spMk id="43" creationId="{D2366050-C432-6509-406D-D36BCA97E51C}"/>
          </ac:spMkLst>
        </pc:spChg>
        <pc:spChg chg="add mod ord">
          <ac:chgData name="Takeuchi, Koichiro" userId="b3848a05-443b-4434-8fa5-7398ca0c03c9" providerId="ADAL" clId="{80B71E5D-E31E-4962-AC9B-BD35B338D1CC}" dt="2024-05-24T05:51:22.585" v="1333" actId="166"/>
          <ac:spMkLst>
            <pc:docMk/>
            <pc:sldMk cId="4161607056" sldId="2147468664"/>
            <ac:spMk id="44" creationId="{5265DA57-14F4-7B10-3A48-F7350C0D336D}"/>
          </ac:spMkLst>
        </pc:spChg>
        <pc:spChg chg="add mod ord">
          <ac:chgData name="Takeuchi, Koichiro" userId="b3848a05-443b-4434-8fa5-7398ca0c03c9" providerId="ADAL" clId="{80B71E5D-E31E-4962-AC9B-BD35B338D1CC}" dt="2024-05-24T05:51:22.585" v="1333" actId="166"/>
          <ac:spMkLst>
            <pc:docMk/>
            <pc:sldMk cId="4161607056" sldId="2147468664"/>
            <ac:spMk id="45" creationId="{1FE60BEC-D56F-47D7-B6B1-C91EB9CCDD8E}"/>
          </ac:spMkLst>
        </pc:spChg>
        <pc:spChg chg="add mod ord">
          <ac:chgData name="Takeuchi, Koichiro" userId="b3848a05-443b-4434-8fa5-7398ca0c03c9" providerId="ADAL" clId="{80B71E5D-E31E-4962-AC9B-BD35B338D1CC}" dt="2024-05-24T05:51:22.585" v="1333" actId="166"/>
          <ac:spMkLst>
            <pc:docMk/>
            <pc:sldMk cId="4161607056" sldId="2147468664"/>
            <ac:spMk id="46" creationId="{E4859F5E-ADFD-65E6-096D-30742CA431F7}"/>
          </ac:spMkLst>
        </pc:spChg>
        <pc:spChg chg="add mod ord">
          <ac:chgData name="Takeuchi, Koichiro" userId="b3848a05-443b-4434-8fa5-7398ca0c03c9" providerId="ADAL" clId="{80B71E5D-E31E-4962-AC9B-BD35B338D1CC}" dt="2024-05-24T05:51:22.585" v="1333" actId="166"/>
          <ac:spMkLst>
            <pc:docMk/>
            <pc:sldMk cId="4161607056" sldId="2147468664"/>
            <ac:spMk id="47" creationId="{75E06CC7-61E5-90EB-30F7-D1D1D1D1B303}"/>
          </ac:spMkLst>
        </pc:spChg>
        <pc:spChg chg="add mod ord">
          <ac:chgData name="Takeuchi, Koichiro" userId="b3848a05-443b-4434-8fa5-7398ca0c03c9" providerId="ADAL" clId="{80B71E5D-E31E-4962-AC9B-BD35B338D1CC}" dt="2024-05-24T05:51:22.585" v="1333" actId="166"/>
          <ac:spMkLst>
            <pc:docMk/>
            <pc:sldMk cId="4161607056" sldId="2147468664"/>
            <ac:spMk id="48" creationId="{258286F9-F357-6EFC-EAB8-1F5D605A2071}"/>
          </ac:spMkLst>
        </pc:spChg>
        <pc:spChg chg="add mod ord">
          <ac:chgData name="Takeuchi, Koichiro" userId="b3848a05-443b-4434-8fa5-7398ca0c03c9" providerId="ADAL" clId="{80B71E5D-E31E-4962-AC9B-BD35B338D1CC}" dt="2024-05-24T05:51:22.585" v="1333" actId="166"/>
          <ac:spMkLst>
            <pc:docMk/>
            <pc:sldMk cId="4161607056" sldId="2147468664"/>
            <ac:spMk id="49" creationId="{C1CA5FAB-3F5B-423D-B391-A46B40798C6C}"/>
          </ac:spMkLst>
        </pc:spChg>
        <pc:spChg chg="add mod ord">
          <ac:chgData name="Takeuchi, Koichiro" userId="b3848a05-443b-4434-8fa5-7398ca0c03c9" providerId="ADAL" clId="{80B71E5D-E31E-4962-AC9B-BD35B338D1CC}" dt="2024-05-24T05:51:22.585" v="1333" actId="166"/>
          <ac:spMkLst>
            <pc:docMk/>
            <pc:sldMk cId="4161607056" sldId="2147468664"/>
            <ac:spMk id="50" creationId="{73CDAEEE-143A-8AE7-0EF1-49F04C272332}"/>
          </ac:spMkLst>
        </pc:spChg>
        <pc:spChg chg="add mod ord">
          <ac:chgData name="Takeuchi, Koichiro" userId="b3848a05-443b-4434-8fa5-7398ca0c03c9" providerId="ADAL" clId="{80B71E5D-E31E-4962-AC9B-BD35B338D1CC}" dt="2024-05-24T05:51:22.585" v="1333" actId="166"/>
          <ac:spMkLst>
            <pc:docMk/>
            <pc:sldMk cId="4161607056" sldId="2147468664"/>
            <ac:spMk id="51" creationId="{825DC44C-A81C-B8F2-BC56-53A00E282392}"/>
          </ac:spMkLst>
        </pc:spChg>
        <pc:spChg chg="add mod ord">
          <ac:chgData name="Takeuchi, Koichiro" userId="b3848a05-443b-4434-8fa5-7398ca0c03c9" providerId="ADAL" clId="{80B71E5D-E31E-4962-AC9B-BD35B338D1CC}" dt="2024-05-24T05:51:15.596" v="1332" actId="166"/>
          <ac:spMkLst>
            <pc:docMk/>
            <pc:sldMk cId="4161607056" sldId="2147468664"/>
            <ac:spMk id="52" creationId="{EE95EBD8-3F02-7A93-49D8-B30A290A445C}"/>
          </ac:spMkLst>
        </pc:spChg>
        <pc:spChg chg="add mod ord">
          <ac:chgData name="Takeuchi, Koichiro" userId="b3848a05-443b-4434-8fa5-7398ca0c03c9" providerId="ADAL" clId="{80B71E5D-E31E-4962-AC9B-BD35B338D1CC}" dt="2024-05-24T05:51:15.596" v="1332" actId="166"/>
          <ac:spMkLst>
            <pc:docMk/>
            <pc:sldMk cId="4161607056" sldId="2147468664"/>
            <ac:spMk id="53" creationId="{1A348A0C-9F2A-6E08-A848-7E056FD7B7F0}"/>
          </ac:spMkLst>
        </pc:spChg>
        <pc:spChg chg="add mod ord">
          <ac:chgData name="Takeuchi, Koichiro" userId="b3848a05-443b-4434-8fa5-7398ca0c03c9" providerId="ADAL" clId="{80B71E5D-E31E-4962-AC9B-BD35B338D1CC}" dt="2024-05-24T05:51:15.596" v="1332" actId="166"/>
          <ac:spMkLst>
            <pc:docMk/>
            <pc:sldMk cId="4161607056" sldId="2147468664"/>
            <ac:spMk id="54" creationId="{3218A709-FA2A-959E-F241-6C9A5C4592A2}"/>
          </ac:spMkLst>
        </pc:spChg>
        <pc:spChg chg="add mod ord">
          <ac:chgData name="Takeuchi, Koichiro" userId="b3848a05-443b-4434-8fa5-7398ca0c03c9" providerId="ADAL" clId="{80B71E5D-E31E-4962-AC9B-BD35B338D1CC}" dt="2024-05-24T05:51:15.596" v="1332" actId="166"/>
          <ac:spMkLst>
            <pc:docMk/>
            <pc:sldMk cId="4161607056" sldId="2147468664"/>
            <ac:spMk id="55" creationId="{6B7E1BC3-BB56-F09B-24DE-C71C0E6F2BF1}"/>
          </ac:spMkLst>
        </pc:spChg>
        <pc:spChg chg="add mod ord">
          <ac:chgData name="Takeuchi, Koichiro" userId="b3848a05-443b-4434-8fa5-7398ca0c03c9" providerId="ADAL" clId="{80B71E5D-E31E-4962-AC9B-BD35B338D1CC}" dt="2024-05-24T05:51:22.585" v="1333" actId="166"/>
          <ac:spMkLst>
            <pc:docMk/>
            <pc:sldMk cId="4161607056" sldId="2147468664"/>
            <ac:spMk id="56" creationId="{9AD0023F-3A37-EB1E-9EB2-E75086193C25}"/>
          </ac:spMkLst>
        </pc:spChg>
        <pc:spChg chg="add mod ord">
          <ac:chgData name="Takeuchi, Koichiro" userId="b3848a05-443b-4434-8fa5-7398ca0c03c9" providerId="ADAL" clId="{80B71E5D-E31E-4962-AC9B-BD35B338D1CC}" dt="2024-05-24T05:51:22.585" v="1333" actId="166"/>
          <ac:spMkLst>
            <pc:docMk/>
            <pc:sldMk cId="4161607056" sldId="2147468664"/>
            <ac:spMk id="57" creationId="{DF7B0476-886D-D7CF-D158-5BB860176690}"/>
          </ac:spMkLst>
        </pc:spChg>
        <pc:spChg chg="add mod ord">
          <ac:chgData name="Takeuchi, Koichiro" userId="b3848a05-443b-4434-8fa5-7398ca0c03c9" providerId="ADAL" clId="{80B71E5D-E31E-4962-AC9B-BD35B338D1CC}" dt="2024-05-24T05:51:22.585" v="1333" actId="166"/>
          <ac:spMkLst>
            <pc:docMk/>
            <pc:sldMk cId="4161607056" sldId="2147468664"/>
            <ac:spMk id="58" creationId="{D60A6D71-0962-019D-1645-680BDAB9C2A4}"/>
          </ac:spMkLst>
        </pc:spChg>
        <pc:spChg chg="add mod ord">
          <ac:chgData name="Takeuchi, Koichiro" userId="b3848a05-443b-4434-8fa5-7398ca0c03c9" providerId="ADAL" clId="{80B71E5D-E31E-4962-AC9B-BD35B338D1CC}" dt="2024-05-24T05:51:22.585" v="1333" actId="166"/>
          <ac:spMkLst>
            <pc:docMk/>
            <pc:sldMk cId="4161607056" sldId="2147468664"/>
            <ac:spMk id="59" creationId="{EA2FC20D-626C-6318-EE1B-6FBD5FCCE6FC}"/>
          </ac:spMkLst>
        </pc:spChg>
        <pc:spChg chg="add mod ord">
          <ac:chgData name="Takeuchi, Koichiro" userId="b3848a05-443b-4434-8fa5-7398ca0c03c9" providerId="ADAL" clId="{80B71E5D-E31E-4962-AC9B-BD35B338D1CC}" dt="2024-05-24T05:51:22.585" v="1333" actId="166"/>
          <ac:spMkLst>
            <pc:docMk/>
            <pc:sldMk cId="4161607056" sldId="2147468664"/>
            <ac:spMk id="60" creationId="{6CDD5396-68A4-2694-EF67-D48FE7CFEA8C}"/>
          </ac:spMkLst>
        </pc:spChg>
        <pc:spChg chg="add mod ord">
          <ac:chgData name="Takeuchi, Koichiro" userId="b3848a05-443b-4434-8fa5-7398ca0c03c9" providerId="ADAL" clId="{80B71E5D-E31E-4962-AC9B-BD35B338D1CC}" dt="2024-05-24T05:51:22.585" v="1333" actId="166"/>
          <ac:spMkLst>
            <pc:docMk/>
            <pc:sldMk cId="4161607056" sldId="2147468664"/>
            <ac:spMk id="61" creationId="{EC54F907-A974-2976-0514-D76DD4D4FC83}"/>
          </ac:spMkLst>
        </pc:spChg>
        <pc:spChg chg="add mod ord">
          <ac:chgData name="Takeuchi, Koichiro" userId="b3848a05-443b-4434-8fa5-7398ca0c03c9" providerId="ADAL" clId="{80B71E5D-E31E-4962-AC9B-BD35B338D1CC}" dt="2024-05-24T05:51:22.585" v="1333" actId="166"/>
          <ac:spMkLst>
            <pc:docMk/>
            <pc:sldMk cId="4161607056" sldId="2147468664"/>
            <ac:spMk id="62" creationId="{8898DFBF-66A6-232E-F8EF-8BA214D12688}"/>
          </ac:spMkLst>
        </pc:spChg>
        <pc:spChg chg="add mod ord">
          <ac:chgData name="Takeuchi, Koichiro" userId="b3848a05-443b-4434-8fa5-7398ca0c03c9" providerId="ADAL" clId="{80B71E5D-E31E-4962-AC9B-BD35B338D1CC}" dt="2024-05-24T05:51:22.585" v="1333" actId="166"/>
          <ac:spMkLst>
            <pc:docMk/>
            <pc:sldMk cId="4161607056" sldId="2147468664"/>
            <ac:spMk id="63" creationId="{D301568B-743A-3AB7-3134-8FF0D8F137A6}"/>
          </ac:spMkLst>
        </pc:spChg>
        <pc:spChg chg="add mod ord">
          <ac:chgData name="Takeuchi, Koichiro" userId="b3848a05-443b-4434-8fa5-7398ca0c03c9" providerId="ADAL" clId="{80B71E5D-E31E-4962-AC9B-BD35B338D1CC}" dt="2024-05-24T05:51:15.596" v="1332" actId="166"/>
          <ac:spMkLst>
            <pc:docMk/>
            <pc:sldMk cId="4161607056" sldId="2147468664"/>
            <ac:spMk id="64" creationId="{F22B1C2C-DFA7-306F-9EEA-41299F175FC0}"/>
          </ac:spMkLst>
        </pc:spChg>
        <pc:spChg chg="add mod ord">
          <ac:chgData name="Takeuchi, Koichiro" userId="b3848a05-443b-4434-8fa5-7398ca0c03c9" providerId="ADAL" clId="{80B71E5D-E31E-4962-AC9B-BD35B338D1CC}" dt="2024-05-24T05:51:15.596" v="1332" actId="166"/>
          <ac:spMkLst>
            <pc:docMk/>
            <pc:sldMk cId="4161607056" sldId="2147468664"/>
            <ac:spMk id="65" creationId="{75B4FDAD-D3B1-BA5B-6FB6-B2DE7608C503}"/>
          </ac:spMkLst>
        </pc:spChg>
        <pc:spChg chg="add mod ord">
          <ac:chgData name="Takeuchi, Koichiro" userId="b3848a05-443b-4434-8fa5-7398ca0c03c9" providerId="ADAL" clId="{80B71E5D-E31E-4962-AC9B-BD35B338D1CC}" dt="2024-05-24T05:51:22.585" v="1333" actId="166"/>
          <ac:spMkLst>
            <pc:docMk/>
            <pc:sldMk cId="4161607056" sldId="2147468664"/>
            <ac:spMk id="66" creationId="{DE1B4F1F-A0CA-C542-4405-75DD259EA0AF}"/>
          </ac:spMkLst>
        </pc:spChg>
        <pc:spChg chg="add mod ord">
          <ac:chgData name="Takeuchi, Koichiro" userId="b3848a05-443b-4434-8fa5-7398ca0c03c9" providerId="ADAL" clId="{80B71E5D-E31E-4962-AC9B-BD35B338D1CC}" dt="2024-05-24T05:51:22.585" v="1333" actId="166"/>
          <ac:spMkLst>
            <pc:docMk/>
            <pc:sldMk cId="4161607056" sldId="2147468664"/>
            <ac:spMk id="67" creationId="{9BD72D6B-A744-874A-C965-E4DA01B35235}"/>
          </ac:spMkLst>
        </pc:spChg>
        <pc:spChg chg="add mod ord">
          <ac:chgData name="Takeuchi, Koichiro" userId="b3848a05-443b-4434-8fa5-7398ca0c03c9" providerId="ADAL" clId="{80B71E5D-E31E-4962-AC9B-BD35B338D1CC}" dt="2024-05-24T05:51:22.585" v="1333" actId="166"/>
          <ac:spMkLst>
            <pc:docMk/>
            <pc:sldMk cId="4161607056" sldId="2147468664"/>
            <ac:spMk id="68" creationId="{7B0A803F-0B54-5258-75EA-E5D2F2E70F2C}"/>
          </ac:spMkLst>
        </pc:spChg>
        <pc:spChg chg="add mod ord">
          <ac:chgData name="Takeuchi, Koichiro" userId="b3848a05-443b-4434-8fa5-7398ca0c03c9" providerId="ADAL" clId="{80B71E5D-E31E-4962-AC9B-BD35B338D1CC}" dt="2024-05-24T05:51:15.596" v="1332" actId="166"/>
          <ac:spMkLst>
            <pc:docMk/>
            <pc:sldMk cId="4161607056" sldId="2147468664"/>
            <ac:spMk id="76" creationId="{9788328C-212E-3B40-9748-6F8B1AA45096}"/>
          </ac:spMkLst>
        </pc:spChg>
        <pc:spChg chg="add mod ord">
          <ac:chgData name="Takeuchi, Koichiro" userId="b3848a05-443b-4434-8fa5-7398ca0c03c9" providerId="ADAL" clId="{80B71E5D-E31E-4962-AC9B-BD35B338D1CC}" dt="2024-05-24T05:51:15.596" v="1332" actId="166"/>
          <ac:spMkLst>
            <pc:docMk/>
            <pc:sldMk cId="4161607056" sldId="2147468664"/>
            <ac:spMk id="77" creationId="{80DC5701-10DC-CC9C-3940-40070209F18D}"/>
          </ac:spMkLst>
        </pc:spChg>
        <pc:spChg chg="add mod ord">
          <ac:chgData name="Takeuchi, Koichiro" userId="b3848a05-443b-4434-8fa5-7398ca0c03c9" providerId="ADAL" clId="{80B71E5D-E31E-4962-AC9B-BD35B338D1CC}" dt="2024-05-24T05:51:15.596" v="1332" actId="166"/>
          <ac:spMkLst>
            <pc:docMk/>
            <pc:sldMk cId="4161607056" sldId="2147468664"/>
            <ac:spMk id="78" creationId="{4B8696C4-58D3-0004-D902-732D2AEF64E9}"/>
          </ac:spMkLst>
        </pc:spChg>
        <pc:spChg chg="add mod ord">
          <ac:chgData name="Takeuchi, Koichiro" userId="b3848a05-443b-4434-8fa5-7398ca0c03c9" providerId="ADAL" clId="{80B71E5D-E31E-4962-AC9B-BD35B338D1CC}" dt="2024-05-24T05:51:15.596" v="1332" actId="166"/>
          <ac:spMkLst>
            <pc:docMk/>
            <pc:sldMk cId="4161607056" sldId="2147468664"/>
            <ac:spMk id="79" creationId="{899E7C7A-C909-7420-170D-A3F6CE6C50AD}"/>
          </ac:spMkLst>
        </pc:spChg>
        <pc:spChg chg="add mod ord">
          <ac:chgData name="Takeuchi, Koichiro" userId="b3848a05-443b-4434-8fa5-7398ca0c03c9" providerId="ADAL" clId="{80B71E5D-E31E-4962-AC9B-BD35B338D1CC}" dt="2024-05-24T05:51:15.596" v="1332" actId="166"/>
          <ac:spMkLst>
            <pc:docMk/>
            <pc:sldMk cId="4161607056" sldId="2147468664"/>
            <ac:spMk id="80" creationId="{3915C366-5336-2E7E-30E1-28DAA9D2AFE0}"/>
          </ac:spMkLst>
        </pc:spChg>
        <pc:spChg chg="add mod ord">
          <ac:chgData name="Takeuchi, Koichiro" userId="b3848a05-443b-4434-8fa5-7398ca0c03c9" providerId="ADAL" clId="{80B71E5D-E31E-4962-AC9B-BD35B338D1CC}" dt="2024-05-24T05:51:15.596" v="1332" actId="166"/>
          <ac:spMkLst>
            <pc:docMk/>
            <pc:sldMk cId="4161607056" sldId="2147468664"/>
            <ac:spMk id="81" creationId="{C4D3A5A8-7537-6995-273A-1E538EC3BF3A}"/>
          </ac:spMkLst>
        </pc:spChg>
        <pc:spChg chg="add mod ord">
          <ac:chgData name="Takeuchi, Koichiro" userId="b3848a05-443b-4434-8fa5-7398ca0c03c9" providerId="ADAL" clId="{80B71E5D-E31E-4962-AC9B-BD35B338D1CC}" dt="2024-05-24T05:51:15.596" v="1332" actId="166"/>
          <ac:spMkLst>
            <pc:docMk/>
            <pc:sldMk cId="4161607056" sldId="2147468664"/>
            <ac:spMk id="82" creationId="{D6D1BB4D-AD55-62A5-D57B-A33F802D2401}"/>
          </ac:spMkLst>
        </pc:spChg>
        <pc:spChg chg="add mod ord">
          <ac:chgData name="Takeuchi, Koichiro" userId="b3848a05-443b-4434-8fa5-7398ca0c03c9" providerId="ADAL" clId="{80B71E5D-E31E-4962-AC9B-BD35B338D1CC}" dt="2024-05-24T05:51:15.596" v="1332" actId="166"/>
          <ac:spMkLst>
            <pc:docMk/>
            <pc:sldMk cId="4161607056" sldId="2147468664"/>
            <ac:spMk id="83" creationId="{EA4EA685-680B-612B-0FD1-983447DE2AF0}"/>
          </ac:spMkLst>
        </pc:spChg>
        <pc:spChg chg="add mod ord">
          <ac:chgData name="Takeuchi, Koichiro" userId="b3848a05-443b-4434-8fa5-7398ca0c03c9" providerId="ADAL" clId="{80B71E5D-E31E-4962-AC9B-BD35B338D1CC}" dt="2024-05-24T05:51:15.596" v="1332" actId="166"/>
          <ac:spMkLst>
            <pc:docMk/>
            <pc:sldMk cId="4161607056" sldId="2147468664"/>
            <ac:spMk id="84" creationId="{93205C81-2C58-EF7C-8B02-C73395F2EBF3}"/>
          </ac:spMkLst>
        </pc:spChg>
        <pc:spChg chg="add mod">
          <ac:chgData name="Takeuchi, Koichiro" userId="b3848a05-443b-4434-8fa5-7398ca0c03c9" providerId="ADAL" clId="{80B71E5D-E31E-4962-AC9B-BD35B338D1CC}" dt="2024-05-24T05:50:50.537" v="1328" actId="1582"/>
          <ac:spMkLst>
            <pc:docMk/>
            <pc:sldMk cId="4161607056" sldId="2147468664"/>
            <ac:spMk id="85" creationId="{F2DE9F7C-32BF-E340-0528-9A38C28B7E20}"/>
          </ac:spMkLst>
        </pc:spChg>
        <pc:spChg chg="add mod ord">
          <ac:chgData name="Takeuchi, Koichiro" userId="b3848a05-443b-4434-8fa5-7398ca0c03c9" providerId="ADAL" clId="{80B71E5D-E31E-4962-AC9B-BD35B338D1CC}" dt="2024-05-24T05:51:22.585" v="1333" actId="166"/>
          <ac:spMkLst>
            <pc:docMk/>
            <pc:sldMk cId="4161607056" sldId="2147468664"/>
            <ac:spMk id="86" creationId="{7F475499-215C-E35E-C09D-35E719ACB1ED}"/>
          </ac:spMkLst>
        </pc:spChg>
        <pc:spChg chg="add mod ord">
          <ac:chgData name="Takeuchi, Koichiro" userId="b3848a05-443b-4434-8fa5-7398ca0c03c9" providerId="ADAL" clId="{80B71E5D-E31E-4962-AC9B-BD35B338D1CC}" dt="2024-05-24T05:51:15.596" v="1332" actId="166"/>
          <ac:spMkLst>
            <pc:docMk/>
            <pc:sldMk cId="4161607056" sldId="2147468664"/>
            <ac:spMk id="87" creationId="{DE31E315-DC3B-5D65-04BA-8F070E7FAD1B}"/>
          </ac:spMkLst>
        </pc:spChg>
        <pc:spChg chg="add mod ord">
          <ac:chgData name="Takeuchi, Koichiro" userId="b3848a05-443b-4434-8fa5-7398ca0c03c9" providerId="ADAL" clId="{80B71E5D-E31E-4962-AC9B-BD35B338D1CC}" dt="2024-05-24T05:51:15.596" v="1332" actId="166"/>
          <ac:spMkLst>
            <pc:docMk/>
            <pc:sldMk cId="4161607056" sldId="2147468664"/>
            <ac:spMk id="88" creationId="{50488E66-EC68-708C-EECD-B4A57B13F32C}"/>
          </ac:spMkLst>
        </pc:spChg>
        <pc:spChg chg="add mod ord">
          <ac:chgData name="Takeuchi, Koichiro" userId="b3848a05-443b-4434-8fa5-7398ca0c03c9" providerId="ADAL" clId="{80B71E5D-E31E-4962-AC9B-BD35B338D1CC}" dt="2024-05-24T05:51:15.596" v="1332" actId="166"/>
          <ac:spMkLst>
            <pc:docMk/>
            <pc:sldMk cId="4161607056" sldId="2147468664"/>
            <ac:spMk id="89" creationId="{3D36B908-8D4A-52C6-7291-82A56480EE4C}"/>
          </ac:spMkLst>
        </pc:spChg>
        <pc:spChg chg="add mod ord">
          <ac:chgData name="Takeuchi, Koichiro" userId="b3848a05-443b-4434-8fa5-7398ca0c03c9" providerId="ADAL" clId="{80B71E5D-E31E-4962-AC9B-BD35B338D1CC}" dt="2024-05-24T05:51:22.585" v="1333" actId="166"/>
          <ac:spMkLst>
            <pc:docMk/>
            <pc:sldMk cId="4161607056" sldId="2147468664"/>
            <ac:spMk id="90" creationId="{96A76CB9-18BC-0400-1666-5C6A9AC02300}"/>
          </ac:spMkLst>
        </pc:spChg>
        <pc:spChg chg="add mod ord">
          <ac:chgData name="Takeuchi, Koichiro" userId="b3848a05-443b-4434-8fa5-7398ca0c03c9" providerId="ADAL" clId="{80B71E5D-E31E-4962-AC9B-BD35B338D1CC}" dt="2024-05-24T05:51:22.585" v="1333" actId="166"/>
          <ac:spMkLst>
            <pc:docMk/>
            <pc:sldMk cId="4161607056" sldId="2147468664"/>
            <ac:spMk id="91" creationId="{885D1170-7172-75F9-07FA-49F5D7F68A1A}"/>
          </ac:spMkLst>
        </pc:spChg>
        <pc:spChg chg="add mod ord">
          <ac:chgData name="Takeuchi, Koichiro" userId="b3848a05-443b-4434-8fa5-7398ca0c03c9" providerId="ADAL" clId="{80B71E5D-E31E-4962-AC9B-BD35B338D1CC}" dt="2024-05-24T05:51:22.585" v="1333" actId="166"/>
          <ac:spMkLst>
            <pc:docMk/>
            <pc:sldMk cId="4161607056" sldId="2147468664"/>
            <ac:spMk id="92" creationId="{B56EC55B-08F8-E9DA-E59E-9DBBDD1B93D4}"/>
          </ac:spMkLst>
        </pc:spChg>
        <pc:spChg chg="add mod ord">
          <ac:chgData name="Takeuchi, Koichiro" userId="b3848a05-443b-4434-8fa5-7398ca0c03c9" providerId="ADAL" clId="{80B71E5D-E31E-4962-AC9B-BD35B338D1CC}" dt="2024-05-24T05:51:22.585" v="1333" actId="166"/>
          <ac:spMkLst>
            <pc:docMk/>
            <pc:sldMk cId="4161607056" sldId="2147468664"/>
            <ac:spMk id="93" creationId="{4A72B090-5766-AC6D-924B-5C91AD0C716E}"/>
          </ac:spMkLst>
        </pc:spChg>
        <pc:grpChg chg="add del mod">
          <ac:chgData name="Takeuchi, Koichiro" userId="b3848a05-443b-4434-8fa5-7398ca0c03c9" providerId="ADAL" clId="{80B71E5D-E31E-4962-AC9B-BD35B338D1CC}" dt="2024-05-24T05:49:31.971" v="1318" actId="165"/>
          <ac:grpSpMkLst>
            <pc:docMk/>
            <pc:sldMk cId="4161607056" sldId="2147468664"/>
            <ac:grpSpMk id="69" creationId="{5833C476-D1C4-2C5D-4375-2845ECAA45D1}"/>
          </ac:grpSpMkLst>
        </pc:grpChg>
        <pc:cxnChg chg="add mod">
          <ac:chgData name="Takeuchi, Koichiro" userId="b3848a05-443b-4434-8fa5-7398ca0c03c9" providerId="ADAL" clId="{80B71E5D-E31E-4962-AC9B-BD35B338D1CC}" dt="2024-05-24T05:54:24.598" v="1361" actId="14100"/>
          <ac:cxnSpMkLst>
            <pc:docMk/>
            <pc:sldMk cId="4161607056" sldId="2147468664"/>
            <ac:cxnSpMk id="31" creationId="{257655EE-B43A-1D61-9594-DE0A37B91B6E}"/>
          </ac:cxnSpMkLst>
        </pc:cxnChg>
        <pc:cxnChg chg="add mod">
          <ac:chgData name="Takeuchi, Koichiro" userId="b3848a05-443b-4434-8fa5-7398ca0c03c9" providerId="ADAL" clId="{80B71E5D-E31E-4962-AC9B-BD35B338D1CC}" dt="2024-05-24T05:54:24.598" v="1361" actId="14100"/>
          <ac:cxnSpMkLst>
            <pc:docMk/>
            <pc:sldMk cId="4161607056" sldId="2147468664"/>
            <ac:cxnSpMk id="32" creationId="{06F8881A-86BE-6EC1-3D2F-C4A4FB5304F8}"/>
          </ac:cxnSpMkLst>
        </pc:cxnChg>
        <pc:cxnChg chg="add mod">
          <ac:chgData name="Takeuchi, Koichiro" userId="b3848a05-443b-4434-8fa5-7398ca0c03c9" providerId="ADAL" clId="{80B71E5D-E31E-4962-AC9B-BD35B338D1CC}" dt="2024-05-24T05:54:24.598" v="1361" actId="14100"/>
          <ac:cxnSpMkLst>
            <pc:docMk/>
            <pc:sldMk cId="4161607056" sldId="2147468664"/>
            <ac:cxnSpMk id="33" creationId="{4402E585-9667-EF7E-3D7C-BAE7CA79C8A8}"/>
          </ac:cxnSpMkLst>
        </pc:cxnChg>
        <pc:cxnChg chg="add mod">
          <ac:chgData name="Takeuchi, Koichiro" userId="b3848a05-443b-4434-8fa5-7398ca0c03c9" providerId="ADAL" clId="{80B71E5D-E31E-4962-AC9B-BD35B338D1CC}" dt="2024-05-24T05:54:24.598" v="1361" actId="14100"/>
          <ac:cxnSpMkLst>
            <pc:docMk/>
            <pc:sldMk cId="4161607056" sldId="2147468664"/>
            <ac:cxnSpMk id="34" creationId="{1FCD563D-9ACB-9723-75B6-F95BE9D9B904}"/>
          </ac:cxnSpMkLst>
        </pc:cxnChg>
        <pc:cxnChg chg="add mod">
          <ac:chgData name="Takeuchi, Koichiro" userId="b3848a05-443b-4434-8fa5-7398ca0c03c9" providerId="ADAL" clId="{80B71E5D-E31E-4962-AC9B-BD35B338D1CC}" dt="2024-05-24T05:54:24.598" v="1361" actId="14100"/>
          <ac:cxnSpMkLst>
            <pc:docMk/>
            <pc:sldMk cId="4161607056" sldId="2147468664"/>
            <ac:cxnSpMk id="35" creationId="{64587EC1-7EF6-EA4B-7D70-496CBE19F8DC}"/>
          </ac:cxnSpMkLst>
        </pc:cxnChg>
        <pc:cxnChg chg="add mod">
          <ac:chgData name="Takeuchi, Koichiro" userId="b3848a05-443b-4434-8fa5-7398ca0c03c9" providerId="ADAL" clId="{80B71E5D-E31E-4962-AC9B-BD35B338D1CC}" dt="2024-05-24T05:54:24.598" v="1361" actId="14100"/>
          <ac:cxnSpMkLst>
            <pc:docMk/>
            <pc:sldMk cId="4161607056" sldId="2147468664"/>
            <ac:cxnSpMk id="36" creationId="{8E65CF46-DF54-4385-015E-F3DDC3642FAC}"/>
          </ac:cxnSpMkLst>
        </pc:cxnChg>
        <pc:cxnChg chg="add mod">
          <ac:chgData name="Takeuchi, Koichiro" userId="b3848a05-443b-4434-8fa5-7398ca0c03c9" providerId="ADAL" clId="{80B71E5D-E31E-4962-AC9B-BD35B338D1CC}" dt="2024-05-24T05:54:24.598" v="1361" actId="14100"/>
          <ac:cxnSpMkLst>
            <pc:docMk/>
            <pc:sldMk cId="4161607056" sldId="2147468664"/>
            <ac:cxnSpMk id="37" creationId="{53E89C7B-81B9-C41B-C586-0C50BF66F5B2}"/>
          </ac:cxnSpMkLst>
        </pc:cxnChg>
        <pc:cxnChg chg="add mod">
          <ac:chgData name="Takeuchi, Koichiro" userId="b3848a05-443b-4434-8fa5-7398ca0c03c9" providerId="ADAL" clId="{80B71E5D-E31E-4962-AC9B-BD35B338D1CC}" dt="2024-05-24T05:54:24.598" v="1361" actId="14100"/>
          <ac:cxnSpMkLst>
            <pc:docMk/>
            <pc:sldMk cId="4161607056" sldId="2147468664"/>
            <ac:cxnSpMk id="38" creationId="{21A6ED2C-0DFF-909E-611A-E7CF9E4B0057}"/>
          </ac:cxnSpMkLst>
        </pc:cxnChg>
        <pc:cxnChg chg="add mod">
          <ac:chgData name="Takeuchi, Koichiro" userId="b3848a05-443b-4434-8fa5-7398ca0c03c9" providerId="ADAL" clId="{80B71E5D-E31E-4962-AC9B-BD35B338D1CC}" dt="2024-05-24T05:54:24.598" v="1361" actId="14100"/>
          <ac:cxnSpMkLst>
            <pc:docMk/>
            <pc:sldMk cId="4161607056" sldId="2147468664"/>
            <ac:cxnSpMk id="39" creationId="{87162EF3-4D03-7E75-1A5F-B2A2C91AE990}"/>
          </ac:cxnSpMkLst>
        </pc:cxnChg>
        <pc:cxnChg chg="add mod">
          <ac:chgData name="Takeuchi, Koichiro" userId="b3848a05-443b-4434-8fa5-7398ca0c03c9" providerId="ADAL" clId="{80B71E5D-E31E-4962-AC9B-BD35B338D1CC}" dt="2024-05-24T05:54:24.598" v="1361" actId="14100"/>
          <ac:cxnSpMkLst>
            <pc:docMk/>
            <pc:sldMk cId="4161607056" sldId="2147468664"/>
            <ac:cxnSpMk id="40" creationId="{D66741A2-26C7-E64B-96AD-8515870E1E3B}"/>
          </ac:cxnSpMkLst>
        </pc:cxnChg>
        <pc:cxnChg chg="add mod">
          <ac:chgData name="Takeuchi, Koichiro" userId="b3848a05-443b-4434-8fa5-7398ca0c03c9" providerId="ADAL" clId="{80B71E5D-E31E-4962-AC9B-BD35B338D1CC}" dt="2024-05-24T05:54:24.598" v="1361" actId="14100"/>
          <ac:cxnSpMkLst>
            <pc:docMk/>
            <pc:sldMk cId="4161607056" sldId="2147468664"/>
            <ac:cxnSpMk id="41" creationId="{12847905-704D-D17C-71CC-AFCDBD8865B2}"/>
          </ac:cxnSpMkLst>
        </pc:cxnChg>
        <pc:cxnChg chg="mod topLvl">
          <ac:chgData name="Takeuchi, Koichiro" userId="b3848a05-443b-4434-8fa5-7398ca0c03c9" providerId="ADAL" clId="{80B71E5D-E31E-4962-AC9B-BD35B338D1CC}" dt="2024-05-24T05:53:55.866" v="1355" actId="14100"/>
          <ac:cxnSpMkLst>
            <pc:docMk/>
            <pc:sldMk cId="4161607056" sldId="2147468664"/>
            <ac:cxnSpMk id="70" creationId="{3E290D9A-B2B9-5954-2730-0A01374259B1}"/>
          </ac:cxnSpMkLst>
        </pc:cxnChg>
        <pc:cxnChg chg="mod topLvl">
          <ac:chgData name="Takeuchi, Koichiro" userId="b3848a05-443b-4434-8fa5-7398ca0c03c9" providerId="ADAL" clId="{80B71E5D-E31E-4962-AC9B-BD35B338D1CC}" dt="2024-05-24T05:53:55.866" v="1355" actId="14100"/>
          <ac:cxnSpMkLst>
            <pc:docMk/>
            <pc:sldMk cId="4161607056" sldId="2147468664"/>
            <ac:cxnSpMk id="71" creationId="{1C3E4E0D-425E-A3FB-ED9C-107C95B51B7F}"/>
          </ac:cxnSpMkLst>
        </pc:cxnChg>
        <pc:cxnChg chg="del mod topLvl">
          <ac:chgData name="Takeuchi, Koichiro" userId="b3848a05-443b-4434-8fa5-7398ca0c03c9" providerId="ADAL" clId="{80B71E5D-E31E-4962-AC9B-BD35B338D1CC}" dt="2024-05-24T05:49:34.148" v="1319" actId="478"/>
          <ac:cxnSpMkLst>
            <pc:docMk/>
            <pc:sldMk cId="4161607056" sldId="2147468664"/>
            <ac:cxnSpMk id="72" creationId="{61F505F2-B9A6-469C-7BDD-B896338DD714}"/>
          </ac:cxnSpMkLst>
        </pc:cxnChg>
        <pc:cxnChg chg="mod topLvl">
          <ac:chgData name="Takeuchi, Koichiro" userId="b3848a05-443b-4434-8fa5-7398ca0c03c9" providerId="ADAL" clId="{80B71E5D-E31E-4962-AC9B-BD35B338D1CC}" dt="2024-05-24T05:53:55.866" v="1355" actId="14100"/>
          <ac:cxnSpMkLst>
            <pc:docMk/>
            <pc:sldMk cId="4161607056" sldId="2147468664"/>
            <ac:cxnSpMk id="73" creationId="{F05809C1-038C-6B21-CD2F-92015CD66C45}"/>
          </ac:cxnSpMkLst>
        </pc:cxnChg>
        <pc:cxnChg chg="mod topLvl">
          <ac:chgData name="Takeuchi, Koichiro" userId="b3848a05-443b-4434-8fa5-7398ca0c03c9" providerId="ADAL" clId="{80B71E5D-E31E-4962-AC9B-BD35B338D1CC}" dt="2024-05-24T05:53:55.866" v="1355" actId="14100"/>
          <ac:cxnSpMkLst>
            <pc:docMk/>
            <pc:sldMk cId="4161607056" sldId="2147468664"/>
            <ac:cxnSpMk id="74" creationId="{90D82DB4-82E8-CCA4-3BD3-382461A234E0}"/>
          </ac:cxnSpMkLst>
        </pc:cxnChg>
        <pc:cxnChg chg="mod topLvl">
          <ac:chgData name="Takeuchi, Koichiro" userId="b3848a05-443b-4434-8fa5-7398ca0c03c9" providerId="ADAL" clId="{80B71E5D-E31E-4962-AC9B-BD35B338D1CC}" dt="2024-05-24T05:53:55.866" v="1355" actId="14100"/>
          <ac:cxnSpMkLst>
            <pc:docMk/>
            <pc:sldMk cId="4161607056" sldId="2147468664"/>
            <ac:cxnSpMk id="75" creationId="{D9499B1A-C77B-B3AF-66CA-FB2C2813C1EB}"/>
          </ac:cxnSpMkLst>
        </pc:cxnChg>
        <pc:cxnChg chg="add mod">
          <ac:chgData name="Takeuchi, Koichiro" userId="b3848a05-443b-4434-8fa5-7398ca0c03c9" providerId="ADAL" clId="{80B71E5D-E31E-4962-AC9B-BD35B338D1CC}" dt="2024-05-24T05:54:24.598" v="1361" actId="14100"/>
          <ac:cxnSpMkLst>
            <pc:docMk/>
            <pc:sldMk cId="4161607056" sldId="2147468664"/>
            <ac:cxnSpMk id="94" creationId="{0392AF57-C7D3-6745-D946-226EB3945D6F}"/>
          </ac:cxnSpMkLst>
        </pc:cxnChg>
        <pc:cxnChg chg="add mod">
          <ac:chgData name="Takeuchi, Koichiro" userId="b3848a05-443b-4434-8fa5-7398ca0c03c9" providerId="ADAL" clId="{80B71E5D-E31E-4962-AC9B-BD35B338D1CC}" dt="2024-05-24T05:54:24.598" v="1361" actId="14100"/>
          <ac:cxnSpMkLst>
            <pc:docMk/>
            <pc:sldMk cId="4161607056" sldId="2147468664"/>
            <ac:cxnSpMk id="95" creationId="{098648F9-672E-CAA3-7C4F-E8F87E263EDA}"/>
          </ac:cxnSpMkLst>
        </pc:cxnChg>
        <pc:cxnChg chg="add mod">
          <ac:chgData name="Takeuchi, Koichiro" userId="b3848a05-443b-4434-8fa5-7398ca0c03c9" providerId="ADAL" clId="{80B71E5D-E31E-4962-AC9B-BD35B338D1CC}" dt="2024-05-24T05:54:24.598" v="1361" actId="14100"/>
          <ac:cxnSpMkLst>
            <pc:docMk/>
            <pc:sldMk cId="4161607056" sldId="2147468664"/>
            <ac:cxnSpMk id="96" creationId="{04E15C7F-B7A7-2FCA-0198-ABA7EBC644EF}"/>
          </ac:cxnSpMkLst>
        </pc:cxnChg>
        <pc:cxnChg chg="add del mod">
          <ac:chgData name="Takeuchi, Koichiro" userId="b3848a05-443b-4434-8fa5-7398ca0c03c9" providerId="ADAL" clId="{80B71E5D-E31E-4962-AC9B-BD35B338D1CC}" dt="2024-05-24T05:51:29.675" v="1334" actId="478"/>
          <ac:cxnSpMkLst>
            <pc:docMk/>
            <pc:sldMk cId="4161607056" sldId="2147468664"/>
            <ac:cxnSpMk id="97" creationId="{7E722FAE-D785-56A4-2369-199B2CBE6C4C}"/>
          </ac:cxnSpMkLst>
        </pc:cxnChg>
      </pc:sldChg>
      <pc:sldChg chg="addSp delSp modSp add del mod modShow">
        <pc:chgData name="Takeuchi, Koichiro" userId="b3848a05-443b-4434-8fa5-7398ca0c03c9" providerId="ADAL" clId="{80B71E5D-E31E-4962-AC9B-BD35B338D1CC}" dt="2024-05-24T08:07:09.154" v="6476" actId="14100"/>
        <pc:sldMkLst>
          <pc:docMk/>
          <pc:sldMk cId="4282457053" sldId="2147468665"/>
        </pc:sldMkLst>
        <pc:spChg chg="del mod">
          <ac:chgData name="Takeuchi, Koichiro" userId="b3848a05-443b-4434-8fa5-7398ca0c03c9" providerId="ADAL" clId="{80B71E5D-E31E-4962-AC9B-BD35B338D1CC}" dt="2024-05-24T05:55:42.457" v="1380" actId="21"/>
          <ac:spMkLst>
            <pc:docMk/>
            <pc:sldMk cId="4282457053" sldId="2147468665"/>
            <ac:spMk id="7" creationId="{BBF569E1-A6C3-2220-0D24-593F497EFB0D}"/>
          </ac:spMkLst>
        </pc:spChg>
        <pc:spChg chg="del mod">
          <ac:chgData name="Takeuchi, Koichiro" userId="b3848a05-443b-4434-8fa5-7398ca0c03c9" providerId="ADAL" clId="{80B71E5D-E31E-4962-AC9B-BD35B338D1CC}" dt="2024-05-24T05:55:42.457" v="1380" actId="21"/>
          <ac:spMkLst>
            <pc:docMk/>
            <pc:sldMk cId="4282457053" sldId="2147468665"/>
            <ac:spMk id="8" creationId="{DF395526-9712-751B-A78E-1A63EB0CF5CA}"/>
          </ac:spMkLst>
        </pc:spChg>
        <pc:spChg chg="del mod">
          <ac:chgData name="Takeuchi, Koichiro" userId="b3848a05-443b-4434-8fa5-7398ca0c03c9" providerId="ADAL" clId="{80B71E5D-E31E-4962-AC9B-BD35B338D1CC}" dt="2024-05-24T05:55:42.457" v="1380" actId="21"/>
          <ac:spMkLst>
            <pc:docMk/>
            <pc:sldMk cId="4282457053" sldId="2147468665"/>
            <ac:spMk id="9" creationId="{0B301787-1045-6BF3-25C6-57EFE6886EDA}"/>
          </ac:spMkLst>
        </pc:spChg>
        <pc:spChg chg="del mod">
          <ac:chgData name="Takeuchi, Koichiro" userId="b3848a05-443b-4434-8fa5-7398ca0c03c9" providerId="ADAL" clId="{80B71E5D-E31E-4962-AC9B-BD35B338D1CC}" dt="2024-05-24T05:55:42.457" v="1380" actId="21"/>
          <ac:spMkLst>
            <pc:docMk/>
            <pc:sldMk cId="4282457053" sldId="2147468665"/>
            <ac:spMk id="10" creationId="{22486DA0-14E9-286D-CEA1-6827F3226967}"/>
          </ac:spMkLst>
        </pc:spChg>
        <pc:spChg chg="del mod">
          <ac:chgData name="Takeuchi, Koichiro" userId="b3848a05-443b-4434-8fa5-7398ca0c03c9" providerId="ADAL" clId="{80B71E5D-E31E-4962-AC9B-BD35B338D1CC}" dt="2024-05-24T05:55:42.457" v="1380" actId="21"/>
          <ac:spMkLst>
            <pc:docMk/>
            <pc:sldMk cId="4282457053" sldId="2147468665"/>
            <ac:spMk id="11" creationId="{B210A33B-970A-A2BE-8408-CAE5378EB3D8}"/>
          </ac:spMkLst>
        </pc:spChg>
        <pc:spChg chg="del mod">
          <ac:chgData name="Takeuchi, Koichiro" userId="b3848a05-443b-4434-8fa5-7398ca0c03c9" providerId="ADAL" clId="{80B71E5D-E31E-4962-AC9B-BD35B338D1CC}" dt="2024-05-24T05:55:42.457" v="1380" actId="21"/>
          <ac:spMkLst>
            <pc:docMk/>
            <pc:sldMk cId="4282457053" sldId="2147468665"/>
            <ac:spMk id="12" creationId="{6A4A8812-37B1-F0BD-BD49-4154DACA8C4F}"/>
          </ac:spMkLst>
        </pc:spChg>
        <pc:spChg chg="del mod">
          <ac:chgData name="Takeuchi, Koichiro" userId="b3848a05-443b-4434-8fa5-7398ca0c03c9" providerId="ADAL" clId="{80B71E5D-E31E-4962-AC9B-BD35B338D1CC}" dt="2024-05-24T05:55:42.457" v="1380" actId="21"/>
          <ac:spMkLst>
            <pc:docMk/>
            <pc:sldMk cId="4282457053" sldId="2147468665"/>
            <ac:spMk id="13" creationId="{1C8C0E2D-689C-21FE-5FCB-8BA108BD0DFE}"/>
          </ac:spMkLst>
        </pc:spChg>
        <pc:spChg chg="del mod">
          <ac:chgData name="Takeuchi, Koichiro" userId="b3848a05-443b-4434-8fa5-7398ca0c03c9" providerId="ADAL" clId="{80B71E5D-E31E-4962-AC9B-BD35B338D1CC}" dt="2024-05-24T05:55:42.457" v="1380" actId="21"/>
          <ac:spMkLst>
            <pc:docMk/>
            <pc:sldMk cId="4282457053" sldId="2147468665"/>
            <ac:spMk id="14" creationId="{D4F36721-1DB6-E137-E18C-CB613D6DF681}"/>
          </ac:spMkLst>
        </pc:spChg>
        <pc:spChg chg="del mod">
          <ac:chgData name="Takeuchi, Koichiro" userId="b3848a05-443b-4434-8fa5-7398ca0c03c9" providerId="ADAL" clId="{80B71E5D-E31E-4962-AC9B-BD35B338D1CC}" dt="2024-05-24T05:55:42.457" v="1380" actId="21"/>
          <ac:spMkLst>
            <pc:docMk/>
            <pc:sldMk cId="4282457053" sldId="2147468665"/>
            <ac:spMk id="15" creationId="{518004F4-3FD8-E090-B6C6-BA4E848C28D8}"/>
          </ac:spMkLst>
        </pc:spChg>
        <pc:spChg chg="del mod">
          <ac:chgData name="Takeuchi, Koichiro" userId="b3848a05-443b-4434-8fa5-7398ca0c03c9" providerId="ADAL" clId="{80B71E5D-E31E-4962-AC9B-BD35B338D1CC}" dt="2024-05-24T05:55:42.457" v="1380" actId="21"/>
          <ac:spMkLst>
            <pc:docMk/>
            <pc:sldMk cId="4282457053" sldId="2147468665"/>
            <ac:spMk id="16" creationId="{C8B23490-B722-0FFB-21AC-3B2C7B7E7176}"/>
          </ac:spMkLst>
        </pc:spChg>
        <pc:spChg chg="del mod">
          <ac:chgData name="Takeuchi, Koichiro" userId="b3848a05-443b-4434-8fa5-7398ca0c03c9" providerId="ADAL" clId="{80B71E5D-E31E-4962-AC9B-BD35B338D1CC}" dt="2024-05-24T05:55:42.457" v="1380" actId="21"/>
          <ac:spMkLst>
            <pc:docMk/>
            <pc:sldMk cId="4282457053" sldId="2147468665"/>
            <ac:spMk id="17" creationId="{88F4831D-DB2C-89FB-4D1D-40F7D6BB467A}"/>
          </ac:spMkLst>
        </pc:spChg>
        <pc:spChg chg="del mod">
          <ac:chgData name="Takeuchi, Koichiro" userId="b3848a05-443b-4434-8fa5-7398ca0c03c9" providerId="ADAL" clId="{80B71E5D-E31E-4962-AC9B-BD35B338D1CC}" dt="2024-05-24T05:55:42.457" v="1380" actId="21"/>
          <ac:spMkLst>
            <pc:docMk/>
            <pc:sldMk cId="4282457053" sldId="2147468665"/>
            <ac:spMk id="18" creationId="{FCF160B1-12EF-B303-5F23-FD0D066D81F7}"/>
          </ac:spMkLst>
        </pc:spChg>
        <pc:spChg chg="del mod">
          <ac:chgData name="Takeuchi, Koichiro" userId="b3848a05-443b-4434-8fa5-7398ca0c03c9" providerId="ADAL" clId="{80B71E5D-E31E-4962-AC9B-BD35B338D1CC}" dt="2024-05-24T05:55:42.457" v="1380" actId="21"/>
          <ac:spMkLst>
            <pc:docMk/>
            <pc:sldMk cId="4282457053" sldId="2147468665"/>
            <ac:spMk id="19" creationId="{A23A9E15-1D51-E28F-0E54-2B15CB9A6BEC}"/>
          </ac:spMkLst>
        </pc:spChg>
        <pc:spChg chg="del mod">
          <ac:chgData name="Takeuchi, Koichiro" userId="b3848a05-443b-4434-8fa5-7398ca0c03c9" providerId="ADAL" clId="{80B71E5D-E31E-4962-AC9B-BD35B338D1CC}" dt="2024-05-24T05:55:42.457" v="1380" actId="21"/>
          <ac:spMkLst>
            <pc:docMk/>
            <pc:sldMk cId="4282457053" sldId="2147468665"/>
            <ac:spMk id="20" creationId="{1CF88FD7-8F71-9DEE-5A16-0F6A42CAFD79}"/>
          </ac:spMkLst>
        </pc:spChg>
        <pc:spChg chg="del mod">
          <ac:chgData name="Takeuchi, Koichiro" userId="b3848a05-443b-4434-8fa5-7398ca0c03c9" providerId="ADAL" clId="{80B71E5D-E31E-4962-AC9B-BD35B338D1CC}" dt="2024-05-24T05:55:42.457" v="1380" actId="21"/>
          <ac:spMkLst>
            <pc:docMk/>
            <pc:sldMk cId="4282457053" sldId="2147468665"/>
            <ac:spMk id="21" creationId="{0878F01D-AADB-E3DB-BB0F-5A819E41E950}"/>
          </ac:spMkLst>
        </pc:spChg>
        <pc:spChg chg="del mod">
          <ac:chgData name="Takeuchi, Koichiro" userId="b3848a05-443b-4434-8fa5-7398ca0c03c9" providerId="ADAL" clId="{80B71E5D-E31E-4962-AC9B-BD35B338D1CC}" dt="2024-05-24T05:55:42.457" v="1380" actId="21"/>
          <ac:spMkLst>
            <pc:docMk/>
            <pc:sldMk cId="4282457053" sldId="2147468665"/>
            <ac:spMk id="22" creationId="{9E1684DE-C8F4-6ADD-3958-FB92F3014451}"/>
          </ac:spMkLst>
        </pc:spChg>
        <pc:spChg chg="del mod">
          <ac:chgData name="Takeuchi, Koichiro" userId="b3848a05-443b-4434-8fa5-7398ca0c03c9" providerId="ADAL" clId="{80B71E5D-E31E-4962-AC9B-BD35B338D1CC}" dt="2024-05-24T05:55:42.457" v="1380" actId="21"/>
          <ac:spMkLst>
            <pc:docMk/>
            <pc:sldMk cId="4282457053" sldId="2147468665"/>
            <ac:spMk id="23" creationId="{7247DBF2-81A5-E6C4-C930-255B9BAF55FB}"/>
          </ac:spMkLst>
        </pc:spChg>
        <pc:spChg chg="del mod">
          <ac:chgData name="Takeuchi, Koichiro" userId="b3848a05-443b-4434-8fa5-7398ca0c03c9" providerId="ADAL" clId="{80B71E5D-E31E-4962-AC9B-BD35B338D1CC}" dt="2024-05-24T05:55:42.457" v="1380" actId="21"/>
          <ac:spMkLst>
            <pc:docMk/>
            <pc:sldMk cId="4282457053" sldId="2147468665"/>
            <ac:spMk id="24" creationId="{97634A70-1CF9-157B-54B7-816A21C84762}"/>
          </ac:spMkLst>
        </pc:spChg>
        <pc:spChg chg="del mod">
          <ac:chgData name="Takeuchi, Koichiro" userId="b3848a05-443b-4434-8fa5-7398ca0c03c9" providerId="ADAL" clId="{80B71E5D-E31E-4962-AC9B-BD35B338D1CC}" dt="2024-05-24T05:55:42.457" v="1380" actId="21"/>
          <ac:spMkLst>
            <pc:docMk/>
            <pc:sldMk cId="4282457053" sldId="2147468665"/>
            <ac:spMk id="25" creationId="{AD2DA399-8FD4-0FAC-18CF-997C3E7A0791}"/>
          </ac:spMkLst>
        </pc:spChg>
        <pc:spChg chg="del mod">
          <ac:chgData name="Takeuchi, Koichiro" userId="b3848a05-443b-4434-8fa5-7398ca0c03c9" providerId="ADAL" clId="{80B71E5D-E31E-4962-AC9B-BD35B338D1CC}" dt="2024-05-24T05:55:42.457" v="1380" actId="21"/>
          <ac:spMkLst>
            <pc:docMk/>
            <pc:sldMk cId="4282457053" sldId="2147468665"/>
            <ac:spMk id="26" creationId="{053F7333-1356-F3C6-9F29-D89CE2899878}"/>
          </ac:spMkLst>
        </pc:spChg>
        <pc:spChg chg="del mod">
          <ac:chgData name="Takeuchi, Koichiro" userId="b3848a05-443b-4434-8fa5-7398ca0c03c9" providerId="ADAL" clId="{80B71E5D-E31E-4962-AC9B-BD35B338D1CC}" dt="2024-05-24T05:55:42.457" v="1380" actId="21"/>
          <ac:spMkLst>
            <pc:docMk/>
            <pc:sldMk cId="4282457053" sldId="2147468665"/>
            <ac:spMk id="27" creationId="{7A080E96-D93D-4859-0FD1-EBB230108787}"/>
          </ac:spMkLst>
        </pc:spChg>
        <pc:spChg chg="del mod">
          <ac:chgData name="Takeuchi, Koichiro" userId="b3848a05-443b-4434-8fa5-7398ca0c03c9" providerId="ADAL" clId="{80B71E5D-E31E-4962-AC9B-BD35B338D1CC}" dt="2024-05-24T05:55:42.457" v="1380" actId="21"/>
          <ac:spMkLst>
            <pc:docMk/>
            <pc:sldMk cId="4282457053" sldId="2147468665"/>
            <ac:spMk id="28" creationId="{675468EC-51A2-4559-188A-CF9022513DBF}"/>
          </ac:spMkLst>
        </pc:spChg>
        <pc:spChg chg="del mod">
          <ac:chgData name="Takeuchi, Koichiro" userId="b3848a05-443b-4434-8fa5-7398ca0c03c9" providerId="ADAL" clId="{80B71E5D-E31E-4962-AC9B-BD35B338D1CC}" dt="2024-05-24T05:55:42.457" v="1380" actId="21"/>
          <ac:spMkLst>
            <pc:docMk/>
            <pc:sldMk cId="4282457053" sldId="2147468665"/>
            <ac:spMk id="29" creationId="{A9E9F5AF-D270-EA6D-22AF-96C4656D0198}"/>
          </ac:spMkLst>
        </pc:spChg>
        <pc:spChg chg="del mod">
          <ac:chgData name="Takeuchi, Koichiro" userId="b3848a05-443b-4434-8fa5-7398ca0c03c9" providerId="ADAL" clId="{80B71E5D-E31E-4962-AC9B-BD35B338D1CC}" dt="2024-05-24T05:55:42.457" v="1380" actId="21"/>
          <ac:spMkLst>
            <pc:docMk/>
            <pc:sldMk cId="4282457053" sldId="2147468665"/>
            <ac:spMk id="30" creationId="{C6E87041-B889-A0AC-ABA8-DC0A9BB50715}"/>
          </ac:spMkLst>
        </pc:spChg>
        <pc:spChg chg="del mod">
          <ac:chgData name="Takeuchi, Koichiro" userId="b3848a05-443b-4434-8fa5-7398ca0c03c9" providerId="ADAL" clId="{80B71E5D-E31E-4962-AC9B-BD35B338D1CC}" dt="2024-05-24T05:55:42.457" v="1380" actId="21"/>
          <ac:spMkLst>
            <pc:docMk/>
            <pc:sldMk cId="4282457053" sldId="2147468665"/>
            <ac:spMk id="42" creationId="{C7698BDF-3A69-7234-98E2-04294A0750DB}"/>
          </ac:spMkLst>
        </pc:spChg>
        <pc:spChg chg="del mod">
          <ac:chgData name="Takeuchi, Koichiro" userId="b3848a05-443b-4434-8fa5-7398ca0c03c9" providerId="ADAL" clId="{80B71E5D-E31E-4962-AC9B-BD35B338D1CC}" dt="2024-05-24T05:55:42.457" v="1380" actId="21"/>
          <ac:spMkLst>
            <pc:docMk/>
            <pc:sldMk cId="4282457053" sldId="2147468665"/>
            <ac:spMk id="43" creationId="{D2366050-C432-6509-406D-D36BCA97E51C}"/>
          </ac:spMkLst>
        </pc:spChg>
        <pc:spChg chg="del mod">
          <ac:chgData name="Takeuchi, Koichiro" userId="b3848a05-443b-4434-8fa5-7398ca0c03c9" providerId="ADAL" clId="{80B71E5D-E31E-4962-AC9B-BD35B338D1CC}" dt="2024-05-24T05:55:42.457" v="1380" actId="21"/>
          <ac:spMkLst>
            <pc:docMk/>
            <pc:sldMk cId="4282457053" sldId="2147468665"/>
            <ac:spMk id="44" creationId="{5265DA57-14F4-7B10-3A48-F7350C0D336D}"/>
          </ac:spMkLst>
        </pc:spChg>
        <pc:spChg chg="del mod">
          <ac:chgData name="Takeuchi, Koichiro" userId="b3848a05-443b-4434-8fa5-7398ca0c03c9" providerId="ADAL" clId="{80B71E5D-E31E-4962-AC9B-BD35B338D1CC}" dt="2024-05-24T05:55:42.457" v="1380" actId="21"/>
          <ac:spMkLst>
            <pc:docMk/>
            <pc:sldMk cId="4282457053" sldId="2147468665"/>
            <ac:spMk id="45" creationId="{1FE60BEC-D56F-47D7-B6B1-C91EB9CCDD8E}"/>
          </ac:spMkLst>
        </pc:spChg>
        <pc:spChg chg="del mod">
          <ac:chgData name="Takeuchi, Koichiro" userId="b3848a05-443b-4434-8fa5-7398ca0c03c9" providerId="ADAL" clId="{80B71E5D-E31E-4962-AC9B-BD35B338D1CC}" dt="2024-05-24T05:55:42.457" v="1380" actId="21"/>
          <ac:spMkLst>
            <pc:docMk/>
            <pc:sldMk cId="4282457053" sldId="2147468665"/>
            <ac:spMk id="46" creationId="{E4859F5E-ADFD-65E6-096D-30742CA431F7}"/>
          </ac:spMkLst>
        </pc:spChg>
        <pc:spChg chg="del mod">
          <ac:chgData name="Takeuchi, Koichiro" userId="b3848a05-443b-4434-8fa5-7398ca0c03c9" providerId="ADAL" clId="{80B71E5D-E31E-4962-AC9B-BD35B338D1CC}" dt="2024-05-24T05:55:42.457" v="1380" actId="21"/>
          <ac:spMkLst>
            <pc:docMk/>
            <pc:sldMk cId="4282457053" sldId="2147468665"/>
            <ac:spMk id="47" creationId="{75E06CC7-61E5-90EB-30F7-D1D1D1D1B303}"/>
          </ac:spMkLst>
        </pc:spChg>
        <pc:spChg chg="del mod">
          <ac:chgData name="Takeuchi, Koichiro" userId="b3848a05-443b-4434-8fa5-7398ca0c03c9" providerId="ADAL" clId="{80B71E5D-E31E-4962-AC9B-BD35B338D1CC}" dt="2024-05-24T05:55:42.457" v="1380" actId="21"/>
          <ac:spMkLst>
            <pc:docMk/>
            <pc:sldMk cId="4282457053" sldId="2147468665"/>
            <ac:spMk id="48" creationId="{258286F9-F357-6EFC-EAB8-1F5D605A2071}"/>
          </ac:spMkLst>
        </pc:spChg>
        <pc:spChg chg="del mod">
          <ac:chgData name="Takeuchi, Koichiro" userId="b3848a05-443b-4434-8fa5-7398ca0c03c9" providerId="ADAL" clId="{80B71E5D-E31E-4962-AC9B-BD35B338D1CC}" dt="2024-05-24T05:55:42.457" v="1380" actId="21"/>
          <ac:spMkLst>
            <pc:docMk/>
            <pc:sldMk cId="4282457053" sldId="2147468665"/>
            <ac:spMk id="49" creationId="{C1CA5FAB-3F5B-423D-B391-A46B40798C6C}"/>
          </ac:spMkLst>
        </pc:spChg>
        <pc:spChg chg="del mod">
          <ac:chgData name="Takeuchi, Koichiro" userId="b3848a05-443b-4434-8fa5-7398ca0c03c9" providerId="ADAL" clId="{80B71E5D-E31E-4962-AC9B-BD35B338D1CC}" dt="2024-05-24T05:55:42.457" v="1380" actId="21"/>
          <ac:spMkLst>
            <pc:docMk/>
            <pc:sldMk cId="4282457053" sldId="2147468665"/>
            <ac:spMk id="50" creationId="{73CDAEEE-143A-8AE7-0EF1-49F04C272332}"/>
          </ac:spMkLst>
        </pc:spChg>
        <pc:spChg chg="del mod">
          <ac:chgData name="Takeuchi, Koichiro" userId="b3848a05-443b-4434-8fa5-7398ca0c03c9" providerId="ADAL" clId="{80B71E5D-E31E-4962-AC9B-BD35B338D1CC}" dt="2024-05-24T05:55:42.457" v="1380" actId="21"/>
          <ac:spMkLst>
            <pc:docMk/>
            <pc:sldMk cId="4282457053" sldId="2147468665"/>
            <ac:spMk id="51" creationId="{825DC44C-A81C-B8F2-BC56-53A00E282392}"/>
          </ac:spMkLst>
        </pc:spChg>
        <pc:spChg chg="del mod">
          <ac:chgData name="Takeuchi, Koichiro" userId="b3848a05-443b-4434-8fa5-7398ca0c03c9" providerId="ADAL" clId="{80B71E5D-E31E-4962-AC9B-BD35B338D1CC}" dt="2024-05-24T05:55:42.457" v="1380" actId="21"/>
          <ac:spMkLst>
            <pc:docMk/>
            <pc:sldMk cId="4282457053" sldId="2147468665"/>
            <ac:spMk id="52" creationId="{EE95EBD8-3F02-7A93-49D8-B30A290A445C}"/>
          </ac:spMkLst>
        </pc:spChg>
        <pc:spChg chg="del mod">
          <ac:chgData name="Takeuchi, Koichiro" userId="b3848a05-443b-4434-8fa5-7398ca0c03c9" providerId="ADAL" clId="{80B71E5D-E31E-4962-AC9B-BD35B338D1CC}" dt="2024-05-24T05:55:42.457" v="1380" actId="21"/>
          <ac:spMkLst>
            <pc:docMk/>
            <pc:sldMk cId="4282457053" sldId="2147468665"/>
            <ac:spMk id="53" creationId="{1A348A0C-9F2A-6E08-A848-7E056FD7B7F0}"/>
          </ac:spMkLst>
        </pc:spChg>
        <pc:spChg chg="del mod">
          <ac:chgData name="Takeuchi, Koichiro" userId="b3848a05-443b-4434-8fa5-7398ca0c03c9" providerId="ADAL" clId="{80B71E5D-E31E-4962-AC9B-BD35B338D1CC}" dt="2024-05-24T05:55:42.457" v="1380" actId="21"/>
          <ac:spMkLst>
            <pc:docMk/>
            <pc:sldMk cId="4282457053" sldId="2147468665"/>
            <ac:spMk id="54" creationId="{3218A709-FA2A-959E-F241-6C9A5C4592A2}"/>
          </ac:spMkLst>
        </pc:spChg>
        <pc:spChg chg="del mod">
          <ac:chgData name="Takeuchi, Koichiro" userId="b3848a05-443b-4434-8fa5-7398ca0c03c9" providerId="ADAL" clId="{80B71E5D-E31E-4962-AC9B-BD35B338D1CC}" dt="2024-05-24T05:55:42.457" v="1380" actId="21"/>
          <ac:spMkLst>
            <pc:docMk/>
            <pc:sldMk cId="4282457053" sldId="2147468665"/>
            <ac:spMk id="55" creationId="{6B7E1BC3-BB56-F09B-24DE-C71C0E6F2BF1}"/>
          </ac:spMkLst>
        </pc:spChg>
        <pc:spChg chg="del mod">
          <ac:chgData name="Takeuchi, Koichiro" userId="b3848a05-443b-4434-8fa5-7398ca0c03c9" providerId="ADAL" clId="{80B71E5D-E31E-4962-AC9B-BD35B338D1CC}" dt="2024-05-24T05:55:42.457" v="1380" actId="21"/>
          <ac:spMkLst>
            <pc:docMk/>
            <pc:sldMk cId="4282457053" sldId="2147468665"/>
            <ac:spMk id="56" creationId="{9AD0023F-3A37-EB1E-9EB2-E75086193C25}"/>
          </ac:spMkLst>
        </pc:spChg>
        <pc:spChg chg="del mod">
          <ac:chgData name="Takeuchi, Koichiro" userId="b3848a05-443b-4434-8fa5-7398ca0c03c9" providerId="ADAL" clId="{80B71E5D-E31E-4962-AC9B-BD35B338D1CC}" dt="2024-05-24T05:55:42.457" v="1380" actId="21"/>
          <ac:spMkLst>
            <pc:docMk/>
            <pc:sldMk cId="4282457053" sldId="2147468665"/>
            <ac:spMk id="57" creationId="{DF7B0476-886D-D7CF-D158-5BB860176690}"/>
          </ac:spMkLst>
        </pc:spChg>
        <pc:spChg chg="del mod">
          <ac:chgData name="Takeuchi, Koichiro" userId="b3848a05-443b-4434-8fa5-7398ca0c03c9" providerId="ADAL" clId="{80B71E5D-E31E-4962-AC9B-BD35B338D1CC}" dt="2024-05-24T05:55:42.457" v="1380" actId="21"/>
          <ac:spMkLst>
            <pc:docMk/>
            <pc:sldMk cId="4282457053" sldId="2147468665"/>
            <ac:spMk id="58" creationId="{D60A6D71-0962-019D-1645-680BDAB9C2A4}"/>
          </ac:spMkLst>
        </pc:spChg>
        <pc:spChg chg="del mod">
          <ac:chgData name="Takeuchi, Koichiro" userId="b3848a05-443b-4434-8fa5-7398ca0c03c9" providerId="ADAL" clId="{80B71E5D-E31E-4962-AC9B-BD35B338D1CC}" dt="2024-05-24T05:55:42.457" v="1380" actId="21"/>
          <ac:spMkLst>
            <pc:docMk/>
            <pc:sldMk cId="4282457053" sldId="2147468665"/>
            <ac:spMk id="59" creationId="{EA2FC20D-626C-6318-EE1B-6FBD5FCCE6FC}"/>
          </ac:spMkLst>
        </pc:spChg>
        <pc:spChg chg="del mod">
          <ac:chgData name="Takeuchi, Koichiro" userId="b3848a05-443b-4434-8fa5-7398ca0c03c9" providerId="ADAL" clId="{80B71E5D-E31E-4962-AC9B-BD35B338D1CC}" dt="2024-05-24T05:55:42.457" v="1380" actId="21"/>
          <ac:spMkLst>
            <pc:docMk/>
            <pc:sldMk cId="4282457053" sldId="2147468665"/>
            <ac:spMk id="60" creationId="{6CDD5396-68A4-2694-EF67-D48FE7CFEA8C}"/>
          </ac:spMkLst>
        </pc:spChg>
        <pc:spChg chg="del mod">
          <ac:chgData name="Takeuchi, Koichiro" userId="b3848a05-443b-4434-8fa5-7398ca0c03c9" providerId="ADAL" clId="{80B71E5D-E31E-4962-AC9B-BD35B338D1CC}" dt="2024-05-24T05:55:42.457" v="1380" actId="21"/>
          <ac:spMkLst>
            <pc:docMk/>
            <pc:sldMk cId="4282457053" sldId="2147468665"/>
            <ac:spMk id="61" creationId="{EC54F907-A974-2976-0514-D76DD4D4FC83}"/>
          </ac:spMkLst>
        </pc:spChg>
        <pc:spChg chg="del mod">
          <ac:chgData name="Takeuchi, Koichiro" userId="b3848a05-443b-4434-8fa5-7398ca0c03c9" providerId="ADAL" clId="{80B71E5D-E31E-4962-AC9B-BD35B338D1CC}" dt="2024-05-24T05:55:42.457" v="1380" actId="21"/>
          <ac:spMkLst>
            <pc:docMk/>
            <pc:sldMk cId="4282457053" sldId="2147468665"/>
            <ac:spMk id="62" creationId="{8898DFBF-66A6-232E-F8EF-8BA214D12688}"/>
          </ac:spMkLst>
        </pc:spChg>
        <pc:spChg chg="del mod">
          <ac:chgData name="Takeuchi, Koichiro" userId="b3848a05-443b-4434-8fa5-7398ca0c03c9" providerId="ADAL" clId="{80B71E5D-E31E-4962-AC9B-BD35B338D1CC}" dt="2024-05-24T05:55:42.457" v="1380" actId="21"/>
          <ac:spMkLst>
            <pc:docMk/>
            <pc:sldMk cId="4282457053" sldId="2147468665"/>
            <ac:spMk id="63" creationId="{D301568B-743A-3AB7-3134-8FF0D8F137A6}"/>
          </ac:spMkLst>
        </pc:spChg>
        <pc:spChg chg="del mod">
          <ac:chgData name="Takeuchi, Koichiro" userId="b3848a05-443b-4434-8fa5-7398ca0c03c9" providerId="ADAL" clId="{80B71E5D-E31E-4962-AC9B-BD35B338D1CC}" dt="2024-05-24T05:55:42.457" v="1380" actId="21"/>
          <ac:spMkLst>
            <pc:docMk/>
            <pc:sldMk cId="4282457053" sldId="2147468665"/>
            <ac:spMk id="64" creationId="{F22B1C2C-DFA7-306F-9EEA-41299F175FC0}"/>
          </ac:spMkLst>
        </pc:spChg>
        <pc:spChg chg="del mod">
          <ac:chgData name="Takeuchi, Koichiro" userId="b3848a05-443b-4434-8fa5-7398ca0c03c9" providerId="ADAL" clId="{80B71E5D-E31E-4962-AC9B-BD35B338D1CC}" dt="2024-05-24T05:55:42.457" v="1380" actId="21"/>
          <ac:spMkLst>
            <pc:docMk/>
            <pc:sldMk cId="4282457053" sldId="2147468665"/>
            <ac:spMk id="65" creationId="{75B4FDAD-D3B1-BA5B-6FB6-B2DE7608C503}"/>
          </ac:spMkLst>
        </pc:spChg>
        <pc:spChg chg="del mod">
          <ac:chgData name="Takeuchi, Koichiro" userId="b3848a05-443b-4434-8fa5-7398ca0c03c9" providerId="ADAL" clId="{80B71E5D-E31E-4962-AC9B-BD35B338D1CC}" dt="2024-05-24T05:55:42.457" v="1380" actId="21"/>
          <ac:spMkLst>
            <pc:docMk/>
            <pc:sldMk cId="4282457053" sldId="2147468665"/>
            <ac:spMk id="66" creationId="{DE1B4F1F-A0CA-C542-4405-75DD259EA0AF}"/>
          </ac:spMkLst>
        </pc:spChg>
        <pc:spChg chg="del mod">
          <ac:chgData name="Takeuchi, Koichiro" userId="b3848a05-443b-4434-8fa5-7398ca0c03c9" providerId="ADAL" clId="{80B71E5D-E31E-4962-AC9B-BD35B338D1CC}" dt="2024-05-24T05:55:42.457" v="1380" actId="21"/>
          <ac:spMkLst>
            <pc:docMk/>
            <pc:sldMk cId="4282457053" sldId="2147468665"/>
            <ac:spMk id="67" creationId="{9BD72D6B-A744-874A-C965-E4DA01B35235}"/>
          </ac:spMkLst>
        </pc:spChg>
        <pc:spChg chg="del mod">
          <ac:chgData name="Takeuchi, Koichiro" userId="b3848a05-443b-4434-8fa5-7398ca0c03c9" providerId="ADAL" clId="{80B71E5D-E31E-4962-AC9B-BD35B338D1CC}" dt="2024-05-24T05:55:42.457" v="1380" actId="21"/>
          <ac:spMkLst>
            <pc:docMk/>
            <pc:sldMk cId="4282457053" sldId="2147468665"/>
            <ac:spMk id="68" creationId="{7B0A803F-0B54-5258-75EA-E5D2F2E70F2C}"/>
          </ac:spMkLst>
        </pc:spChg>
        <pc:spChg chg="del mod">
          <ac:chgData name="Takeuchi, Koichiro" userId="b3848a05-443b-4434-8fa5-7398ca0c03c9" providerId="ADAL" clId="{80B71E5D-E31E-4962-AC9B-BD35B338D1CC}" dt="2024-05-24T05:55:42.457" v="1380" actId="21"/>
          <ac:spMkLst>
            <pc:docMk/>
            <pc:sldMk cId="4282457053" sldId="2147468665"/>
            <ac:spMk id="76" creationId="{9788328C-212E-3B40-9748-6F8B1AA45096}"/>
          </ac:spMkLst>
        </pc:spChg>
        <pc:spChg chg="del mod">
          <ac:chgData name="Takeuchi, Koichiro" userId="b3848a05-443b-4434-8fa5-7398ca0c03c9" providerId="ADAL" clId="{80B71E5D-E31E-4962-AC9B-BD35B338D1CC}" dt="2024-05-24T05:55:42.457" v="1380" actId="21"/>
          <ac:spMkLst>
            <pc:docMk/>
            <pc:sldMk cId="4282457053" sldId="2147468665"/>
            <ac:spMk id="77" creationId="{80DC5701-10DC-CC9C-3940-40070209F18D}"/>
          </ac:spMkLst>
        </pc:spChg>
        <pc:spChg chg="del mod">
          <ac:chgData name="Takeuchi, Koichiro" userId="b3848a05-443b-4434-8fa5-7398ca0c03c9" providerId="ADAL" clId="{80B71E5D-E31E-4962-AC9B-BD35B338D1CC}" dt="2024-05-24T05:55:42.457" v="1380" actId="21"/>
          <ac:spMkLst>
            <pc:docMk/>
            <pc:sldMk cId="4282457053" sldId="2147468665"/>
            <ac:spMk id="78" creationId="{4B8696C4-58D3-0004-D902-732D2AEF64E9}"/>
          </ac:spMkLst>
        </pc:spChg>
        <pc:spChg chg="del mod">
          <ac:chgData name="Takeuchi, Koichiro" userId="b3848a05-443b-4434-8fa5-7398ca0c03c9" providerId="ADAL" clId="{80B71E5D-E31E-4962-AC9B-BD35B338D1CC}" dt="2024-05-24T05:55:42.457" v="1380" actId="21"/>
          <ac:spMkLst>
            <pc:docMk/>
            <pc:sldMk cId="4282457053" sldId="2147468665"/>
            <ac:spMk id="79" creationId="{899E7C7A-C909-7420-170D-A3F6CE6C50AD}"/>
          </ac:spMkLst>
        </pc:spChg>
        <pc:spChg chg="del mod">
          <ac:chgData name="Takeuchi, Koichiro" userId="b3848a05-443b-4434-8fa5-7398ca0c03c9" providerId="ADAL" clId="{80B71E5D-E31E-4962-AC9B-BD35B338D1CC}" dt="2024-05-24T05:55:42.457" v="1380" actId="21"/>
          <ac:spMkLst>
            <pc:docMk/>
            <pc:sldMk cId="4282457053" sldId="2147468665"/>
            <ac:spMk id="80" creationId="{3915C366-5336-2E7E-30E1-28DAA9D2AFE0}"/>
          </ac:spMkLst>
        </pc:spChg>
        <pc:spChg chg="del mod">
          <ac:chgData name="Takeuchi, Koichiro" userId="b3848a05-443b-4434-8fa5-7398ca0c03c9" providerId="ADAL" clId="{80B71E5D-E31E-4962-AC9B-BD35B338D1CC}" dt="2024-05-24T05:55:42.457" v="1380" actId="21"/>
          <ac:spMkLst>
            <pc:docMk/>
            <pc:sldMk cId="4282457053" sldId="2147468665"/>
            <ac:spMk id="81" creationId="{C4D3A5A8-7537-6995-273A-1E538EC3BF3A}"/>
          </ac:spMkLst>
        </pc:spChg>
        <pc:spChg chg="del mod">
          <ac:chgData name="Takeuchi, Koichiro" userId="b3848a05-443b-4434-8fa5-7398ca0c03c9" providerId="ADAL" clId="{80B71E5D-E31E-4962-AC9B-BD35B338D1CC}" dt="2024-05-24T05:55:42.457" v="1380" actId="21"/>
          <ac:spMkLst>
            <pc:docMk/>
            <pc:sldMk cId="4282457053" sldId="2147468665"/>
            <ac:spMk id="82" creationId="{D6D1BB4D-AD55-62A5-D57B-A33F802D2401}"/>
          </ac:spMkLst>
        </pc:spChg>
        <pc:spChg chg="del mod">
          <ac:chgData name="Takeuchi, Koichiro" userId="b3848a05-443b-4434-8fa5-7398ca0c03c9" providerId="ADAL" clId="{80B71E5D-E31E-4962-AC9B-BD35B338D1CC}" dt="2024-05-24T05:55:42.457" v="1380" actId="21"/>
          <ac:spMkLst>
            <pc:docMk/>
            <pc:sldMk cId="4282457053" sldId="2147468665"/>
            <ac:spMk id="83" creationId="{EA4EA685-680B-612B-0FD1-983447DE2AF0}"/>
          </ac:spMkLst>
        </pc:spChg>
        <pc:spChg chg="del mod">
          <ac:chgData name="Takeuchi, Koichiro" userId="b3848a05-443b-4434-8fa5-7398ca0c03c9" providerId="ADAL" clId="{80B71E5D-E31E-4962-AC9B-BD35B338D1CC}" dt="2024-05-24T05:55:42.457" v="1380" actId="21"/>
          <ac:spMkLst>
            <pc:docMk/>
            <pc:sldMk cId="4282457053" sldId="2147468665"/>
            <ac:spMk id="84" creationId="{93205C81-2C58-EF7C-8B02-C73395F2EBF3}"/>
          </ac:spMkLst>
        </pc:spChg>
        <pc:spChg chg="del mod">
          <ac:chgData name="Takeuchi, Koichiro" userId="b3848a05-443b-4434-8fa5-7398ca0c03c9" providerId="ADAL" clId="{80B71E5D-E31E-4962-AC9B-BD35B338D1CC}" dt="2024-05-24T05:55:42.457" v="1380" actId="21"/>
          <ac:spMkLst>
            <pc:docMk/>
            <pc:sldMk cId="4282457053" sldId="2147468665"/>
            <ac:spMk id="85" creationId="{F2DE9F7C-32BF-E340-0528-9A38C28B7E20}"/>
          </ac:spMkLst>
        </pc:spChg>
        <pc:spChg chg="del mod">
          <ac:chgData name="Takeuchi, Koichiro" userId="b3848a05-443b-4434-8fa5-7398ca0c03c9" providerId="ADAL" clId="{80B71E5D-E31E-4962-AC9B-BD35B338D1CC}" dt="2024-05-24T05:55:42.457" v="1380" actId="21"/>
          <ac:spMkLst>
            <pc:docMk/>
            <pc:sldMk cId="4282457053" sldId="2147468665"/>
            <ac:spMk id="86" creationId="{7F475499-215C-E35E-C09D-35E719ACB1ED}"/>
          </ac:spMkLst>
        </pc:spChg>
        <pc:spChg chg="del mod">
          <ac:chgData name="Takeuchi, Koichiro" userId="b3848a05-443b-4434-8fa5-7398ca0c03c9" providerId="ADAL" clId="{80B71E5D-E31E-4962-AC9B-BD35B338D1CC}" dt="2024-05-24T05:55:42.457" v="1380" actId="21"/>
          <ac:spMkLst>
            <pc:docMk/>
            <pc:sldMk cId="4282457053" sldId="2147468665"/>
            <ac:spMk id="87" creationId="{DE31E315-DC3B-5D65-04BA-8F070E7FAD1B}"/>
          </ac:spMkLst>
        </pc:spChg>
        <pc:spChg chg="del mod">
          <ac:chgData name="Takeuchi, Koichiro" userId="b3848a05-443b-4434-8fa5-7398ca0c03c9" providerId="ADAL" clId="{80B71E5D-E31E-4962-AC9B-BD35B338D1CC}" dt="2024-05-24T05:55:42.457" v="1380" actId="21"/>
          <ac:spMkLst>
            <pc:docMk/>
            <pc:sldMk cId="4282457053" sldId="2147468665"/>
            <ac:spMk id="88" creationId="{50488E66-EC68-708C-EECD-B4A57B13F32C}"/>
          </ac:spMkLst>
        </pc:spChg>
        <pc:spChg chg="del mod">
          <ac:chgData name="Takeuchi, Koichiro" userId="b3848a05-443b-4434-8fa5-7398ca0c03c9" providerId="ADAL" clId="{80B71E5D-E31E-4962-AC9B-BD35B338D1CC}" dt="2024-05-24T05:55:42.457" v="1380" actId="21"/>
          <ac:spMkLst>
            <pc:docMk/>
            <pc:sldMk cId="4282457053" sldId="2147468665"/>
            <ac:spMk id="89" creationId="{3D36B908-8D4A-52C6-7291-82A56480EE4C}"/>
          </ac:spMkLst>
        </pc:spChg>
        <pc:spChg chg="del mod">
          <ac:chgData name="Takeuchi, Koichiro" userId="b3848a05-443b-4434-8fa5-7398ca0c03c9" providerId="ADAL" clId="{80B71E5D-E31E-4962-AC9B-BD35B338D1CC}" dt="2024-05-24T05:55:42.457" v="1380" actId="21"/>
          <ac:spMkLst>
            <pc:docMk/>
            <pc:sldMk cId="4282457053" sldId="2147468665"/>
            <ac:spMk id="90" creationId="{96A76CB9-18BC-0400-1666-5C6A9AC02300}"/>
          </ac:spMkLst>
        </pc:spChg>
        <pc:spChg chg="del mod">
          <ac:chgData name="Takeuchi, Koichiro" userId="b3848a05-443b-4434-8fa5-7398ca0c03c9" providerId="ADAL" clId="{80B71E5D-E31E-4962-AC9B-BD35B338D1CC}" dt="2024-05-24T05:55:42.457" v="1380" actId="21"/>
          <ac:spMkLst>
            <pc:docMk/>
            <pc:sldMk cId="4282457053" sldId="2147468665"/>
            <ac:spMk id="91" creationId="{885D1170-7172-75F9-07FA-49F5D7F68A1A}"/>
          </ac:spMkLst>
        </pc:spChg>
        <pc:spChg chg="del mod">
          <ac:chgData name="Takeuchi, Koichiro" userId="b3848a05-443b-4434-8fa5-7398ca0c03c9" providerId="ADAL" clId="{80B71E5D-E31E-4962-AC9B-BD35B338D1CC}" dt="2024-05-24T05:55:42.457" v="1380" actId="21"/>
          <ac:spMkLst>
            <pc:docMk/>
            <pc:sldMk cId="4282457053" sldId="2147468665"/>
            <ac:spMk id="92" creationId="{B56EC55B-08F8-E9DA-E59E-9DBBDD1B93D4}"/>
          </ac:spMkLst>
        </pc:spChg>
        <pc:spChg chg="del mod">
          <ac:chgData name="Takeuchi, Koichiro" userId="b3848a05-443b-4434-8fa5-7398ca0c03c9" providerId="ADAL" clId="{80B71E5D-E31E-4962-AC9B-BD35B338D1CC}" dt="2024-05-24T05:55:42.457" v="1380" actId="21"/>
          <ac:spMkLst>
            <pc:docMk/>
            <pc:sldMk cId="4282457053" sldId="2147468665"/>
            <ac:spMk id="93" creationId="{4A72B090-5766-AC6D-924B-5C91AD0C716E}"/>
          </ac:spMkLst>
        </pc:spChg>
        <pc:spChg chg="add mod">
          <ac:chgData name="Takeuchi, Koichiro" userId="b3848a05-443b-4434-8fa5-7398ca0c03c9" providerId="ADAL" clId="{80B71E5D-E31E-4962-AC9B-BD35B338D1CC}" dt="2024-05-24T08:07:09.154" v="6476" actId="14100"/>
          <ac:spMkLst>
            <pc:docMk/>
            <pc:sldMk cId="4282457053" sldId="2147468665"/>
            <ac:spMk id="97" creationId="{40848837-0E64-8A7B-05BA-F3ACE1641505}"/>
          </ac:spMkLst>
        </pc:spChg>
        <pc:grpChg chg="add mod">
          <ac:chgData name="Takeuchi, Koichiro" userId="b3848a05-443b-4434-8fa5-7398ca0c03c9" providerId="ADAL" clId="{80B71E5D-E31E-4962-AC9B-BD35B338D1CC}" dt="2024-05-24T05:55:36.358" v="1376" actId="164"/>
          <ac:grpSpMkLst>
            <pc:docMk/>
            <pc:sldMk cId="4282457053" sldId="2147468665"/>
            <ac:grpSpMk id="69" creationId="{A41B403B-975E-D208-0296-E9DDA643D588}"/>
          </ac:grpSpMkLst>
        </pc:grpChg>
        <pc:picChg chg="add mod">
          <ac:chgData name="Takeuchi, Koichiro" userId="b3848a05-443b-4434-8fa5-7398ca0c03c9" providerId="ADAL" clId="{80B71E5D-E31E-4962-AC9B-BD35B338D1CC}" dt="2024-05-24T05:56:01.479" v="1402" actId="1035"/>
          <ac:picMkLst>
            <pc:docMk/>
            <pc:sldMk cId="4282457053" sldId="2147468665"/>
            <ac:picMk id="72" creationId="{59F3A9F4-CC9A-0D1D-89F0-76EABBEF1C2C}"/>
          </ac:picMkLst>
        </pc:picChg>
        <pc:cxnChg chg="del mod">
          <ac:chgData name="Takeuchi, Koichiro" userId="b3848a05-443b-4434-8fa5-7398ca0c03c9" providerId="ADAL" clId="{80B71E5D-E31E-4962-AC9B-BD35B338D1CC}" dt="2024-05-24T05:55:42.457" v="1380" actId="21"/>
          <ac:cxnSpMkLst>
            <pc:docMk/>
            <pc:sldMk cId="4282457053" sldId="2147468665"/>
            <ac:cxnSpMk id="31" creationId="{257655EE-B43A-1D61-9594-DE0A37B91B6E}"/>
          </ac:cxnSpMkLst>
        </pc:cxnChg>
        <pc:cxnChg chg="del mod">
          <ac:chgData name="Takeuchi, Koichiro" userId="b3848a05-443b-4434-8fa5-7398ca0c03c9" providerId="ADAL" clId="{80B71E5D-E31E-4962-AC9B-BD35B338D1CC}" dt="2024-05-24T05:55:42.457" v="1380" actId="21"/>
          <ac:cxnSpMkLst>
            <pc:docMk/>
            <pc:sldMk cId="4282457053" sldId="2147468665"/>
            <ac:cxnSpMk id="32" creationId="{06F8881A-86BE-6EC1-3D2F-C4A4FB5304F8}"/>
          </ac:cxnSpMkLst>
        </pc:cxnChg>
        <pc:cxnChg chg="del mod">
          <ac:chgData name="Takeuchi, Koichiro" userId="b3848a05-443b-4434-8fa5-7398ca0c03c9" providerId="ADAL" clId="{80B71E5D-E31E-4962-AC9B-BD35B338D1CC}" dt="2024-05-24T05:55:42.457" v="1380" actId="21"/>
          <ac:cxnSpMkLst>
            <pc:docMk/>
            <pc:sldMk cId="4282457053" sldId="2147468665"/>
            <ac:cxnSpMk id="33" creationId="{4402E585-9667-EF7E-3D7C-BAE7CA79C8A8}"/>
          </ac:cxnSpMkLst>
        </pc:cxnChg>
        <pc:cxnChg chg="del mod">
          <ac:chgData name="Takeuchi, Koichiro" userId="b3848a05-443b-4434-8fa5-7398ca0c03c9" providerId="ADAL" clId="{80B71E5D-E31E-4962-AC9B-BD35B338D1CC}" dt="2024-05-24T05:55:42.457" v="1380" actId="21"/>
          <ac:cxnSpMkLst>
            <pc:docMk/>
            <pc:sldMk cId="4282457053" sldId="2147468665"/>
            <ac:cxnSpMk id="34" creationId="{1FCD563D-9ACB-9723-75B6-F95BE9D9B904}"/>
          </ac:cxnSpMkLst>
        </pc:cxnChg>
        <pc:cxnChg chg="del mod">
          <ac:chgData name="Takeuchi, Koichiro" userId="b3848a05-443b-4434-8fa5-7398ca0c03c9" providerId="ADAL" clId="{80B71E5D-E31E-4962-AC9B-BD35B338D1CC}" dt="2024-05-24T05:55:42.457" v="1380" actId="21"/>
          <ac:cxnSpMkLst>
            <pc:docMk/>
            <pc:sldMk cId="4282457053" sldId="2147468665"/>
            <ac:cxnSpMk id="35" creationId="{64587EC1-7EF6-EA4B-7D70-496CBE19F8DC}"/>
          </ac:cxnSpMkLst>
        </pc:cxnChg>
        <pc:cxnChg chg="del mod">
          <ac:chgData name="Takeuchi, Koichiro" userId="b3848a05-443b-4434-8fa5-7398ca0c03c9" providerId="ADAL" clId="{80B71E5D-E31E-4962-AC9B-BD35B338D1CC}" dt="2024-05-24T05:55:42.457" v="1380" actId="21"/>
          <ac:cxnSpMkLst>
            <pc:docMk/>
            <pc:sldMk cId="4282457053" sldId="2147468665"/>
            <ac:cxnSpMk id="36" creationId="{8E65CF46-DF54-4385-015E-F3DDC3642FAC}"/>
          </ac:cxnSpMkLst>
        </pc:cxnChg>
        <pc:cxnChg chg="del mod">
          <ac:chgData name="Takeuchi, Koichiro" userId="b3848a05-443b-4434-8fa5-7398ca0c03c9" providerId="ADAL" clId="{80B71E5D-E31E-4962-AC9B-BD35B338D1CC}" dt="2024-05-24T05:55:42.457" v="1380" actId="21"/>
          <ac:cxnSpMkLst>
            <pc:docMk/>
            <pc:sldMk cId="4282457053" sldId="2147468665"/>
            <ac:cxnSpMk id="37" creationId="{53E89C7B-81B9-C41B-C586-0C50BF66F5B2}"/>
          </ac:cxnSpMkLst>
        </pc:cxnChg>
        <pc:cxnChg chg="del mod">
          <ac:chgData name="Takeuchi, Koichiro" userId="b3848a05-443b-4434-8fa5-7398ca0c03c9" providerId="ADAL" clId="{80B71E5D-E31E-4962-AC9B-BD35B338D1CC}" dt="2024-05-24T05:55:42.457" v="1380" actId="21"/>
          <ac:cxnSpMkLst>
            <pc:docMk/>
            <pc:sldMk cId="4282457053" sldId="2147468665"/>
            <ac:cxnSpMk id="38" creationId="{21A6ED2C-0DFF-909E-611A-E7CF9E4B0057}"/>
          </ac:cxnSpMkLst>
        </pc:cxnChg>
        <pc:cxnChg chg="del mod">
          <ac:chgData name="Takeuchi, Koichiro" userId="b3848a05-443b-4434-8fa5-7398ca0c03c9" providerId="ADAL" clId="{80B71E5D-E31E-4962-AC9B-BD35B338D1CC}" dt="2024-05-24T05:55:42.457" v="1380" actId="21"/>
          <ac:cxnSpMkLst>
            <pc:docMk/>
            <pc:sldMk cId="4282457053" sldId="2147468665"/>
            <ac:cxnSpMk id="39" creationId="{87162EF3-4D03-7E75-1A5F-B2A2C91AE990}"/>
          </ac:cxnSpMkLst>
        </pc:cxnChg>
        <pc:cxnChg chg="del mod">
          <ac:chgData name="Takeuchi, Koichiro" userId="b3848a05-443b-4434-8fa5-7398ca0c03c9" providerId="ADAL" clId="{80B71E5D-E31E-4962-AC9B-BD35B338D1CC}" dt="2024-05-24T05:55:42.457" v="1380" actId="21"/>
          <ac:cxnSpMkLst>
            <pc:docMk/>
            <pc:sldMk cId="4282457053" sldId="2147468665"/>
            <ac:cxnSpMk id="40" creationId="{D66741A2-26C7-E64B-96AD-8515870E1E3B}"/>
          </ac:cxnSpMkLst>
        </pc:cxnChg>
        <pc:cxnChg chg="del mod">
          <ac:chgData name="Takeuchi, Koichiro" userId="b3848a05-443b-4434-8fa5-7398ca0c03c9" providerId="ADAL" clId="{80B71E5D-E31E-4962-AC9B-BD35B338D1CC}" dt="2024-05-24T05:55:42.457" v="1380" actId="21"/>
          <ac:cxnSpMkLst>
            <pc:docMk/>
            <pc:sldMk cId="4282457053" sldId="2147468665"/>
            <ac:cxnSpMk id="41" creationId="{12847905-704D-D17C-71CC-AFCDBD8865B2}"/>
          </ac:cxnSpMkLst>
        </pc:cxnChg>
        <pc:cxnChg chg="del mod">
          <ac:chgData name="Takeuchi, Koichiro" userId="b3848a05-443b-4434-8fa5-7398ca0c03c9" providerId="ADAL" clId="{80B71E5D-E31E-4962-AC9B-BD35B338D1CC}" dt="2024-05-24T05:55:42.457" v="1380" actId="21"/>
          <ac:cxnSpMkLst>
            <pc:docMk/>
            <pc:sldMk cId="4282457053" sldId="2147468665"/>
            <ac:cxnSpMk id="70" creationId="{3E290D9A-B2B9-5954-2730-0A01374259B1}"/>
          </ac:cxnSpMkLst>
        </pc:cxnChg>
        <pc:cxnChg chg="del mod">
          <ac:chgData name="Takeuchi, Koichiro" userId="b3848a05-443b-4434-8fa5-7398ca0c03c9" providerId="ADAL" clId="{80B71E5D-E31E-4962-AC9B-BD35B338D1CC}" dt="2024-05-24T05:55:42.457" v="1380" actId="21"/>
          <ac:cxnSpMkLst>
            <pc:docMk/>
            <pc:sldMk cId="4282457053" sldId="2147468665"/>
            <ac:cxnSpMk id="71" creationId="{1C3E4E0D-425E-A3FB-ED9C-107C95B51B7F}"/>
          </ac:cxnSpMkLst>
        </pc:cxnChg>
        <pc:cxnChg chg="del mod">
          <ac:chgData name="Takeuchi, Koichiro" userId="b3848a05-443b-4434-8fa5-7398ca0c03c9" providerId="ADAL" clId="{80B71E5D-E31E-4962-AC9B-BD35B338D1CC}" dt="2024-05-24T05:55:42.457" v="1380" actId="21"/>
          <ac:cxnSpMkLst>
            <pc:docMk/>
            <pc:sldMk cId="4282457053" sldId="2147468665"/>
            <ac:cxnSpMk id="73" creationId="{F05809C1-038C-6B21-CD2F-92015CD66C45}"/>
          </ac:cxnSpMkLst>
        </pc:cxnChg>
        <pc:cxnChg chg="del mod">
          <ac:chgData name="Takeuchi, Koichiro" userId="b3848a05-443b-4434-8fa5-7398ca0c03c9" providerId="ADAL" clId="{80B71E5D-E31E-4962-AC9B-BD35B338D1CC}" dt="2024-05-24T05:55:42.457" v="1380" actId="21"/>
          <ac:cxnSpMkLst>
            <pc:docMk/>
            <pc:sldMk cId="4282457053" sldId="2147468665"/>
            <ac:cxnSpMk id="74" creationId="{90D82DB4-82E8-CCA4-3BD3-382461A234E0}"/>
          </ac:cxnSpMkLst>
        </pc:cxnChg>
        <pc:cxnChg chg="del mod">
          <ac:chgData name="Takeuchi, Koichiro" userId="b3848a05-443b-4434-8fa5-7398ca0c03c9" providerId="ADAL" clId="{80B71E5D-E31E-4962-AC9B-BD35B338D1CC}" dt="2024-05-24T05:55:42.457" v="1380" actId="21"/>
          <ac:cxnSpMkLst>
            <pc:docMk/>
            <pc:sldMk cId="4282457053" sldId="2147468665"/>
            <ac:cxnSpMk id="75" creationId="{D9499B1A-C77B-B3AF-66CA-FB2C2813C1EB}"/>
          </ac:cxnSpMkLst>
        </pc:cxnChg>
        <pc:cxnChg chg="del mod">
          <ac:chgData name="Takeuchi, Koichiro" userId="b3848a05-443b-4434-8fa5-7398ca0c03c9" providerId="ADAL" clId="{80B71E5D-E31E-4962-AC9B-BD35B338D1CC}" dt="2024-05-24T05:55:42.457" v="1380" actId="21"/>
          <ac:cxnSpMkLst>
            <pc:docMk/>
            <pc:sldMk cId="4282457053" sldId="2147468665"/>
            <ac:cxnSpMk id="94" creationId="{0392AF57-C7D3-6745-D946-226EB3945D6F}"/>
          </ac:cxnSpMkLst>
        </pc:cxnChg>
        <pc:cxnChg chg="del mod">
          <ac:chgData name="Takeuchi, Koichiro" userId="b3848a05-443b-4434-8fa5-7398ca0c03c9" providerId="ADAL" clId="{80B71E5D-E31E-4962-AC9B-BD35B338D1CC}" dt="2024-05-24T05:55:42.457" v="1380" actId="21"/>
          <ac:cxnSpMkLst>
            <pc:docMk/>
            <pc:sldMk cId="4282457053" sldId="2147468665"/>
            <ac:cxnSpMk id="95" creationId="{098648F9-672E-CAA3-7C4F-E8F87E263EDA}"/>
          </ac:cxnSpMkLst>
        </pc:cxnChg>
        <pc:cxnChg chg="del mod">
          <ac:chgData name="Takeuchi, Koichiro" userId="b3848a05-443b-4434-8fa5-7398ca0c03c9" providerId="ADAL" clId="{80B71E5D-E31E-4962-AC9B-BD35B338D1CC}" dt="2024-05-24T05:55:42.457" v="1380" actId="21"/>
          <ac:cxnSpMkLst>
            <pc:docMk/>
            <pc:sldMk cId="4282457053" sldId="2147468665"/>
            <ac:cxnSpMk id="96" creationId="{04E15C7F-B7A7-2FCA-0198-ABA7EBC644EF}"/>
          </ac:cxnSpMkLst>
        </pc:cxnChg>
      </pc:sldChg>
      <pc:sldChg chg="addSp delSp modSp add mod">
        <pc:chgData name="Takeuchi, Koichiro" userId="b3848a05-443b-4434-8fa5-7398ca0c03c9" providerId="ADAL" clId="{80B71E5D-E31E-4962-AC9B-BD35B338D1CC}" dt="2024-05-24T08:09:50.812" v="6689" actId="20577"/>
        <pc:sldMkLst>
          <pc:docMk/>
          <pc:sldMk cId="2527263272" sldId="2147468666"/>
        </pc:sldMkLst>
        <pc:spChg chg="mod">
          <ac:chgData name="Takeuchi, Koichiro" userId="b3848a05-443b-4434-8fa5-7398ca0c03c9" providerId="ADAL" clId="{80B71E5D-E31E-4962-AC9B-BD35B338D1CC}" dt="2024-05-24T06:02:17.871" v="1875" actId="20577"/>
          <ac:spMkLst>
            <pc:docMk/>
            <pc:sldMk cId="2527263272" sldId="2147468666"/>
            <ac:spMk id="2" creationId="{236E8044-5707-32C9-BB39-B5830ACA9388}"/>
          </ac:spMkLst>
        </pc:spChg>
        <pc:spChg chg="del mod">
          <ac:chgData name="Takeuchi, Koichiro" userId="b3848a05-443b-4434-8fa5-7398ca0c03c9" providerId="ADAL" clId="{80B71E5D-E31E-4962-AC9B-BD35B338D1CC}" dt="2024-05-24T06:01:52.439" v="1831" actId="478"/>
          <ac:spMkLst>
            <pc:docMk/>
            <pc:sldMk cId="2527263272" sldId="2147468666"/>
            <ac:spMk id="3" creationId="{6F87811F-22A0-40CB-5137-F9234735B4E4}"/>
          </ac:spMkLst>
        </pc:spChg>
        <pc:spChg chg="mod">
          <ac:chgData name="Takeuchi, Koichiro" userId="b3848a05-443b-4434-8fa5-7398ca0c03c9" providerId="ADAL" clId="{80B71E5D-E31E-4962-AC9B-BD35B338D1CC}" dt="2024-05-24T06:01:57.680" v="1833" actId="20577"/>
          <ac:spMkLst>
            <pc:docMk/>
            <pc:sldMk cId="2527263272" sldId="2147468666"/>
            <ac:spMk id="4" creationId="{4E91C10C-2DEB-B4D7-60F2-3238F2D38E1C}"/>
          </ac:spMkLst>
        </pc:spChg>
        <pc:spChg chg="add del mod">
          <ac:chgData name="Takeuchi, Koichiro" userId="b3848a05-443b-4434-8fa5-7398ca0c03c9" providerId="ADAL" clId="{80B71E5D-E31E-4962-AC9B-BD35B338D1CC}" dt="2024-05-24T06:01:53.866" v="1832" actId="478"/>
          <ac:spMkLst>
            <pc:docMk/>
            <pc:sldMk cId="2527263272" sldId="2147468666"/>
            <ac:spMk id="8" creationId="{50DA2CB8-1010-6AC4-0ABC-9D30F0E68F66}"/>
          </ac:spMkLst>
        </pc:spChg>
        <pc:spChg chg="mod topLvl">
          <ac:chgData name="Takeuchi, Koichiro" userId="b3848a05-443b-4434-8fa5-7398ca0c03c9" providerId="ADAL" clId="{80B71E5D-E31E-4962-AC9B-BD35B338D1CC}" dt="2024-05-24T06:17:29.852" v="2200" actId="165"/>
          <ac:spMkLst>
            <pc:docMk/>
            <pc:sldMk cId="2527263272" sldId="2147468666"/>
            <ac:spMk id="10" creationId="{323D3BDA-BF28-901F-742C-FBF549B8704E}"/>
          </ac:spMkLst>
        </pc:spChg>
        <pc:spChg chg="mod topLvl">
          <ac:chgData name="Takeuchi, Koichiro" userId="b3848a05-443b-4434-8fa5-7398ca0c03c9" providerId="ADAL" clId="{80B71E5D-E31E-4962-AC9B-BD35B338D1CC}" dt="2024-05-24T06:17:29.852" v="2200" actId="165"/>
          <ac:spMkLst>
            <pc:docMk/>
            <pc:sldMk cId="2527263272" sldId="2147468666"/>
            <ac:spMk id="13" creationId="{910ED96D-178E-A34E-6B60-9E38CC426EB7}"/>
          </ac:spMkLst>
        </pc:spChg>
        <pc:spChg chg="mod topLvl">
          <ac:chgData name="Takeuchi, Koichiro" userId="b3848a05-443b-4434-8fa5-7398ca0c03c9" providerId="ADAL" clId="{80B71E5D-E31E-4962-AC9B-BD35B338D1CC}" dt="2024-05-24T06:17:29.852" v="2200" actId="165"/>
          <ac:spMkLst>
            <pc:docMk/>
            <pc:sldMk cId="2527263272" sldId="2147468666"/>
            <ac:spMk id="14" creationId="{E8CD5F10-53A7-7761-AF31-804F3479D52F}"/>
          </ac:spMkLst>
        </pc:spChg>
        <pc:spChg chg="mod topLvl">
          <ac:chgData name="Takeuchi, Koichiro" userId="b3848a05-443b-4434-8fa5-7398ca0c03c9" providerId="ADAL" clId="{80B71E5D-E31E-4962-AC9B-BD35B338D1CC}" dt="2024-05-24T06:17:29.852" v="2200" actId="165"/>
          <ac:spMkLst>
            <pc:docMk/>
            <pc:sldMk cId="2527263272" sldId="2147468666"/>
            <ac:spMk id="16" creationId="{0502AA91-953F-C140-F6D0-6BB99F16DD0E}"/>
          </ac:spMkLst>
        </pc:spChg>
        <pc:spChg chg="mod topLvl">
          <ac:chgData name="Takeuchi, Koichiro" userId="b3848a05-443b-4434-8fa5-7398ca0c03c9" providerId="ADAL" clId="{80B71E5D-E31E-4962-AC9B-BD35B338D1CC}" dt="2024-05-24T06:17:44.652" v="2202" actId="14100"/>
          <ac:spMkLst>
            <pc:docMk/>
            <pc:sldMk cId="2527263272" sldId="2147468666"/>
            <ac:spMk id="17" creationId="{8EF0D11B-0890-9058-62CE-A8812F454538}"/>
          </ac:spMkLst>
        </pc:spChg>
        <pc:spChg chg="mod topLvl">
          <ac:chgData name="Takeuchi, Koichiro" userId="b3848a05-443b-4434-8fa5-7398ca0c03c9" providerId="ADAL" clId="{80B71E5D-E31E-4962-AC9B-BD35B338D1CC}" dt="2024-05-24T06:17:29.852" v="2200" actId="165"/>
          <ac:spMkLst>
            <pc:docMk/>
            <pc:sldMk cId="2527263272" sldId="2147468666"/>
            <ac:spMk id="18" creationId="{363249E5-2C78-6531-DAD6-1A03C32B859A}"/>
          </ac:spMkLst>
        </pc:spChg>
        <pc:spChg chg="mod topLvl">
          <ac:chgData name="Takeuchi, Koichiro" userId="b3848a05-443b-4434-8fa5-7398ca0c03c9" providerId="ADAL" clId="{80B71E5D-E31E-4962-AC9B-BD35B338D1CC}" dt="2024-05-24T06:17:29.852" v="2200" actId="165"/>
          <ac:spMkLst>
            <pc:docMk/>
            <pc:sldMk cId="2527263272" sldId="2147468666"/>
            <ac:spMk id="19" creationId="{FA71985F-EB5B-D99E-382F-2EB06D0EAB65}"/>
          </ac:spMkLst>
        </pc:spChg>
        <pc:spChg chg="mod topLvl">
          <ac:chgData name="Takeuchi, Koichiro" userId="b3848a05-443b-4434-8fa5-7398ca0c03c9" providerId="ADAL" clId="{80B71E5D-E31E-4962-AC9B-BD35B338D1CC}" dt="2024-05-24T06:17:44.652" v="2202" actId="14100"/>
          <ac:spMkLst>
            <pc:docMk/>
            <pc:sldMk cId="2527263272" sldId="2147468666"/>
            <ac:spMk id="20" creationId="{380603E1-61E7-EF41-AF1E-4DD835F53129}"/>
          </ac:spMkLst>
        </pc:spChg>
        <pc:spChg chg="mod topLvl">
          <ac:chgData name="Takeuchi, Koichiro" userId="b3848a05-443b-4434-8fa5-7398ca0c03c9" providerId="ADAL" clId="{80B71E5D-E31E-4962-AC9B-BD35B338D1CC}" dt="2024-05-24T06:17:29.852" v="2200" actId="165"/>
          <ac:spMkLst>
            <pc:docMk/>
            <pc:sldMk cId="2527263272" sldId="2147468666"/>
            <ac:spMk id="21" creationId="{139C03A6-1061-F6C0-B147-60842D2F8867}"/>
          </ac:spMkLst>
        </pc:spChg>
        <pc:spChg chg="mod topLvl">
          <ac:chgData name="Takeuchi, Koichiro" userId="b3848a05-443b-4434-8fa5-7398ca0c03c9" providerId="ADAL" clId="{80B71E5D-E31E-4962-AC9B-BD35B338D1CC}" dt="2024-05-24T06:17:29.852" v="2200" actId="165"/>
          <ac:spMkLst>
            <pc:docMk/>
            <pc:sldMk cId="2527263272" sldId="2147468666"/>
            <ac:spMk id="22" creationId="{48A2CADB-6BBF-0385-A4A1-BF9ECECC2C18}"/>
          </ac:spMkLst>
        </pc:spChg>
        <pc:spChg chg="mod topLvl">
          <ac:chgData name="Takeuchi, Koichiro" userId="b3848a05-443b-4434-8fa5-7398ca0c03c9" providerId="ADAL" clId="{80B71E5D-E31E-4962-AC9B-BD35B338D1CC}" dt="2024-05-24T06:17:44.652" v="2202" actId="14100"/>
          <ac:spMkLst>
            <pc:docMk/>
            <pc:sldMk cId="2527263272" sldId="2147468666"/>
            <ac:spMk id="23" creationId="{3C1ACD38-BE81-7D01-E630-7A3B3147D7EE}"/>
          </ac:spMkLst>
        </pc:spChg>
        <pc:spChg chg="mod topLvl">
          <ac:chgData name="Takeuchi, Koichiro" userId="b3848a05-443b-4434-8fa5-7398ca0c03c9" providerId="ADAL" clId="{80B71E5D-E31E-4962-AC9B-BD35B338D1CC}" dt="2024-05-24T06:17:29.852" v="2200" actId="165"/>
          <ac:spMkLst>
            <pc:docMk/>
            <pc:sldMk cId="2527263272" sldId="2147468666"/>
            <ac:spMk id="25" creationId="{38B897C0-285E-30F4-D00F-E23BF496C239}"/>
          </ac:spMkLst>
        </pc:spChg>
        <pc:spChg chg="mod topLvl">
          <ac:chgData name="Takeuchi, Koichiro" userId="b3848a05-443b-4434-8fa5-7398ca0c03c9" providerId="ADAL" clId="{80B71E5D-E31E-4962-AC9B-BD35B338D1CC}" dt="2024-05-24T06:17:29.852" v="2200" actId="165"/>
          <ac:spMkLst>
            <pc:docMk/>
            <pc:sldMk cId="2527263272" sldId="2147468666"/>
            <ac:spMk id="26" creationId="{16F44BC7-EC18-C359-F1A2-39EC883BEF5F}"/>
          </ac:spMkLst>
        </pc:spChg>
        <pc:spChg chg="mod topLvl">
          <ac:chgData name="Takeuchi, Koichiro" userId="b3848a05-443b-4434-8fa5-7398ca0c03c9" providerId="ADAL" clId="{80B71E5D-E31E-4962-AC9B-BD35B338D1CC}" dt="2024-05-24T06:17:44.652" v="2202" actId="14100"/>
          <ac:spMkLst>
            <pc:docMk/>
            <pc:sldMk cId="2527263272" sldId="2147468666"/>
            <ac:spMk id="27" creationId="{B2210B99-C7BE-F9E8-100B-E11B7F137C4A}"/>
          </ac:spMkLst>
        </pc:spChg>
        <pc:spChg chg="mod topLvl">
          <ac:chgData name="Takeuchi, Koichiro" userId="b3848a05-443b-4434-8fa5-7398ca0c03c9" providerId="ADAL" clId="{80B71E5D-E31E-4962-AC9B-BD35B338D1CC}" dt="2024-05-24T06:17:29.852" v="2200" actId="165"/>
          <ac:spMkLst>
            <pc:docMk/>
            <pc:sldMk cId="2527263272" sldId="2147468666"/>
            <ac:spMk id="28" creationId="{EC614AC3-DC47-054C-460B-621BC6EAAA36}"/>
          </ac:spMkLst>
        </pc:spChg>
        <pc:spChg chg="mod topLvl">
          <ac:chgData name="Takeuchi, Koichiro" userId="b3848a05-443b-4434-8fa5-7398ca0c03c9" providerId="ADAL" clId="{80B71E5D-E31E-4962-AC9B-BD35B338D1CC}" dt="2024-05-24T06:17:29.852" v="2200" actId="165"/>
          <ac:spMkLst>
            <pc:docMk/>
            <pc:sldMk cId="2527263272" sldId="2147468666"/>
            <ac:spMk id="30" creationId="{F09AFCB1-EC62-7B16-1F49-CEB9F00D2B01}"/>
          </ac:spMkLst>
        </pc:spChg>
        <pc:spChg chg="mod topLvl">
          <ac:chgData name="Takeuchi, Koichiro" userId="b3848a05-443b-4434-8fa5-7398ca0c03c9" providerId="ADAL" clId="{80B71E5D-E31E-4962-AC9B-BD35B338D1CC}" dt="2024-05-24T06:17:29.852" v="2200" actId="165"/>
          <ac:spMkLst>
            <pc:docMk/>
            <pc:sldMk cId="2527263272" sldId="2147468666"/>
            <ac:spMk id="31" creationId="{028C2C5D-1165-DCF4-6517-E116DD503DF0}"/>
          </ac:spMkLst>
        </pc:spChg>
        <pc:spChg chg="mod topLvl">
          <ac:chgData name="Takeuchi, Koichiro" userId="b3848a05-443b-4434-8fa5-7398ca0c03c9" providerId="ADAL" clId="{80B71E5D-E31E-4962-AC9B-BD35B338D1CC}" dt="2024-05-24T06:17:44.652" v="2202" actId="14100"/>
          <ac:spMkLst>
            <pc:docMk/>
            <pc:sldMk cId="2527263272" sldId="2147468666"/>
            <ac:spMk id="32" creationId="{254EDC6B-DCFB-5BEF-0F23-EB5C5993E33C}"/>
          </ac:spMkLst>
        </pc:spChg>
        <pc:spChg chg="mod topLvl">
          <ac:chgData name="Takeuchi, Koichiro" userId="b3848a05-443b-4434-8fa5-7398ca0c03c9" providerId="ADAL" clId="{80B71E5D-E31E-4962-AC9B-BD35B338D1CC}" dt="2024-05-24T06:17:29.852" v="2200" actId="165"/>
          <ac:spMkLst>
            <pc:docMk/>
            <pc:sldMk cId="2527263272" sldId="2147468666"/>
            <ac:spMk id="33" creationId="{C66FA1CB-27BD-2CF7-5FF3-51E5FCE9D52C}"/>
          </ac:spMkLst>
        </pc:spChg>
        <pc:spChg chg="mod topLvl">
          <ac:chgData name="Takeuchi, Koichiro" userId="b3848a05-443b-4434-8fa5-7398ca0c03c9" providerId="ADAL" clId="{80B71E5D-E31E-4962-AC9B-BD35B338D1CC}" dt="2024-05-24T06:17:29.852" v="2200" actId="165"/>
          <ac:spMkLst>
            <pc:docMk/>
            <pc:sldMk cId="2527263272" sldId="2147468666"/>
            <ac:spMk id="34" creationId="{1B050EFD-01B6-28DF-4409-5BEAB05C95DE}"/>
          </ac:spMkLst>
        </pc:spChg>
        <pc:spChg chg="mod topLvl">
          <ac:chgData name="Takeuchi, Koichiro" userId="b3848a05-443b-4434-8fa5-7398ca0c03c9" providerId="ADAL" clId="{80B71E5D-E31E-4962-AC9B-BD35B338D1CC}" dt="2024-05-24T06:17:44.652" v="2202" actId="14100"/>
          <ac:spMkLst>
            <pc:docMk/>
            <pc:sldMk cId="2527263272" sldId="2147468666"/>
            <ac:spMk id="35" creationId="{0F7DBB46-EA9C-B08A-F026-25EA62D1B77F}"/>
          </ac:spMkLst>
        </pc:spChg>
        <pc:spChg chg="mod topLvl">
          <ac:chgData name="Takeuchi, Koichiro" userId="b3848a05-443b-4434-8fa5-7398ca0c03c9" providerId="ADAL" clId="{80B71E5D-E31E-4962-AC9B-BD35B338D1CC}" dt="2024-05-24T06:17:29.852" v="2200" actId="165"/>
          <ac:spMkLst>
            <pc:docMk/>
            <pc:sldMk cId="2527263272" sldId="2147468666"/>
            <ac:spMk id="37" creationId="{2586F8B0-204E-EC53-F8DA-1F984BABB5EB}"/>
          </ac:spMkLst>
        </pc:spChg>
        <pc:spChg chg="mod topLvl">
          <ac:chgData name="Takeuchi, Koichiro" userId="b3848a05-443b-4434-8fa5-7398ca0c03c9" providerId="ADAL" clId="{80B71E5D-E31E-4962-AC9B-BD35B338D1CC}" dt="2024-05-24T06:17:29.852" v="2200" actId="165"/>
          <ac:spMkLst>
            <pc:docMk/>
            <pc:sldMk cId="2527263272" sldId="2147468666"/>
            <ac:spMk id="38" creationId="{3AA96BFD-2B01-B293-9E61-7BE96BA899E9}"/>
          </ac:spMkLst>
        </pc:spChg>
        <pc:spChg chg="mod topLvl">
          <ac:chgData name="Takeuchi, Koichiro" userId="b3848a05-443b-4434-8fa5-7398ca0c03c9" providerId="ADAL" clId="{80B71E5D-E31E-4962-AC9B-BD35B338D1CC}" dt="2024-05-24T06:17:44.652" v="2202" actId="14100"/>
          <ac:spMkLst>
            <pc:docMk/>
            <pc:sldMk cId="2527263272" sldId="2147468666"/>
            <ac:spMk id="39" creationId="{E9C70FC2-5122-E780-5CAC-8798F704128C}"/>
          </ac:spMkLst>
        </pc:spChg>
        <pc:spChg chg="mod topLvl">
          <ac:chgData name="Takeuchi, Koichiro" userId="b3848a05-443b-4434-8fa5-7398ca0c03c9" providerId="ADAL" clId="{80B71E5D-E31E-4962-AC9B-BD35B338D1CC}" dt="2024-05-24T06:17:29.852" v="2200" actId="165"/>
          <ac:spMkLst>
            <pc:docMk/>
            <pc:sldMk cId="2527263272" sldId="2147468666"/>
            <ac:spMk id="40" creationId="{FDC0D1B2-1D9F-0649-61FF-CC5B8F7BFBD8}"/>
          </ac:spMkLst>
        </pc:spChg>
        <pc:spChg chg="mod topLvl">
          <ac:chgData name="Takeuchi, Koichiro" userId="b3848a05-443b-4434-8fa5-7398ca0c03c9" providerId="ADAL" clId="{80B71E5D-E31E-4962-AC9B-BD35B338D1CC}" dt="2024-05-24T06:17:29.852" v="2200" actId="165"/>
          <ac:spMkLst>
            <pc:docMk/>
            <pc:sldMk cId="2527263272" sldId="2147468666"/>
            <ac:spMk id="41" creationId="{5BA47FC5-B071-389B-A376-57FEC6238053}"/>
          </ac:spMkLst>
        </pc:spChg>
        <pc:spChg chg="mod topLvl">
          <ac:chgData name="Takeuchi, Koichiro" userId="b3848a05-443b-4434-8fa5-7398ca0c03c9" providerId="ADAL" clId="{80B71E5D-E31E-4962-AC9B-BD35B338D1CC}" dt="2024-05-24T06:17:44.652" v="2202" actId="14100"/>
          <ac:spMkLst>
            <pc:docMk/>
            <pc:sldMk cId="2527263272" sldId="2147468666"/>
            <ac:spMk id="42" creationId="{48C0BF13-F577-26BC-6C71-85BA57170571}"/>
          </ac:spMkLst>
        </pc:spChg>
        <pc:spChg chg="mod topLvl">
          <ac:chgData name="Takeuchi, Koichiro" userId="b3848a05-443b-4434-8fa5-7398ca0c03c9" providerId="ADAL" clId="{80B71E5D-E31E-4962-AC9B-BD35B338D1CC}" dt="2024-05-24T06:17:29.852" v="2200" actId="165"/>
          <ac:spMkLst>
            <pc:docMk/>
            <pc:sldMk cId="2527263272" sldId="2147468666"/>
            <ac:spMk id="44" creationId="{CBB9DC7A-0F54-2579-6D0C-D2BB0C83F7E0}"/>
          </ac:spMkLst>
        </pc:spChg>
        <pc:spChg chg="add mod">
          <ac:chgData name="Takeuchi, Koichiro" userId="b3848a05-443b-4434-8fa5-7398ca0c03c9" providerId="ADAL" clId="{80B71E5D-E31E-4962-AC9B-BD35B338D1CC}" dt="2024-05-24T06:17:55.936" v="2207" actId="14100"/>
          <ac:spMkLst>
            <pc:docMk/>
            <pc:sldMk cId="2527263272" sldId="2147468666"/>
            <ac:spMk id="46" creationId="{D3103A18-206A-4289-84A8-13CDEF6C4FE7}"/>
          </ac:spMkLst>
        </pc:spChg>
        <pc:spChg chg="add mod">
          <ac:chgData name="Takeuchi, Koichiro" userId="b3848a05-443b-4434-8fa5-7398ca0c03c9" providerId="ADAL" clId="{80B71E5D-E31E-4962-AC9B-BD35B338D1CC}" dt="2024-05-24T08:09:50.812" v="6689" actId="20577"/>
          <ac:spMkLst>
            <pc:docMk/>
            <pc:sldMk cId="2527263272" sldId="2147468666"/>
            <ac:spMk id="52" creationId="{8F380167-8699-09CD-1238-FA1D13B1CDF1}"/>
          </ac:spMkLst>
        </pc:spChg>
        <pc:spChg chg="del">
          <ac:chgData name="Takeuchi, Koichiro" userId="b3848a05-443b-4434-8fa5-7398ca0c03c9" providerId="ADAL" clId="{80B71E5D-E31E-4962-AC9B-BD35B338D1CC}" dt="2024-05-24T06:04:37.621" v="1920" actId="478"/>
          <ac:spMkLst>
            <pc:docMk/>
            <pc:sldMk cId="2527263272" sldId="2147468666"/>
            <ac:spMk id="97" creationId="{40848837-0E64-8A7B-05BA-F3ACE1641505}"/>
          </ac:spMkLst>
        </pc:spChg>
        <pc:grpChg chg="add del mod">
          <ac:chgData name="Takeuchi, Koichiro" userId="b3848a05-443b-4434-8fa5-7398ca0c03c9" providerId="ADAL" clId="{80B71E5D-E31E-4962-AC9B-BD35B338D1CC}" dt="2024-05-24T06:02:59.115" v="1880" actId="165"/>
          <ac:grpSpMkLst>
            <pc:docMk/>
            <pc:sldMk cId="2527263272" sldId="2147468666"/>
            <ac:grpSpMk id="9" creationId="{F47C0EE4-1E64-2930-1C59-FD99D1DCCBE6}"/>
          </ac:grpSpMkLst>
        </pc:grpChg>
        <pc:grpChg chg="add del mod">
          <ac:chgData name="Takeuchi, Koichiro" userId="b3848a05-443b-4434-8fa5-7398ca0c03c9" providerId="ADAL" clId="{80B71E5D-E31E-4962-AC9B-BD35B338D1CC}" dt="2024-05-24T06:17:29.852" v="2200" actId="165"/>
          <ac:grpSpMkLst>
            <pc:docMk/>
            <pc:sldMk cId="2527263272" sldId="2147468666"/>
            <ac:grpSpMk id="45" creationId="{123FD2B4-5E5F-1091-F770-2F36DD33986C}"/>
          </ac:grpSpMkLst>
        </pc:grpChg>
        <pc:picChg chg="del">
          <ac:chgData name="Takeuchi, Koichiro" userId="b3848a05-443b-4434-8fa5-7398ca0c03c9" providerId="ADAL" clId="{80B71E5D-E31E-4962-AC9B-BD35B338D1CC}" dt="2024-05-24T06:02:36.429" v="1876" actId="478"/>
          <ac:picMkLst>
            <pc:docMk/>
            <pc:sldMk cId="2527263272" sldId="2147468666"/>
            <ac:picMk id="72" creationId="{59F3A9F4-CC9A-0D1D-89F0-76EABBEF1C2C}"/>
          </ac:picMkLst>
        </pc:picChg>
        <pc:cxnChg chg="mod topLvl">
          <ac:chgData name="Takeuchi, Koichiro" userId="b3848a05-443b-4434-8fa5-7398ca0c03c9" providerId="ADAL" clId="{80B71E5D-E31E-4962-AC9B-BD35B338D1CC}" dt="2024-05-24T06:17:29.852" v="2200" actId="165"/>
          <ac:cxnSpMkLst>
            <pc:docMk/>
            <pc:sldMk cId="2527263272" sldId="2147468666"/>
            <ac:cxnSpMk id="11" creationId="{4F4BB0BF-72E3-45F7-E6E6-783B962AEEFF}"/>
          </ac:cxnSpMkLst>
        </pc:cxnChg>
        <pc:cxnChg chg="mod topLvl">
          <ac:chgData name="Takeuchi, Koichiro" userId="b3848a05-443b-4434-8fa5-7398ca0c03c9" providerId="ADAL" clId="{80B71E5D-E31E-4962-AC9B-BD35B338D1CC}" dt="2024-05-24T06:17:29.852" v="2200" actId="165"/>
          <ac:cxnSpMkLst>
            <pc:docMk/>
            <pc:sldMk cId="2527263272" sldId="2147468666"/>
            <ac:cxnSpMk id="12" creationId="{C07D9A7F-23E5-1DA7-122D-19FD35E4B030}"/>
          </ac:cxnSpMkLst>
        </pc:cxnChg>
        <pc:cxnChg chg="mod topLvl">
          <ac:chgData name="Takeuchi, Koichiro" userId="b3848a05-443b-4434-8fa5-7398ca0c03c9" providerId="ADAL" clId="{80B71E5D-E31E-4962-AC9B-BD35B338D1CC}" dt="2024-05-24T06:17:29.852" v="2200" actId="165"/>
          <ac:cxnSpMkLst>
            <pc:docMk/>
            <pc:sldMk cId="2527263272" sldId="2147468666"/>
            <ac:cxnSpMk id="15" creationId="{872163CA-D49B-FD15-BA8A-238923FE09C3}"/>
          </ac:cxnSpMkLst>
        </pc:cxnChg>
        <pc:cxnChg chg="mod topLvl">
          <ac:chgData name="Takeuchi, Koichiro" userId="b3848a05-443b-4434-8fa5-7398ca0c03c9" providerId="ADAL" clId="{80B71E5D-E31E-4962-AC9B-BD35B338D1CC}" dt="2024-05-24T06:17:29.852" v="2200" actId="165"/>
          <ac:cxnSpMkLst>
            <pc:docMk/>
            <pc:sldMk cId="2527263272" sldId="2147468666"/>
            <ac:cxnSpMk id="24" creationId="{87A58494-82EF-A619-2BFB-1CE9F315302B}"/>
          </ac:cxnSpMkLst>
        </pc:cxnChg>
        <pc:cxnChg chg="mod topLvl">
          <ac:chgData name="Takeuchi, Koichiro" userId="b3848a05-443b-4434-8fa5-7398ca0c03c9" providerId="ADAL" clId="{80B71E5D-E31E-4962-AC9B-BD35B338D1CC}" dt="2024-05-24T06:17:29.852" v="2200" actId="165"/>
          <ac:cxnSpMkLst>
            <pc:docMk/>
            <pc:sldMk cId="2527263272" sldId="2147468666"/>
            <ac:cxnSpMk id="29" creationId="{F3CEE4BF-EE4D-21FF-CC46-5978847A355D}"/>
          </ac:cxnSpMkLst>
        </pc:cxnChg>
        <pc:cxnChg chg="mod topLvl">
          <ac:chgData name="Takeuchi, Koichiro" userId="b3848a05-443b-4434-8fa5-7398ca0c03c9" providerId="ADAL" clId="{80B71E5D-E31E-4962-AC9B-BD35B338D1CC}" dt="2024-05-24T06:17:29.852" v="2200" actId="165"/>
          <ac:cxnSpMkLst>
            <pc:docMk/>
            <pc:sldMk cId="2527263272" sldId="2147468666"/>
            <ac:cxnSpMk id="36" creationId="{4F0D06E7-015F-ED49-3DE0-BDAAC700187E}"/>
          </ac:cxnSpMkLst>
        </pc:cxnChg>
        <pc:cxnChg chg="mod topLvl">
          <ac:chgData name="Takeuchi, Koichiro" userId="b3848a05-443b-4434-8fa5-7398ca0c03c9" providerId="ADAL" clId="{80B71E5D-E31E-4962-AC9B-BD35B338D1CC}" dt="2024-05-24T06:17:29.852" v="2200" actId="165"/>
          <ac:cxnSpMkLst>
            <pc:docMk/>
            <pc:sldMk cId="2527263272" sldId="2147468666"/>
            <ac:cxnSpMk id="43" creationId="{8EC83E14-3DF9-798B-6EED-FA4C182D474E}"/>
          </ac:cxnSpMkLst>
        </pc:cxnChg>
        <pc:cxnChg chg="add mod">
          <ac:chgData name="Takeuchi, Koichiro" userId="b3848a05-443b-4434-8fa5-7398ca0c03c9" providerId="ADAL" clId="{80B71E5D-E31E-4962-AC9B-BD35B338D1CC}" dt="2024-05-24T06:17:55.936" v="2207" actId="14100"/>
          <ac:cxnSpMkLst>
            <pc:docMk/>
            <pc:sldMk cId="2527263272" sldId="2147468666"/>
            <ac:cxnSpMk id="48" creationId="{BBD3DAB4-EA8A-FD82-1F0D-BCC69E09B198}"/>
          </ac:cxnSpMkLst>
        </pc:cxnChg>
      </pc:sldChg>
      <pc:sldChg chg="addSp delSp modSp add mod">
        <pc:chgData name="Takeuchi, Koichiro" userId="b3848a05-443b-4434-8fa5-7398ca0c03c9" providerId="ADAL" clId="{80B71E5D-E31E-4962-AC9B-BD35B338D1CC}" dt="2024-05-24T07:27:04.936" v="5517" actId="20577"/>
        <pc:sldMkLst>
          <pc:docMk/>
          <pc:sldMk cId="30035279" sldId="2147468667"/>
        </pc:sldMkLst>
        <pc:spChg chg="mod">
          <ac:chgData name="Takeuchi, Koichiro" userId="b3848a05-443b-4434-8fa5-7398ca0c03c9" providerId="ADAL" clId="{80B71E5D-E31E-4962-AC9B-BD35B338D1CC}" dt="2024-05-24T07:27:04.936" v="5517" actId="20577"/>
          <ac:spMkLst>
            <pc:docMk/>
            <pc:sldMk cId="30035279" sldId="2147468667"/>
            <ac:spMk id="2" creationId="{236E8044-5707-32C9-BB39-B5830ACA9388}"/>
          </ac:spMkLst>
        </pc:spChg>
        <pc:spChg chg="mod">
          <ac:chgData name="Takeuchi, Koichiro" userId="b3848a05-443b-4434-8fa5-7398ca0c03c9" providerId="ADAL" clId="{80B71E5D-E31E-4962-AC9B-BD35B338D1CC}" dt="2024-05-24T06:23:32.557" v="2297"/>
          <ac:spMkLst>
            <pc:docMk/>
            <pc:sldMk cId="30035279" sldId="2147468667"/>
            <ac:spMk id="3" creationId="{6F87811F-22A0-40CB-5137-F9234735B4E4}"/>
          </ac:spMkLst>
        </pc:spChg>
        <pc:spChg chg="mod">
          <ac:chgData name="Takeuchi, Koichiro" userId="b3848a05-443b-4434-8fa5-7398ca0c03c9" providerId="ADAL" clId="{80B71E5D-E31E-4962-AC9B-BD35B338D1CC}" dt="2024-05-24T06:59:14.823" v="4043" actId="20577"/>
          <ac:spMkLst>
            <pc:docMk/>
            <pc:sldMk cId="30035279" sldId="2147468667"/>
            <ac:spMk id="4" creationId="{4E91C10C-2DEB-B4D7-60F2-3238F2D38E1C}"/>
          </ac:spMkLst>
        </pc:spChg>
        <pc:spChg chg="add mod">
          <ac:chgData name="Takeuchi, Koichiro" userId="b3848a05-443b-4434-8fa5-7398ca0c03c9" providerId="ADAL" clId="{80B71E5D-E31E-4962-AC9B-BD35B338D1CC}" dt="2024-05-24T06:24:49.449" v="2384" actId="164"/>
          <ac:spMkLst>
            <pc:docMk/>
            <pc:sldMk cId="30035279" sldId="2147468667"/>
            <ac:spMk id="7" creationId="{978499D9-C845-BB3C-646D-ACF2CAF4F5AD}"/>
          </ac:spMkLst>
        </pc:spChg>
        <pc:spChg chg="add mod">
          <ac:chgData name="Takeuchi, Koichiro" userId="b3848a05-443b-4434-8fa5-7398ca0c03c9" providerId="ADAL" clId="{80B71E5D-E31E-4962-AC9B-BD35B338D1CC}" dt="2024-05-24T06:24:49.449" v="2384" actId="164"/>
          <ac:spMkLst>
            <pc:docMk/>
            <pc:sldMk cId="30035279" sldId="2147468667"/>
            <ac:spMk id="8" creationId="{A3BFD6A9-989D-C327-C932-9AA661B50359}"/>
          </ac:spMkLst>
        </pc:spChg>
        <pc:spChg chg="add mod">
          <ac:chgData name="Takeuchi, Koichiro" userId="b3848a05-443b-4434-8fa5-7398ca0c03c9" providerId="ADAL" clId="{80B71E5D-E31E-4962-AC9B-BD35B338D1CC}" dt="2024-05-24T06:24:49.449" v="2384" actId="164"/>
          <ac:spMkLst>
            <pc:docMk/>
            <pc:sldMk cId="30035279" sldId="2147468667"/>
            <ac:spMk id="10" creationId="{2CF66588-3E05-F333-1ACA-B78A186B30B4}"/>
          </ac:spMkLst>
        </pc:spChg>
        <pc:spChg chg="add mod">
          <ac:chgData name="Takeuchi, Koichiro" userId="b3848a05-443b-4434-8fa5-7398ca0c03c9" providerId="ADAL" clId="{80B71E5D-E31E-4962-AC9B-BD35B338D1CC}" dt="2024-05-24T06:24:32.261" v="2374" actId="164"/>
          <ac:spMkLst>
            <pc:docMk/>
            <pc:sldMk cId="30035279" sldId="2147468667"/>
            <ac:spMk id="12" creationId="{81F93C0E-D62C-5129-A711-3C8963622FCB}"/>
          </ac:spMkLst>
        </pc:spChg>
        <pc:spChg chg="add mod">
          <ac:chgData name="Takeuchi, Koichiro" userId="b3848a05-443b-4434-8fa5-7398ca0c03c9" providerId="ADAL" clId="{80B71E5D-E31E-4962-AC9B-BD35B338D1CC}" dt="2024-05-24T06:24:32.261" v="2374" actId="164"/>
          <ac:spMkLst>
            <pc:docMk/>
            <pc:sldMk cId="30035279" sldId="2147468667"/>
            <ac:spMk id="15" creationId="{D55CAEE0-39DB-1C20-0420-2913491C3126}"/>
          </ac:spMkLst>
        </pc:spChg>
        <pc:spChg chg="add mod">
          <ac:chgData name="Takeuchi, Koichiro" userId="b3848a05-443b-4434-8fa5-7398ca0c03c9" providerId="ADAL" clId="{80B71E5D-E31E-4962-AC9B-BD35B338D1CC}" dt="2024-05-24T06:24:32.261" v="2374" actId="164"/>
          <ac:spMkLst>
            <pc:docMk/>
            <pc:sldMk cId="30035279" sldId="2147468667"/>
            <ac:spMk id="16" creationId="{DDFC9C01-234B-7200-D15E-47EE4A232F14}"/>
          </ac:spMkLst>
        </pc:spChg>
        <pc:spChg chg="add mod">
          <ac:chgData name="Takeuchi, Koichiro" userId="b3848a05-443b-4434-8fa5-7398ca0c03c9" providerId="ADAL" clId="{80B71E5D-E31E-4962-AC9B-BD35B338D1CC}" dt="2024-05-24T06:24:32.261" v="2374" actId="164"/>
          <ac:spMkLst>
            <pc:docMk/>
            <pc:sldMk cId="30035279" sldId="2147468667"/>
            <ac:spMk id="17" creationId="{1A7CCCDC-66C8-6FB2-1861-791640E34D9B}"/>
          </ac:spMkLst>
        </pc:spChg>
        <pc:spChg chg="add mod">
          <ac:chgData name="Takeuchi, Koichiro" userId="b3848a05-443b-4434-8fa5-7398ca0c03c9" providerId="ADAL" clId="{80B71E5D-E31E-4962-AC9B-BD35B338D1CC}" dt="2024-05-24T06:24:32.261" v="2374" actId="164"/>
          <ac:spMkLst>
            <pc:docMk/>
            <pc:sldMk cId="30035279" sldId="2147468667"/>
            <ac:spMk id="18" creationId="{E7425F0C-C855-BDFB-5A9F-B86DD118AEF5}"/>
          </ac:spMkLst>
        </pc:spChg>
        <pc:spChg chg="add mod">
          <ac:chgData name="Takeuchi, Koichiro" userId="b3848a05-443b-4434-8fa5-7398ca0c03c9" providerId="ADAL" clId="{80B71E5D-E31E-4962-AC9B-BD35B338D1CC}" dt="2024-05-24T06:24:49.449" v="2384" actId="164"/>
          <ac:spMkLst>
            <pc:docMk/>
            <pc:sldMk cId="30035279" sldId="2147468667"/>
            <ac:spMk id="19" creationId="{F46968F3-99C8-7A14-C2E4-AA89C68AF712}"/>
          </ac:spMkLst>
        </pc:spChg>
        <pc:spChg chg="add mod">
          <ac:chgData name="Takeuchi, Koichiro" userId="b3848a05-443b-4434-8fa5-7398ca0c03c9" providerId="ADAL" clId="{80B71E5D-E31E-4962-AC9B-BD35B338D1CC}" dt="2024-05-24T06:24:49.449" v="2384" actId="164"/>
          <ac:spMkLst>
            <pc:docMk/>
            <pc:sldMk cId="30035279" sldId="2147468667"/>
            <ac:spMk id="20" creationId="{2A70CAFE-FD41-4D33-19C8-403ECF382C25}"/>
          </ac:spMkLst>
        </pc:spChg>
        <pc:spChg chg="add mod">
          <ac:chgData name="Takeuchi, Koichiro" userId="b3848a05-443b-4434-8fa5-7398ca0c03c9" providerId="ADAL" clId="{80B71E5D-E31E-4962-AC9B-BD35B338D1CC}" dt="2024-05-24T06:24:49.449" v="2384" actId="164"/>
          <ac:spMkLst>
            <pc:docMk/>
            <pc:sldMk cId="30035279" sldId="2147468667"/>
            <ac:spMk id="21" creationId="{D2DEBF85-C48D-CC74-1585-DBEFD7C4A1CF}"/>
          </ac:spMkLst>
        </pc:spChg>
        <pc:spChg chg="add mod">
          <ac:chgData name="Takeuchi, Koichiro" userId="b3848a05-443b-4434-8fa5-7398ca0c03c9" providerId="ADAL" clId="{80B71E5D-E31E-4962-AC9B-BD35B338D1CC}" dt="2024-05-24T06:24:49.449" v="2384" actId="164"/>
          <ac:spMkLst>
            <pc:docMk/>
            <pc:sldMk cId="30035279" sldId="2147468667"/>
            <ac:spMk id="22" creationId="{058CD87C-6B51-C87B-0A84-1660D2A49298}"/>
          </ac:spMkLst>
        </pc:spChg>
        <pc:spChg chg="add mod">
          <ac:chgData name="Takeuchi, Koichiro" userId="b3848a05-443b-4434-8fa5-7398ca0c03c9" providerId="ADAL" clId="{80B71E5D-E31E-4962-AC9B-BD35B338D1CC}" dt="2024-05-24T06:24:49.449" v="2384" actId="164"/>
          <ac:spMkLst>
            <pc:docMk/>
            <pc:sldMk cId="30035279" sldId="2147468667"/>
            <ac:spMk id="23" creationId="{A82512CF-3927-2F9D-D22B-73204D196BFF}"/>
          </ac:spMkLst>
        </pc:spChg>
        <pc:spChg chg="add mod">
          <ac:chgData name="Takeuchi, Koichiro" userId="b3848a05-443b-4434-8fa5-7398ca0c03c9" providerId="ADAL" clId="{80B71E5D-E31E-4962-AC9B-BD35B338D1CC}" dt="2024-05-24T06:24:49.449" v="2384" actId="164"/>
          <ac:spMkLst>
            <pc:docMk/>
            <pc:sldMk cId="30035279" sldId="2147468667"/>
            <ac:spMk id="24" creationId="{F7B80B84-AB69-597E-7F8D-C13D20BF8259}"/>
          </ac:spMkLst>
        </pc:spChg>
        <pc:spChg chg="add mod">
          <ac:chgData name="Takeuchi, Koichiro" userId="b3848a05-443b-4434-8fa5-7398ca0c03c9" providerId="ADAL" clId="{80B71E5D-E31E-4962-AC9B-BD35B338D1CC}" dt="2024-05-24T06:24:49.449" v="2384" actId="164"/>
          <ac:spMkLst>
            <pc:docMk/>
            <pc:sldMk cId="30035279" sldId="2147468667"/>
            <ac:spMk id="25" creationId="{D7913A49-8A43-B496-DD47-4237B4ADB678}"/>
          </ac:spMkLst>
        </pc:spChg>
        <pc:spChg chg="add mod">
          <ac:chgData name="Takeuchi, Koichiro" userId="b3848a05-443b-4434-8fa5-7398ca0c03c9" providerId="ADAL" clId="{80B71E5D-E31E-4962-AC9B-BD35B338D1CC}" dt="2024-05-24T06:24:49.449" v="2384" actId="164"/>
          <ac:spMkLst>
            <pc:docMk/>
            <pc:sldMk cId="30035279" sldId="2147468667"/>
            <ac:spMk id="26" creationId="{B29611B3-8D86-4BB4-B16F-DB2BBA07E853}"/>
          </ac:spMkLst>
        </pc:spChg>
        <pc:spChg chg="add mod">
          <ac:chgData name="Takeuchi, Koichiro" userId="b3848a05-443b-4434-8fa5-7398ca0c03c9" providerId="ADAL" clId="{80B71E5D-E31E-4962-AC9B-BD35B338D1CC}" dt="2024-05-24T06:24:49.449" v="2384" actId="164"/>
          <ac:spMkLst>
            <pc:docMk/>
            <pc:sldMk cId="30035279" sldId="2147468667"/>
            <ac:spMk id="27" creationId="{110A62F1-A794-DE20-B13B-1E87CFBFF314}"/>
          </ac:spMkLst>
        </pc:spChg>
        <pc:spChg chg="add mod">
          <ac:chgData name="Takeuchi, Koichiro" userId="b3848a05-443b-4434-8fa5-7398ca0c03c9" providerId="ADAL" clId="{80B71E5D-E31E-4962-AC9B-BD35B338D1CC}" dt="2024-05-24T06:24:59.469" v="2386"/>
          <ac:spMkLst>
            <pc:docMk/>
            <pc:sldMk cId="30035279" sldId="2147468667"/>
            <ac:spMk id="31" creationId="{4C415D9E-B145-37C4-C81D-5504FBFDEB13}"/>
          </ac:spMkLst>
        </pc:spChg>
        <pc:spChg chg="add mod">
          <ac:chgData name="Takeuchi, Koichiro" userId="b3848a05-443b-4434-8fa5-7398ca0c03c9" providerId="ADAL" clId="{80B71E5D-E31E-4962-AC9B-BD35B338D1CC}" dt="2024-05-24T06:24:59.469" v="2386"/>
          <ac:spMkLst>
            <pc:docMk/>
            <pc:sldMk cId="30035279" sldId="2147468667"/>
            <ac:spMk id="32" creationId="{A744BB6E-37D2-6980-4B76-D4BF308A3EF1}"/>
          </ac:spMkLst>
        </pc:spChg>
        <pc:spChg chg="add mod">
          <ac:chgData name="Takeuchi, Koichiro" userId="b3848a05-443b-4434-8fa5-7398ca0c03c9" providerId="ADAL" clId="{80B71E5D-E31E-4962-AC9B-BD35B338D1CC}" dt="2024-05-24T06:24:59.469" v="2386"/>
          <ac:spMkLst>
            <pc:docMk/>
            <pc:sldMk cId="30035279" sldId="2147468667"/>
            <ac:spMk id="34" creationId="{5FBB7218-87D3-0FEE-A093-DC1B600703A4}"/>
          </ac:spMkLst>
        </pc:spChg>
        <pc:spChg chg="add mod">
          <ac:chgData name="Takeuchi, Koichiro" userId="b3848a05-443b-4434-8fa5-7398ca0c03c9" providerId="ADAL" clId="{80B71E5D-E31E-4962-AC9B-BD35B338D1CC}" dt="2024-05-24T06:24:59.469" v="2386"/>
          <ac:spMkLst>
            <pc:docMk/>
            <pc:sldMk cId="30035279" sldId="2147468667"/>
            <ac:spMk id="36" creationId="{7B9AEF7A-D974-4736-90D4-D47BA07E00BA}"/>
          </ac:spMkLst>
        </pc:spChg>
        <pc:spChg chg="add mod">
          <ac:chgData name="Takeuchi, Koichiro" userId="b3848a05-443b-4434-8fa5-7398ca0c03c9" providerId="ADAL" clId="{80B71E5D-E31E-4962-AC9B-BD35B338D1CC}" dt="2024-05-24T06:24:59.469" v="2386"/>
          <ac:spMkLst>
            <pc:docMk/>
            <pc:sldMk cId="30035279" sldId="2147468667"/>
            <ac:spMk id="39" creationId="{FDBF2039-0498-B261-EC7C-E09086D56EA5}"/>
          </ac:spMkLst>
        </pc:spChg>
        <pc:spChg chg="add mod">
          <ac:chgData name="Takeuchi, Koichiro" userId="b3848a05-443b-4434-8fa5-7398ca0c03c9" providerId="ADAL" clId="{80B71E5D-E31E-4962-AC9B-BD35B338D1CC}" dt="2024-05-24T06:24:59.469" v="2386"/>
          <ac:spMkLst>
            <pc:docMk/>
            <pc:sldMk cId="30035279" sldId="2147468667"/>
            <ac:spMk id="40" creationId="{108EE8CC-5CB1-19B2-4F10-33CE576AED40}"/>
          </ac:spMkLst>
        </pc:spChg>
        <pc:spChg chg="add mod">
          <ac:chgData name="Takeuchi, Koichiro" userId="b3848a05-443b-4434-8fa5-7398ca0c03c9" providerId="ADAL" clId="{80B71E5D-E31E-4962-AC9B-BD35B338D1CC}" dt="2024-05-24T06:24:59.469" v="2386"/>
          <ac:spMkLst>
            <pc:docMk/>
            <pc:sldMk cId="30035279" sldId="2147468667"/>
            <ac:spMk id="41" creationId="{15218D8B-63DB-313A-8485-752F7EA65181}"/>
          </ac:spMkLst>
        </pc:spChg>
        <pc:spChg chg="add mod">
          <ac:chgData name="Takeuchi, Koichiro" userId="b3848a05-443b-4434-8fa5-7398ca0c03c9" providerId="ADAL" clId="{80B71E5D-E31E-4962-AC9B-BD35B338D1CC}" dt="2024-05-24T06:24:59.469" v="2386"/>
          <ac:spMkLst>
            <pc:docMk/>
            <pc:sldMk cId="30035279" sldId="2147468667"/>
            <ac:spMk id="42" creationId="{EB71ED3D-5321-01FD-8F69-6090D8285F74}"/>
          </ac:spMkLst>
        </pc:spChg>
        <pc:spChg chg="add mod">
          <ac:chgData name="Takeuchi, Koichiro" userId="b3848a05-443b-4434-8fa5-7398ca0c03c9" providerId="ADAL" clId="{80B71E5D-E31E-4962-AC9B-BD35B338D1CC}" dt="2024-05-24T06:24:59.469" v="2386"/>
          <ac:spMkLst>
            <pc:docMk/>
            <pc:sldMk cId="30035279" sldId="2147468667"/>
            <ac:spMk id="43" creationId="{BC897C70-4915-5990-F297-96D79C3696DC}"/>
          </ac:spMkLst>
        </pc:spChg>
        <pc:spChg chg="add mod">
          <ac:chgData name="Takeuchi, Koichiro" userId="b3848a05-443b-4434-8fa5-7398ca0c03c9" providerId="ADAL" clId="{80B71E5D-E31E-4962-AC9B-BD35B338D1CC}" dt="2024-05-24T06:24:59.469" v="2386"/>
          <ac:spMkLst>
            <pc:docMk/>
            <pc:sldMk cId="30035279" sldId="2147468667"/>
            <ac:spMk id="44" creationId="{6C687996-08BE-7FEB-2FB1-3B70EBD077DB}"/>
          </ac:spMkLst>
        </pc:spChg>
        <pc:spChg chg="add mod">
          <ac:chgData name="Takeuchi, Koichiro" userId="b3848a05-443b-4434-8fa5-7398ca0c03c9" providerId="ADAL" clId="{80B71E5D-E31E-4962-AC9B-BD35B338D1CC}" dt="2024-05-24T06:24:59.469" v="2386"/>
          <ac:spMkLst>
            <pc:docMk/>
            <pc:sldMk cId="30035279" sldId="2147468667"/>
            <ac:spMk id="45" creationId="{BCE9B8A0-AB8B-D5D3-E3AD-57870BE5A064}"/>
          </ac:spMkLst>
        </pc:spChg>
        <pc:spChg chg="add mod">
          <ac:chgData name="Takeuchi, Koichiro" userId="b3848a05-443b-4434-8fa5-7398ca0c03c9" providerId="ADAL" clId="{80B71E5D-E31E-4962-AC9B-BD35B338D1CC}" dt="2024-05-24T06:24:59.469" v="2386"/>
          <ac:spMkLst>
            <pc:docMk/>
            <pc:sldMk cId="30035279" sldId="2147468667"/>
            <ac:spMk id="46" creationId="{089FAB18-6F52-1A95-4BC7-0791E0407A25}"/>
          </ac:spMkLst>
        </pc:spChg>
        <pc:spChg chg="add mod">
          <ac:chgData name="Takeuchi, Koichiro" userId="b3848a05-443b-4434-8fa5-7398ca0c03c9" providerId="ADAL" clId="{80B71E5D-E31E-4962-AC9B-BD35B338D1CC}" dt="2024-05-24T06:24:59.469" v="2386"/>
          <ac:spMkLst>
            <pc:docMk/>
            <pc:sldMk cId="30035279" sldId="2147468667"/>
            <ac:spMk id="47" creationId="{A90B7C21-D96C-2513-F0D3-A7ECA12A5F3E}"/>
          </ac:spMkLst>
        </pc:spChg>
        <pc:spChg chg="add mod">
          <ac:chgData name="Takeuchi, Koichiro" userId="b3848a05-443b-4434-8fa5-7398ca0c03c9" providerId="ADAL" clId="{80B71E5D-E31E-4962-AC9B-BD35B338D1CC}" dt="2024-05-24T06:24:59.469" v="2386"/>
          <ac:spMkLst>
            <pc:docMk/>
            <pc:sldMk cId="30035279" sldId="2147468667"/>
            <ac:spMk id="48" creationId="{68E81EAD-31F4-AA55-2205-8494E682FD57}"/>
          </ac:spMkLst>
        </pc:spChg>
        <pc:spChg chg="add mod">
          <ac:chgData name="Takeuchi, Koichiro" userId="b3848a05-443b-4434-8fa5-7398ca0c03c9" providerId="ADAL" clId="{80B71E5D-E31E-4962-AC9B-BD35B338D1CC}" dt="2024-05-24T06:24:59.469" v="2386"/>
          <ac:spMkLst>
            <pc:docMk/>
            <pc:sldMk cId="30035279" sldId="2147468667"/>
            <ac:spMk id="49" creationId="{A63C7010-4199-CCAB-CFF4-1FDE13C6E12B}"/>
          </ac:spMkLst>
        </pc:spChg>
        <pc:spChg chg="add mod">
          <ac:chgData name="Takeuchi, Koichiro" userId="b3848a05-443b-4434-8fa5-7398ca0c03c9" providerId="ADAL" clId="{80B71E5D-E31E-4962-AC9B-BD35B338D1CC}" dt="2024-05-24T06:24:59.469" v="2386"/>
          <ac:spMkLst>
            <pc:docMk/>
            <pc:sldMk cId="30035279" sldId="2147468667"/>
            <ac:spMk id="50" creationId="{6FC4A5F9-29C0-55BA-742F-05D3DE405FD8}"/>
          </ac:spMkLst>
        </pc:spChg>
        <pc:spChg chg="add mod">
          <ac:chgData name="Takeuchi, Koichiro" userId="b3848a05-443b-4434-8fa5-7398ca0c03c9" providerId="ADAL" clId="{80B71E5D-E31E-4962-AC9B-BD35B338D1CC}" dt="2024-05-24T06:24:59.469" v="2386"/>
          <ac:spMkLst>
            <pc:docMk/>
            <pc:sldMk cId="30035279" sldId="2147468667"/>
            <ac:spMk id="51" creationId="{75CB5082-107B-E316-8CFD-9D10847D1133}"/>
          </ac:spMkLst>
        </pc:spChg>
        <pc:spChg chg="del">
          <ac:chgData name="Takeuchi, Koichiro" userId="b3848a05-443b-4434-8fa5-7398ca0c03c9" providerId="ADAL" clId="{80B71E5D-E31E-4962-AC9B-BD35B338D1CC}" dt="2024-05-24T06:23:49.895" v="2299" actId="478"/>
          <ac:spMkLst>
            <pc:docMk/>
            <pc:sldMk cId="30035279" sldId="2147468667"/>
            <ac:spMk id="97" creationId="{40848837-0E64-8A7B-05BA-F3ACE1641505}"/>
          </ac:spMkLst>
        </pc:spChg>
        <pc:grpChg chg="add mod">
          <ac:chgData name="Takeuchi, Koichiro" userId="b3848a05-443b-4434-8fa5-7398ca0c03c9" providerId="ADAL" clId="{80B71E5D-E31E-4962-AC9B-BD35B338D1CC}" dt="2024-05-24T06:24:00.585" v="2302" actId="164"/>
          <ac:grpSpMkLst>
            <pc:docMk/>
            <pc:sldMk cId="30035279" sldId="2147468667"/>
            <ac:grpSpMk id="28" creationId="{6FF6DE98-3356-9F43-01AE-16FE7D3F168D}"/>
          </ac:grpSpMkLst>
        </pc:grpChg>
        <pc:grpChg chg="add mod">
          <ac:chgData name="Takeuchi, Koichiro" userId="b3848a05-443b-4434-8fa5-7398ca0c03c9" providerId="ADAL" clId="{80B71E5D-E31E-4962-AC9B-BD35B338D1CC}" dt="2024-05-24T06:24:49.449" v="2384" actId="164"/>
          <ac:grpSpMkLst>
            <pc:docMk/>
            <pc:sldMk cId="30035279" sldId="2147468667"/>
            <ac:grpSpMk id="29" creationId="{6E819BA0-66B8-DA8F-D8B9-106021C777FD}"/>
          </ac:grpSpMkLst>
        </pc:grpChg>
        <pc:grpChg chg="add mod">
          <ac:chgData name="Takeuchi, Koichiro" userId="b3848a05-443b-4434-8fa5-7398ca0c03c9" providerId="ADAL" clId="{80B71E5D-E31E-4962-AC9B-BD35B338D1CC}" dt="2024-05-24T06:24:52.219" v="2385" actId="12788"/>
          <ac:grpSpMkLst>
            <pc:docMk/>
            <pc:sldMk cId="30035279" sldId="2147468667"/>
            <ac:grpSpMk id="30" creationId="{8683AA43-760C-E77F-E4C8-95A19BD17331}"/>
          </ac:grpSpMkLst>
        </pc:grpChg>
        <pc:picChg chg="add mod">
          <ac:chgData name="Takeuchi, Koichiro" userId="b3848a05-443b-4434-8fa5-7398ca0c03c9" providerId="ADAL" clId="{80B71E5D-E31E-4962-AC9B-BD35B338D1CC}" dt="2024-05-24T06:24:32.261" v="2374" actId="164"/>
          <ac:picMkLst>
            <pc:docMk/>
            <pc:sldMk cId="30035279" sldId="2147468667"/>
            <ac:picMk id="11" creationId="{4B5408DF-CFF9-D189-9759-6397948A5978}"/>
          </ac:picMkLst>
        </pc:picChg>
        <pc:picChg chg="add mod">
          <ac:chgData name="Takeuchi, Koichiro" userId="b3848a05-443b-4434-8fa5-7398ca0c03c9" providerId="ADAL" clId="{80B71E5D-E31E-4962-AC9B-BD35B338D1CC}" dt="2024-05-24T06:24:32.261" v="2374" actId="164"/>
          <ac:picMkLst>
            <pc:docMk/>
            <pc:sldMk cId="30035279" sldId="2147468667"/>
            <ac:picMk id="13" creationId="{997283E5-B28E-A508-D5BC-75CFEDBD58E6}"/>
          </ac:picMkLst>
        </pc:picChg>
        <pc:picChg chg="add mod">
          <ac:chgData name="Takeuchi, Koichiro" userId="b3848a05-443b-4434-8fa5-7398ca0c03c9" providerId="ADAL" clId="{80B71E5D-E31E-4962-AC9B-BD35B338D1CC}" dt="2024-05-24T06:24:32.261" v="2374" actId="164"/>
          <ac:picMkLst>
            <pc:docMk/>
            <pc:sldMk cId="30035279" sldId="2147468667"/>
            <ac:picMk id="14" creationId="{8A2F9BE3-DD02-9D27-CCE1-F5CA30EA9DD2}"/>
          </ac:picMkLst>
        </pc:picChg>
        <pc:picChg chg="add mod">
          <ac:chgData name="Takeuchi, Koichiro" userId="b3848a05-443b-4434-8fa5-7398ca0c03c9" providerId="ADAL" clId="{80B71E5D-E31E-4962-AC9B-BD35B338D1CC}" dt="2024-05-24T06:24:59.469" v="2386"/>
          <ac:picMkLst>
            <pc:docMk/>
            <pc:sldMk cId="30035279" sldId="2147468667"/>
            <ac:picMk id="35" creationId="{14BE3DEA-72A6-042C-3578-8967FA6A57D5}"/>
          </ac:picMkLst>
        </pc:picChg>
        <pc:picChg chg="add mod">
          <ac:chgData name="Takeuchi, Koichiro" userId="b3848a05-443b-4434-8fa5-7398ca0c03c9" providerId="ADAL" clId="{80B71E5D-E31E-4962-AC9B-BD35B338D1CC}" dt="2024-05-24T06:24:59.469" v="2386"/>
          <ac:picMkLst>
            <pc:docMk/>
            <pc:sldMk cId="30035279" sldId="2147468667"/>
            <ac:picMk id="37" creationId="{3B58224D-C994-85CD-E3B0-3DC1CFF35964}"/>
          </ac:picMkLst>
        </pc:picChg>
        <pc:picChg chg="add mod">
          <ac:chgData name="Takeuchi, Koichiro" userId="b3848a05-443b-4434-8fa5-7398ca0c03c9" providerId="ADAL" clId="{80B71E5D-E31E-4962-AC9B-BD35B338D1CC}" dt="2024-05-24T06:24:59.469" v="2386"/>
          <ac:picMkLst>
            <pc:docMk/>
            <pc:sldMk cId="30035279" sldId="2147468667"/>
            <ac:picMk id="38" creationId="{9F12648C-9D09-6A1D-16F6-636AAC32B3E0}"/>
          </ac:picMkLst>
        </pc:picChg>
        <pc:picChg chg="del">
          <ac:chgData name="Takeuchi, Koichiro" userId="b3848a05-443b-4434-8fa5-7398ca0c03c9" providerId="ADAL" clId="{80B71E5D-E31E-4962-AC9B-BD35B338D1CC}" dt="2024-05-24T06:23:24.403" v="2296" actId="478"/>
          <ac:picMkLst>
            <pc:docMk/>
            <pc:sldMk cId="30035279" sldId="2147468667"/>
            <ac:picMk id="72" creationId="{59F3A9F4-CC9A-0D1D-89F0-76EABBEF1C2C}"/>
          </ac:picMkLst>
        </pc:picChg>
        <pc:cxnChg chg="add mod">
          <ac:chgData name="Takeuchi, Koichiro" userId="b3848a05-443b-4434-8fa5-7398ca0c03c9" providerId="ADAL" clId="{80B71E5D-E31E-4962-AC9B-BD35B338D1CC}" dt="2024-05-24T06:24:49.449" v="2384" actId="164"/>
          <ac:cxnSpMkLst>
            <pc:docMk/>
            <pc:sldMk cId="30035279" sldId="2147468667"/>
            <ac:cxnSpMk id="9" creationId="{20B87B6D-05D5-C55F-7C8A-473D29BA3281}"/>
          </ac:cxnSpMkLst>
        </pc:cxnChg>
        <pc:cxnChg chg="add mod">
          <ac:chgData name="Takeuchi, Koichiro" userId="b3848a05-443b-4434-8fa5-7398ca0c03c9" providerId="ADAL" clId="{80B71E5D-E31E-4962-AC9B-BD35B338D1CC}" dt="2024-05-24T06:24:59.469" v="2386"/>
          <ac:cxnSpMkLst>
            <pc:docMk/>
            <pc:sldMk cId="30035279" sldId="2147468667"/>
            <ac:cxnSpMk id="33" creationId="{2C166EF7-3DAA-D2E3-C36B-51FC40591F5A}"/>
          </ac:cxnSpMkLst>
        </pc:cxnChg>
      </pc:sldChg>
      <pc:sldChg chg="addSp delSp modSp add mod">
        <pc:chgData name="Takeuchi, Koichiro" userId="b3848a05-443b-4434-8fa5-7398ca0c03c9" providerId="ADAL" clId="{80B71E5D-E31E-4962-AC9B-BD35B338D1CC}" dt="2024-05-24T06:59:18.624" v="4045" actId="20577"/>
        <pc:sldMkLst>
          <pc:docMk/>
          <pc:sldMk cId="908662233" sldId="2147468668"/>
        </pc:sldMkLst>
        <pc:spChg chg="mod">
          <ac:chgData name="Takeuchi, Koichiro" userId="b3848a05-443b-4434-8fa5-7398ca0c03c9" providerId="ADAL" clId="{80B71E5D-E31E-4962-AC9B-BD35B338D1CC}" dt="2024-05-24T06:25:29.891" v="2427" actId="20577"/>
          <ac:spMkLst>
            <pc:docMk/>
            <pc:sldMk cId="908662233" sldId="2147468668"/>
            <ac:spMk id="2" creationId="{236E8044-5707-32C9-BB39-B5830ACA9388}"/>
          </ac:spMkLst>
        </pc:spChg>
        <pc:spChg chg="mod">
          <ac:chgData name="Takeuchi, Koichiro" userId="b3848a05-443b-4434-8fa5-7398ca0c03c9" providerId="ADAL" clId="{80B71E5D-E31E-4962-AC9B-BD35B338D1CC}" dt="2024-05-24T06:27:00.214" v="2639" actId="20577"/>
          <ac:spMkLst>
            <pc:docMk/>
            <pc:sldMk cId="908662233" sldId="2147468668"/>
            <ac:spMk id="3" creationId="{6F87811F-22A0-40CB-5137-F9234735B4E4}"/>
          </ac:spMkLst>
        </pc:spChg>
        <pc:spChg chg="mod">
          <ac:chgData name="Takeuchi, Koichiro" userId="b3848a05-443b-4434-8fa5-7398ca0c03c9" providerId="ADAL" clId="{80B71E5D-E31E-4962-AC9B-BD35B338D1CC}" dt="2024-05-24T06:59:18.624" v="4045" actId="20577"/>
          <ac:spMkLst>
            <pc:docMk/>
            <pc:sldMk cId="908662233" sldId="2147468668"/>
            <ac:spMk id="4" creationId="{4E91C10C-2DEB-B4D7-60F2-3238F2D38E1C}"/>
          </ac:spMkLst>
        </pc:spChg>
        <pc:grpChg chg="del">
          <ac:chgData name="Takeuchi, Koichiro" userId="b3848a05-443b-4434-8fa5-7398ca0c03c9" providerId="ADAL" clId="{80B71E5D-E31E-4962-AC9B-BD35B338D1CC}" dt="2024-05-24T06:25:48.645" v="2429" actId="478"/>
          <ac:grpSpMkLst>
            <pc:docMk/>
            <pc:sldMk cId="908662233" sldId="2147468668"/>
            <ac:grpSpMk id="30" creationId="{8683AA43-760C-E77F-E4C8-95A19BD17331}"/>
          </ac:grpSpMkLst>
        </pc:grpChg>
        <pc:picChg chg="add mod">
          <ac:chgData name="Takeuchi, Koichiro" userId="b3848a05-443b-4434-8fa5-7398ca0c03c9" providerId="ADAL" clId="{80B71E5D-E31E-4962-AC9B-BD35B338D1CC}" dt="2024-05-24T06:27:17.710" v="2664" actId="12788"/>
          <ac:picMkLst>
            <pc:docMk/>
            <pc:sldMk cId="908662233" sldId="2147468668"/>
            <ac:picMk id="28" creationId="{51FCC3F8-6BA6-5684-4EFD-6719E5763146}"/>
          </ac:picMkLst>
        </pc:picChg>
      </pc:sldChg>
      <pc:sldChg chg="addSp delSp modSp add mod">
        <pc:chgData name="Takeuchi, Koichiro" userId="b3848a05-443b-4434-8fa5-7398ca0c03c9" providerId="ADAL" clId="{80B71E5D-E31E-4962-AC9B-BD35B338D1CC}" dt="2024-05-24T06:59:21.440" v="4047" actId="20577"/>
        <pc:sldMkLst>
          <pc:docMk/>
          <pc:sldMk cId="391420764" sldId="2147468669"/>
        </pc:sldMkLst>
        <pc:spChg chg="mod">
          <ac:chgData name="Takeuchi, Koichiro" userId="b3848a05-443b-4434-8fa5-7398ca0c03c9" providerId="ADAL" clId="{80B71E5D-E31E-4962-AC9B-BD35B338D1CC}" dt="2024-05-24T06:53:18.992" v="3407" actId="20577"/>
          <ac:spMkLst>
            <pc:docMk/>
            <pc:sldMk cId="391420764" sldId="2147468669"/>
            <ac:spMk id="2" creationId="{236E8044-5707-32C9-BB39-B5830ACA9388}"/>
          </ac:spMkLst>
        </pc:spChg>
        <pc:spChg chg="mod">
          <ac:chgData name="Takeuchi, Koichiro" userId="b3848a05-443b-4434-8fa5-7398ca0c03c9" providerId="ADAL" clId="{80B71E5D-E31E-4962-AC9B-BD35B338D1CC}" dt="2024-05-24T06:48:31.287" v="3382" actId="20577"/>
          <ac:spMkLst>
            <pc:docMk/>
            <pc:sldMk cId="391420764" sldId="2147468669"/>
            <ac:spMk id="3" creationId="{6F87811F-22A0-40CB-5137-F9234735B4E4}"/>
          </ac:spMkLst>
        </pc:spChg>
        <pc:spChg chg="mod">
          <ac:chgData name="Takeuchi, Koichiro" userId="b3848a05-443b-4434-8fa5-7398ca0c03c9" providerId="ADAL" clId="{80B71E5D-E31E-4962-AC9B-BD35B338D1CC}" dt="2024-05-24T06:59:21.440" v="4047" actId="20577"/>
          <ac:spMkLst>
            <pc:docMk/>
            <pc:sldMk cId="391420764" sldId="2147468669"/>
            <ac:spMk id="4" creationId="{4E91C10C-2DEB-B4D7-60F2-3238F2D38E1C}"/>
          </ac:spMkLst>
        </pc:spChg>
        <pc:spChg chg="mod">
          <ac:chgData name="Takeuchi, Koichiro" userId="b3848a05-443b-4434-8fa5-7398ca0c03c9" providerId="ADAL" clId="{80B71E5D-E31E-4962-AC9B-BD35B338D1CC}" dt="2024-05-24T06:41:43.420" v="3026"/>
          <ac:spMkLst>
            <pc:docMk/>
            <pc:sldMk cId="391420764" sldId="2147468669"/>
            <ac:spMk id="8" creationId="{AD2DE0E5-AC07-DA19-DFF1-4680F060617B}"/>
          </ac:spMkLst>
        </pc:spChg>
        <pc:spChg chg="mod">
          <ac:chgData name="Takeuchi, Koichiro" userId="b3848a05-443b-4434-8fa5-7398ca0c03c9" providerId="ADAL" clId="{80B71E5D-E31E-4962-AC9B-BD35B338D1CC}" dt="2024-05-24T06:41:43.420" v="3026"/>
          <ac:spMkLst>
            <pc:docMk/>
            <pc:sldMk cId="391420764" sldId="2147468669"/>
            <ac:spMk id="9" creationId="{40025A5E-869A-B52C-B995-CF0FC1831451}"/>
          </ac:spMkLst>
        </pc:spChg>
        <pc:spChg chg="mod">
          <ac:chgData name="Takeuchi, Koichiro" userId="b3848a05-443b-4434-8fa5-7398ca0c03c9" providerId="ADAL" clId="{80B71E5D-E31E-4962-AC9B-BD35B338D1CC}" dt="2024-05-24T06:41:43.420" v="3026"/>
          <ac:spMkLst>
            <pc:docMk/>
            <pc:sldMk cId="391420764" sldId="2147468669"/>
            <ac:spMk id="10" creationId="{61439789-0374-2D7C-D95C-E051A9FB7995}"/>
          </ac:spMkLst>
        </pc:spChg>
        <pc:spChg chg="mod">
          <ac:chgData name="Takeuchi, Koichiro" userId="b3848a05-443b-4434-8fa5-7398ca0c03c9" providerId="ADAL" clId="{80B71E5D-E31E-4962-AC9B-BD35B338D1CC}" dt="2024-05-24T06:41:43.420" v="3026"/>
          <ac:spMkLst>
            <pc:docMk/>
            <pc:sldMk cId="391420764" sldId="2147468669"/>
            <ac:spMk id="11" creationId="{EB55C415-DE44-EB35-7728-6FA50F56C09E}"/>
          </ac:spMkLst>
        </pc:spChg>
        <pc:spChg chg="add mod">
          <ac:chgData name="Takeuchi, Koichiro" userId="b3848a05-443b-4434-8fa5-7398ca0c03c9" providerId="ADAL" clId="{80B71E5D-E31E-4962-AC9B-BD35B338D1CC}" dt="2024-05-24T06:41:43.420" v="3026"/>
          <ac:spMkLst>
            <pc:docMk/>
            <pc:sldMk cId="391420764" sldId="2147468669"/>
            <ac:spMk id="12" creationId="{60653C18-FDCC-717B-F0AB-F501C321CA19}"/>
          </ac:spMkLst>
        </pc:spChg>
        <pc:spChg chg="add mod">
          <ac:chgData name="Takeuchi, Koichiro" userId="b3848a05-443b-4434-8fa5-7398ca0c03c9" providerId="ADAL" clId="{80B71E5D-E31E-4962-AC9B-BD35B338D1CC}" dt="2024-05-24T06:41:43.420" v="3026"/>
          <ac:spMkLst>
            <pc:docMk/>
            <pc:sldMk cId="391420764" sldId="2147468669"/>
            <ac:spMk id="13" creationId="{FBD29E20-EA1F-7C40-E072-57230B8F21E2}"/>
          </ac:spMkLst>
        </pc:spChg>
        <pc:spChg chg="add mod">
          <ac:chgData name="Takeuchi, Koichiro" userId="b3848a05-443b-4434-8fa5-7398ca0c03c9" providerId="ADAL" clId="{80B71E5D-E31E-4962-AC9B-BD35B338D1CC}" dt="2024-05-24T06:41:43.420" v="3026"/>
          <ac:spMkLst>
            <pc:docMk/>
            <pc:sldMk cId="391420764" sldId="2147468669"/>
            <ac:spMk id="14" creationId="{51E39A35-D63E-94F4-6A93-E1CC0B78995B}"/>
          </ac:spMkLst>
        </pc:spChg>
        <pc:spChg chg="add mod">
          <ac:chgData name="Takeuchi, Koichiro" userId="b3848a05-443b-4434-8fa5-7398ca0c03c9" providerId="ADAL" clId="{80B71E5D-E31E-4962-AC9B-BD35B338D1CC}" dt="2024-05-24T06:41:43.420" v="3026"/>
          <ac:spMkLst>
            <pc:docMk/>
            <pc:sldMk cId="391420764" sldId="2147468669"/>
            <ac:spMk id="15" creationId="{3FEE5204-28EE-8B5C-67BC-45F2ED735CB7}"/>
          </ac:spMkLst>
        </pc:spChg>
        <pc:spChg chg="add mod">
          <ac:chgData name="Takeuchi, Koichiro" userId="b3848a05-443b-4434-8fa5-7398ca0c03c9" providerId="ADAL" clId="{80B71E5D-E31E-4962-AC9B-BD35B338D1CC}" dt="2024-05-24T06:41:43.420" v="3026"/>
          <ac:spMkLst>
            <pc:docMk/>
            <pc:sldMk cId="391420764" sldId="2147468669"/>
            <ac:spMk id="16" creationId="{323CD0DF-B142-C261-DAB8-318CF003D7B3}"/>
          </ac:spMkLst>
        </pc:spChg>
        <pc:spChg chg="add mod">
          <ac:chgData name="Takeuchi, Koichiro" userId="b3848a05-443b-4434-8fa5-7398ca0c03c9" providerId="ADAL" clId="{80B71E5D-E31E-4962-AC9B-BD35B338D1CC}" dt="2024-05-24T06:41:43.420" v="3026"/>
          <ac:spMkLst>
            <pc:docMk/>
            <pc:sldMk cId="391420764" sldId="2147468669"/>
            <ac:spMk id="18" creationId="{6F359C56-E9BE-47F8-A428-93996B03EF2A}"/>
          </ac:spMkLst>
        </pc:spChg>
        <pc:spChg chg="add mod">
          <ac:chgData name="Takeuchi, Koichiro" userId="b3848a05-443b-4434-8fa5-7398ca0c03c9" providerId="ADAL" clId="{80B71E5D-E31E-4962-AC9B-BD35B338D1CC}" dt="2024-05-24T06:41:43.420" v="3026"/>
          <ac:spMkLst>
            <pc:docMk/>
            <pc:sldMk cId="391420764" sldId="2147468669"/>
            <ac:spMk id="19" creationId="{CDE96353-74C6-BBF2-5F9F-5849DFFC7EC1}"/>
          </ac:spMkLst>
        </pc:spChg>
        <pc:spChg chg="add mod">
          <ac:chgData name="Takeuchi, Koichiro" userId="b3848a05-443b-4434-8fa5-7398ca0c03c9" providerId="ADAL" clId="{80B71E5D-E31E-4962-AC9B-BD35B338D1CC}" dt="2024-05-24T06:41:43.420" v="3026"/>
          <ac:spMkLst>
            <pc:docMk/>
            <pc:sldMk cId="391420764" sldId="2147468669"/>
            <ac:spMk id="25" creationId="{5850E7A2-21A1-CEB2-B53A-A11D73280F6A}"/>
          </ac:spMkLst>
        </pc:spChg>
        <pc:spChg chg="add mod">
          <ac:chgData name="Takeuchi, Koichiro" userId="b3848a05-443b-4434-8fa5-7398ca0c03c9" providerId="ADAL" clId="{80B71E5D-E31E-4962-AC9B-BD35B338D1CC}" dt="2024-05-24T06:41:43.420" v="3026"/>
          <ac:spMkLst>
            <pc:docMk/>
            <pc:sldMk cId="391420764" sldId="2147468669"/>
            <ac:spMk id="27" creationId="{9A8E60DF-60FB-5F3C-58FA-46373A668C6F}"/>
          </ac:spMkLst>
        </pc:spChg>
        <pc:spChg chg="add mod">
          <ac:chgData name="Takeuchi, Koichiro" userId="b3848a05-443b-4434-8fa5-7398ca0c03c9" providerId="ADAL" clId="{80B71E5D-E31E-4962-AC9B-BD35B338D1CC}" dt="2024-05-24T06:41:43.420" v="3026"/>
          <ac:spMkLst>
            <pc:docMk/>
            <pc:sldMk cId="391420764" sldId="2147468669"/>
            <ac:spMk id="29" creationId="{C76BD1CE-52FF-4889-27B8-839865E6E7AB}"/>
          </ac:spMkLst>
        </pc:spChg>
        <pc:spChg chg="add mod">
          <ac:chgData name="Takeuchi, Koichiro" userId="b3848a05-443b-4434-8fa5-7398ca0c03c9" providerId="ADAL" clId="{80B71E5D-E31E-4962-AC9B-BD35B338D1CC}" dt="2024-05-24T06:41:43.420" v="3026"/>
          <ac:spMkLst>
            <pc:docMk/>
            <pc:sldMk cId="391420764" sldId="2147468669"/>
            <ac:spMk id="30" creationId="{82FA715B-6247-BDE1-733F-45AD46C517F0}"/>
          </ac:spMkLst>
        </pc:spChg>
        <pc:spChg chg="mod">
          <ac:chgData name="Takeuchi, Koichiro" userId="b3848a05-443b-4434-8fa5-7398ca0c03c9" providerId="ADAL" clId="{80B71E5D-E31E-4962-AC9B-BD35B338D1CC}" dt="2024-05-24T06:41:48.307" v="3027"/>
          <ac:spMkLst>
            <pc:docMk/>
            <pc:sldMk cId="391420764" sldId="2147468669"/>
            <ac:spMk id="32" creationId="{38B37ED8-E867-7D4E-41D6-E107A4E3EFD6}"/>
          </ac:spMkLst>
        </pc:spChg>
        <pc:spChg chg="mod">
          <ac:chgData name="Takeuchi, Koichiro" userId="b3848a05-443b-4434-8fa5-7398ca0c03c9" providerId="ADAL" clId="{80B71E5D-E31E-4962-AC9B-BD35B338D1CC}" dt="2024-05-24T06:41:48.307" v="3027"/>
          <ac:spMkLst>
            <pc:docMk/>
            <pc:sldMk cId="391420764" sldId="2147468669"/>
            <ac:spMk id="33" creationId="{379C6A06-F79B-1B06-DD05-248E125DE486}"/>
          </ac:spMkLst>
        </pc:spChg>
        <pc:spChg chg="mod">
          <ac:chgData name="Takeuchi, Koichiro" userId="b3848a05-443b-4434-8fa5-7398ca0c03c9" providerId="ADAL" clId="{80B71E5D-E31E-4962-AC9B-BD35B338D1CC}" dt="2024-05-24T06:41:48.307" v="3027"/>
          <ac:spMkLst>
            <pc:docMk/>
            <pc:sldMk cId="391420764" sldId="2147468669"/>
            <ac:spMk id="34" creationId="{1BBD1EF4-CE86-D042-C8DC-7DDE0801C893}"/>
          </ac:spMkLst>
        </pc:spChg>
        <pc:spChg chg="mod">
          <ac:chgData name="Takeuchi, Koichiro" userId="b3848a05-443b-4434-8fa5-7398ca0c03c9" providerId="ADAL" clId="{80B71E5D-E31E-4962-AC9B-BD35B338D1CC}" dt="2024-05-24T06:41:48.307" v="3027"/>
          <ac:spMkLst>
            <pc:docMk/>
            <pc:sldMk cId="391420764" sldId="2147468669"/>
            <ac:spMk id="35" creationId="{820F2AF4-23A4-CC1D-D082-511F7997AC36}"/>
          </ac:spMkLst>
        </pc:spChg>
        <pc:spChg chg="add mod">
          <ac:chgData name="Takeuchi, Koichiro" userId="b3848a05-443b-4434-8fa5-7398ca0c03c9" providerId="ADAL" clId="{80B71E5D-E31E-4962-AC9B-BD35B338D1CC}" dt="2024-05-24T06:41:50.709" v="3029" actId="1076"/>
          <ac:spMkLst>
            <pc:docMk/>
            <pc:sldMk cId="391420764" sldId="2147468669"/>
            <ac:spMk id="36" creationId="{6F3D19E3-F9D5-8416-2D08-B49BF1134F6D}"/>
          </ac:spMkLst>
        </pc:spChg>
        <pc:spChg chg="add mod">
          <ac:chgData name="Takeuchi, Koichiro" userId="b3848a05-443b-4434-8fa5-7398ca0c03c9" providerId="ADAL" clId="{80B71E5D-E31E-4962-AC9B-BD35B338D1CC}" dt="2024-05-24T06:41:50.709" v="3029" actId="1076"/>
          <ac:spMkLst>
            <pc:docMk/>
            <pc:sldMk cId="391420764" sldId="2147468669"/>
            <ac:spMk id="37" creationId="{B2C3685E-42F5-9863-7892-28C6B6B66CA5}"/>
          </ac:spMkLst>
        </pc:spChg>
        <pc:spChg chg="add mod">
          <ac:chgData name="Takeuchi, Koichiro" userId="b3848a05-443b-4434-8fa5-7398ca0c03c9" providerId="ADAL" clId="{80B71E5D-E31E-4962-AC9B-BD35B338D1CC}" dt="2024-05-24T06:41:50.709" v="3029" actId="1076"/>
          <ac:spMkLst>
            <pc:docMk/>
            <pc:sldMk cId="391420764" sldId="2147468669"/>
            <ac:spMk id="38" creationId="{D5727DD3-A392-F89C-65EC-4203FC83DE69}"/>
          </ac:spMkLst>
        </pc:spChg>
        <pc:spChg chg="add mod">
          <ac:chgData name="Takeuchi, Koichiro" userId="b3848a05-443b-4434-8fa5-7398ca0c03c9" providerId="ADAL" clId="{80B71E5D-E31E-4962-AC9B-BD35B338D1CC}" dt="2024-05-24T06:41:50.709" v="3029" actId="1076"/>
          <ac:spMkLst>
            <pc:docMk/>
            <pc:sldMk cId="391420764" sldId="2147468669"/>
            <ac:spMk id="39" creationId="{111BD438-38C4-7C27-69C4-400C33BD36E9}"/>
          </ac:spMkLst>
        </pc:spChg>
        <pc:spChg chg="add mod">
          <ac:chgData name="Takeuchi, Koichiro" userId="b3848a05-443b-4434-8fa5-7398ca0c03c9" providerId="ADAL" clId="{80B71E5D-E31E-4962-AC9B-BD35B338D1CC}" dt="2024-05-24T06:41:50.709" v="3029" actId="1076"/>
          <ac:spMkLst>
            <pc:docMk/>
            <pc:sldMk cId="391420764" sldId="2147468669"/>
            <ac:spMk id="40" creationId="{FA74DFEB-F491-6A15-56DC-513EAE903A12}"/>
          </ac:spMkLst>
        </pc:spChg>
        <pc:spChg chg="add mod">
          <ac:chgData name="Takeuchi, Koichiro" userId="b3848a05-443b-4434-8fa5-7398ca0c03c9" providerId="ADAL" clId="{80B71E5D-E31E-4962-AC9B-BD35B338D1CC}" dt="2024-05-24T06:41:50.709" v="3029" actId="1076"/>
          <ac:spMkLst>
            <pc:docMk/>
            <pc:sldMk cId="391420764" sldId="2147468669"/>
            <ac:spMk id="42" creationId="{17707FDE-5A56-6D29-52A2-1B320C677191}"/>
          </ac:spMkLst>
        </pc:spChg>
        <pc:spChg chg="add mod">
          <ac:chgData name="Takeuchi, Koichiro" userId="b3848a05-443b-4434-8fa5-7398ca0c03c9" providerId="ADAL" clId="{80B71E5D-E31E-4962-AC9B-BD35B338D1CC}" dt="2024-05-24T06:41:50.709" v="3029" actId="1076"/>
          <ac:spMkLst>
            <pc:docMk/>
            <pc:sldMk cId="391420764" sldId="2147468669"/>
            <ac:spMk id="43" creationId="{284C59E7-C208-2E95-48EE-B9FF0F28F231}"/>
          </ac:spMkLst>
        </pc:spChg>
        <pc:spChg chg="add mod">
          <ac:chgData name="Takeuchi, Koichiro" userId="b3848a05-443b-4434-8fa5-7398ca0c03c9" providerId="ADAL" clId="{80B71E5D-E31E-4962-AC9B-BD35B338D1CC}" dt="2024-05-24T06:41:50.709" v="3029" actId="1076"/>
          <ac:spMkLst>
            <pc:docMk/>
            <pc:sldMk cId="391420764" sldId="2147468669"/>
            <ac:spMk id="49" creationId="{A62A6B6A-1C37-68A1-97E0-4D9276DA9AA1}"/>
          </ac:spMkLst>
        </pc:spChg>
        <pc:spChg chg="add mod">
          <ac:chgData name="Takeuchi, Koichiro" userId="b3848a05-443b-4434-8fa5-7398ca0c03c9" providerId="ADAL" clId="{80B71E5D-E31E-4962-AC9B-BD35B338D1CC}" dt="2024-05-24T06:41:50.709" v="3029" actId="1076"/>
          <ac:spMkLst>
            <pc:docMk/>
            <pc:sldMk cId="391420764" sldId="2147468669"/>
            <ac:spMk id="51" creationId="{B84B6E50-AD9F-C848-A80B-18FA5007C5E6}"/>
          </ac:spMkLst>
        </pc:spChg>
        <pc:spChg chg="add mod">
          <ac:chgData name="Takeuchi, Koichiro" userId="b3848a05-443b-4434-8fa5-7398ca0c03c9" providerId="ADAL" clId="{80B71E5D-E31E-4962-AC9B-BD35B338D1CC}" dt="2024-05-24T06:41:50.709" v="3029" actId="1076"/>
          <ac:spMkLst>
            <pc:docMk/>
            <pc:sldMk cId="391420764" sldId="2147468669"/>
            <ac:spMk id="52" creationId="{5B1FCE1A-ED3F-A709-291F-C5828AD2C367}"/>
          </ac:spMkLst>
        </pc:spChg>
        <pc:spChg chg="add mod">
          <ac:chgData name="Takeuchi, Koichiro" userId="b3848a05-443b-4434-8fa5-7398ca0c03c9" providerId="ADAL" clId="{80B71E5D-E31E-4962-AC9B-BD35B338D1CC}" dt="2024-05-24T06:41:50.709" v="3029" actId="1076"/>
          <ac:spMkLst>
            <pc:docMk/>
            <pc:sldMk cId="391420764" sldId="2147468669"/>
            <ac:spMk id="53" creationId="{81B099AA-09CD-0212-B667-E456E804BC4B}"/>
          </ac:spMkLst>
        </pc:spChg>
        <pc:spChg chg="add mod">
          <ac:chgData name="Takeuchi, Koichiro" userId="b3848a05-443b-4434-8fa5-7398ca0c03c9" providerId="ADAL" clId="{80B71E5D-E31E-4962-AC9B-BD35B338D1CC}" dt="2024-05-24T06:41:50.709" v="3029" actId="1076"/>
          <ac:spMkLst>
            <pc:docMk/>
            <pc:sldMk cId="391420764" sldId="2147468669"/>
            <ac:spMk id="54" creationId="{7EED05C8-6D73-6D80-9CAD-2EBA50B12B9C}"/>
          </ac:spMkLst>
        </pc:spChg>
        <pc:spChg chg="mod">
          <ac:chgData name="Takeuchi, Koichiro" userId="b3848a05-443b-4434-8fa5-7398ca0c03c9" providerId="ADAL" clId="{80B71E5D-E31E-4962-AC9B-BD35B338D1CC}" dt="2024-05-24T06:41:53.769" v="3030"/>
          <ac:spMkLst>
            <pc:docMk/>
            <pc:sldMk cId="391420764" sldId="2147468669"/>
            <ac:spMk id="56" creationId="{E2244702-D973-B417-7DEB-451E20184FFC}"/>
          </ac:spMkLst>
        </pc:spChg>
        <pc:spChg chg="mod">
          <ac:chgData name="Takeuchi, Koichiro" userId="b3848a05-443b-4434-8fa5-7398ca0c03c9" providerId="ADAL" clId="{80B71E5D-E31E-4962-AC9B-BD35B338D1CC}" dt="2024-05-24T06:41:53.769" v="3030"/>
          <ac:spMkLst>
            <pc:docMk/>
            <pc:sldMk cId="391420764" sldId="2147468669"/>
            <ac:spMk id="57" creationId="{4B1C30F4-1647-9476-8B5F-25906AFD09F0}"/>
          </ac:spMkLst>
        </pc:spChg>
        <pc:spChg chg="mod">
          <ac:chgData name="Takeuchi, Koichiro" userId="b3848a05-443b-4434-8fa5-7398ca0c03c9" providerId="ADAL" clId="{80B71E5D-E31E-4962-AC9B-BD35B338D1CC}" dt="2024-05-24T06:41:53.769" v="3030"/>
          <ac:spMkLst>
            <pc:docMk/>
            <pc:sldMk cId="391420764" sldId="2147468669"/>
            <ac:spMk id="58" creationId="{D673E2EC-810A-4A16-35CE-AA1282E349A7}"/>
          </ac:spMkLst>
        </pc:spChg>
        <pc:spChg chg="mod">
          <ac:chgData name="Takeuchi, Koichiro" userId="b3848a05-443b-4434-8fa5-7398ca0c03c9" providerId="ADAL" clId="{80B71E5D-E31E-4962-AC9B-BD35B338D1CC}" dt="2024-05-24T06:41:53.769" v="3030"/>
          <ac:spMkLst>
            <pc:docMk/>
            <pc:sldMk cId="391420764" sldId="2147468669"/>
            <ac:spMk id="59" creationId="{DA344159-C201-797F-3E91-7522AF46BF7C}"/>
          </ac:spMkLst>
        </pc:spChg>
        <pc:spChg chg="add mod">
          <ac:chgData name="Takeuchi, Koichiro" userId="b3848a05-443b-4434-8fa5-7398ca0c03c9" providerId="ADAL" clId="{80B71E5D-E31E-4962-AC9B-BD35B338D1CC}" dt="2024-05-24T06:42:05.789" v="3032" actId="1076"/>
          <ac:spMkLst>
            <pc:docMk/>
            <pc:sldMk cId="391420764" sldId="2147468669"/>
            <ac:spMk id="60" creationId="{BFF1EAD2-C2A4-7ADC-843D-D96E510F045C}"/>
          </ac:spMkLst>
        </pc:spChg>
        <pc:spChg chg="add mod">
          <ac:chgData name="Takeuchi, Koichiro" userId="b3848a05-443b-4434-8fa5-7398ca0c03c9" providerId="ADAL" clId="{80B71E5D-E31E-4962-AC9B-BD35B338D1CC}" dt="2024-05-24T06:42:05.789" v="3032" actId="1076"/>
          <ac:spMkLst>
            <pc:docMk/>
            <pc:sldMk cId="391420764" sldId="2147468669"/>
            <ac:spMk id="61" creationId="{F39583B6-644F-862C-5E13-EED2501F8C8E}"/>
          </ac:spMkLst>
        </pc:spChg>
        <pc:spChg chg="add mod">
          <ac:chgData name="Takeuchi, Koichiro" userId="b3848a05-443b-4434-8fa5-7398ca0c03c9" providerId="ADAL" clId="{80B71E5D-E31E-4962-AC9B-BD35B338D1CC}" dt="2024-05-24T06:42:05.789" v="3032" actId="1076"/>
          <ac:spMkLst>
            <pc:docMk/>
            <pc:sldMk cId="391420764" sldId="2147468669"/>
            <ac:spMk id="62" creationId="{B237F5EF-FDF6-342A-5AE4-17F87E61C45D}"/>
          </ac:spMkLst>
        </pc:spChg>
        <pc:spChg chg="add mod">
          <ac:chgData name="Takeuchi, Koichiro" userId="b3848a05-443b-4434-8fa5-7398ca0c03c9" providerId="ADAL" clId="{80B71E5D-E31E-4962-AC9B-BD35B338D1CC}" dt="2024-05-24T06:42:05.789" v="3032" actId="1076"/>
          <ac:spMkLst>
            <pc:docMk/>
            <pc:sldMk cId="391420764" sldId="2147468669"/>
            <ac:spMk id="63" creationId="{ACBD1972-1A9F-0AF5-FA67-7B525EC8D8B5}"/>
          </ac:spMkLst>
        </pc:spChg>
        <pc:spChg chg="add mod">
          <ac:chgData name="Takeuchi, Koichiro" userId="b3848a05-443b-4434-8fa5-7398ca0c03c9" providerId="ADAL" clId="{80B71E5D-E31E-4962-AC9B-BD35B338D1CC}" dt="2024-05-24T06:42:05.789" v="3032" actId="1076"/>
          <ac:spMkLst>
            <pc:docMk/>
            <pc:sldMk cId="391420764" sldId="2147468669"/>
            <ac:spMk id="64" creationId="{B94541A3-280A-2E9A-FDA1-3E0FF8FF2ED0}"/>
          </ac:spMkLst>
        </pc:spChg>
        <pc:spChg chg="add mod">
          <ac:chgData name="Takeuchi, Koichiro" userId="b3848a05-443b-4434-8fa5-7398ca0c03c9" providerId="ADAL" clId="{80B71E5D-E31E-4962-AC9B-BD35B338D1CC}" dt="2024-05-24T06:42:05.789" v="3032" actId="1076"/>
          <ac:spMkLst>
            <pc:docMk/>
            <pc:sldMk cId="391420764" sldId="2147468669"/>
            <ac:spMk id="66" creationId="{B3CF6BFA-A8BC-2803-FF34-8BDA1AF5FD89}"/>
          </ac:spMkLst>
        </pc:spChg>
        <pc:spChg chg="add mod">
          <ac:chgData name="Takeuchi, Koichiro" userId="b3848a05-443b-4434-8fa5-7398ca0c03c9" providerId="ADAL" clId="{80B71E5D-E31E-4962-AC9B-BD35B338D1CC}" dt="2024-05-24T06:42:05.789" v="3032" actId="1076"/>
          <ac:spMkLst>
            <pc:docMk/>
            <pc:sldMk cId="391420764" sldId="2147468669"/>
            <ac:spMk id="67" creationId="{9712C8CF-14BB-97D3-00BA-EE24D02B0CB4}"/>
          </ac:spMkLst>
        </pc:spChg>
        <pc:spChg chg="add mod">
          <ac:chgData name="Takeuchi, Koichiro" userId="b3848a05-443b-4434-8fa5-7398ca0c03c9" providerId="ADAL" clId="{80B71E5D-E31E-4962-AC9B-BD35B338D1CC}" dt="2024-05-24T06:42:05.789" v="3032" actId="1076"/>
          <ac:spMkLst>
            <pc:docMk/>
            <pc:sldMk cId="391420764" sldId="2147468669"/>
            <ac:spMk id="73" creationId="{24993347-8BC9-8D00-B70A-5F2D59388EC4}"/>
          </ac:spMkLst>
        </pc:spChg>
        <pc:spChg chg="add mod">
          <ac:chgData name="Takeuchi, Koichiro" userId="b3848a05-443b-4434-8fa5-7398ca0c03c9" providerId="ADAL" clId="{80B71E5D-E31E-4962-AC9B-BD35B338D1CC}" dt="2024-05-24T06:42:05.789" v="3032" actId="1076"/>
          <ac:spMkLst>
            <pc:docMk/>
            <pc:sldMk cId="391420764" sldId="2147468669"/>
            <ac:spMk id="75" creationId="{58D78B6B-6FE2-D14D-5BF3-08C944AD5CDC}"/>
          </ac:spMkLst>
        </pc:spChg>
        <pc:spChg chg="add mod">
          <ac:chgData name="Takeuchi, Koichiro" userId="b3848a05-443b-4434-8fa5-7398ca0c03c9" providerId="ADAL" clId="{80B71E5D-E31E-4962-AC9B-BD35B338D1CC}" dt="2024-05-24T06:42:05.789" v="3032" actId="1076"/>
          <ac:spMkLst>
            <pc:docMk/>
            <pc:sldMk cId="391420764" sldId="2147468669"/>
            <ac:spMk id="76" creationId="{2ABCA5EF-6106-C167-4AB1-A1C4CFE33041}"/>
          </ac:spMkLst>
        </pc:spChg>
        <pc:spChg chg="add mod">
          <ac:chgData name="Takeuchi, Koichiro" userId="b3848a05-443b-4434-8fa5-7398ca0c03c9" providerId="ADAL" clId="{80B71E5D-E31E-4962-AC9B-BD35B338D1CC}" dt="2024-05-24T06:42:05.789" v="3032" actId="1076"/>
          <ac:spMkLst>
            <pc:docMk/>
            <pc:sldMk cId="391420764" sldId="2147468669"/>
            <ac:spMk id="77" creationId="{C7931002-8929-6F49-AC1B-0508EB101368}"/>
          </ac:spMkLst>
        </pc:spChg>
        <pc:spChg chg="add mod">
          <ac:chgData name="Takeuchi, Koichiro" userId="b3848a05-443b-4434-8fa5-7398ca0c03c9" providerId="ADAL" clId="{80B71E5D-E31E-4962-AC9B-BD35B338D1CC}" dt="2024-05-24T06:42:05.789" v="3032" actId="1076"/>
          <ac:spMkLst>
            <pc:docMk/>
            <pc:sldMk cId="391420764" sldId="2147468669"/>
            <ac:spMk id="78" creationId="{1A1E1CC9-CBE3-65FC-9A63-14E685FA25C4}"/>
          </ac:spMkLst>
        </pc:spChg>
        <pc:grpChg chg="add mod">
          <ac:chgData name="Takeuchi, Koichiro" userId="b3848a05-443b-4434-8fa5-7398ca0c03c9" providerId="ADAL" clId="{80B71E5D-E31E-4962-AC9B-BD35B338D1CC}" dt="2024-05-24T06:41:43.420" v="3026"/>
          <ac:grpSpMkLst>
            <pc:docMk/>
            <pc:sldMk cId="391420764" sldId="2147468669"/>
            <ac:grpSpMk id="7" creationId="{D4212EC4-946F-E421-5890-227E9FAD9F99}"/>
          </ac:grpSpMkLst>
        </pc:grpChg>
        <pc:grpChg chg="add mod">
          <ac:chgData name="Takeuchi, Koichiro" userId="b3848a05-443b-4434-8fa5-7398ca0c03c9" providerId="ADAL" clId="{80B71E5D-E31E-4962-AC9B-BD35B338D1CC}" dt="2024-05-24T06:41:50.709" v="3029" actId="1076"/>
          <ac:grpSpMkLst>
            <pc:docMk/>
            <pc:sldMk cId="391420764" sldId="2147468669"/>
            <ac:grpSpMk id="31" creationId="{10F33DF7-C254-4C1E-01D7-B705A41B082E}"/>
          </ac:grpSpMkLst>
        </pc:grpChg>
        <pc:grpChg chg="add mod">
          <ac:chgData name="Takeuchi, Koichiro" userId="b3848a05-443b-4434-8fa5-7398ca0c03c9" providerId="ADAL" clId="{80B71E5D-E31E-4962-AC9B-BD35B338D1CC}" dt="2024-05-24T06:42:05.789" v="3032" actId="1076"/>
          <ac:grpSpMkLst>
            <pc:docMk/>
            <pc:sldMk cId="391420764" sldId="2147468669"/>
            <ac:grpSpMk id="55" creationId="{7F2FD1FF-EA48-0CD9-C272-424F492285FF}"/>
          </ac:grpSpMkLst>
        </pc:grpChg>
        <pc:picChg chg="add mod">
          <ac:chgData name="Takeuchi, Koichiro" userId="b3848a05-443b-4434-8fa5-7398ca0c03c9" providerId="ADAL" clId="{80B71E5D-E31E-4962-AC9B-BD35B338D1CC}" dt="2024-05-24T06:41:43.420" v="3026"/>
          <ac:picMkLst>
            <pc:docMk/>
            <pc:sldMk cId="391420764" sldId="2147468669"/>
            <ac:picMk id="22" creationId="{FFED5019-7AD3-254A-1BDA-4ED37A226492}"/>
          </ac:picMkLst>
        </pc:picChg>
        <pc:picChg chg="add mod">
          <ac:chgData name="Takeuchi, Koichiro" userId="b3848a05-443b-4434-8fa5-7398ca0c03c9" providerId="ADAL" clId="{80B71E5D-E31E-4962-AC9B-BD35B338D1CC}" dt="2024-05-24T06:41:43.420" v="3026"/>
          <ac:picMkLst>
            <pc:docMk/>
            <pc:sldMk cId="391420764" sldId="2147468669"/>
            <ac:picMk id="23" creationId="{C7A02E01-61D0-4C56-2205-82BC1E0A164D}"/>
          </ac:picMkLst>
        </pc:picChg>
        <pc:picChg chg="add mod">
          <ac:chgData name="Takeuchi, Koichiro" userId="b3848a05-443b-4434-8fa5-7398ca0c03c9" providerId="ADAL" clId="{80B71E5D-E31E-4962-AC9B-BD35B338D1CC}" dt="2024-05-24T06:41:43.420" v="3026"/>
          <ac:picMkLst>
            <pc:docMk/>
            <pc:sldMk cId="391420764" sldId="2147468669"/>
            <ac:picMk id="24" creationId="{6A6E67C1-FF59-72E9-C143-00E9225611A5}"/>
          </ac:picMkLst>
        </pc:picChg>
        <pc:picChg chg="del">
          <ac:chgData name="Takeuchi, Koichiro" userId="b3848a05-443b-4434-8fa5-7398ca0c03c9" providerId="ADAL" clId="{80B71E5D-E31E-4962-AC9B-BD35B338D1CC}" dt="2024-05-24T06:41:21.706" v="3025" actId="478"/>
          <ac:picMkLst>
            <pc:docMk/>
            <pc:sldMk cId="391420764" sldId="2147468669"/>
            <ac:picMk id="28" creationId="{51FCC3F8-6BA6-5684-4EFD-6719E5763146}"/>
          </ac:picMkLst>
        </pc:picChg>
        <pc:picChg chg="add mod">
          <ac:chgData name="Takeuchi, Koichiro" userId="b3848a05-443b-4434-8fa5-7398ca0c03c9" providerId="ADAL" clId="{80B71E5D-E31E-4962-AC9B-BD35B338D1CC}" dt="2024-05-24T06:41:50.709" v="3029" actId="1076"/>
          <ac:picMkLst>
            <pc:docMk/>
            <pc:sldMk cId="391420764" sldId="2147468669"/>
            <ac:picMk id="46" creationId="{28A5E302-0542-A1B6-10B2-A3A3FD4F7A1C}"/>
          </ac:picMkLst>
        </pc:picChg>
        <pc:picChg chg="add mod">
          <ac:chgData name="Takeuchi, Koichiro" userId="b3848a05-443b-4434-8fa5-7398ca0c03c9" providerId="ADAL" clId="{80B71E5D-E31E-4962-AC9B-BD35B338D1CC}" dt="2024-05-24T06:41:50.709" v="3029" actId="1076"/>
          <ac:picMkLst>
            <pc:docMk/>
            <pc:sldMk cId="391420764" sldId="2147468669"/>
            <ac:picMk id="47" creationId="{41BD317E-E2AA-D1F8-CF9B-1FF01F06E33A}"/>
          </ac:picMkLst>
        </pc:picChg>
        <pc:picChg chg="add mod">
          <ac:chgData name="Takeuchi, Koichiro" userId="b3848a05-443b-4434-8fa5-7398ca0c03c9" providerId="ADAL" clId="{80B71E5D-E31E-4962-AC9B-BD35B338D1CC}" dt="2024-05-24T06:41:50.709" v="3029" actId="1076"/>
          <ac:picMkLst>
            <pc:docMk/>
            <pc:sldMk cId="391420764" sldId="2147468669"/>
            <ac:picMk id="48" creationId="{CEB96B0A-D2D2-B9E4-B25F-3CA55E5EE7F3}"/>
          </ac:picMkLst>
        </pc:picChg>
        <pc:picChg chg="add mod">
          <ac:chgData name="Takeuchi, Koichiro" userId="b3848a05-443b-4434-8fa5-7398ca0c03c9" providerId="ADAL" clId="{80B71E5D-E31E-4962-AC9B-BD35B338D1CC}" dt="2024-05-24T06:42:05.789" v="3032" actId="1076"/>
          <ac:picMkLst>
            <pc:docMk/>
            <pc:sldMk cId="391420764" sldId="2147468669"/>
            <ac:picMk id="70" creationId="{58ACF9F0-8A89-305F-318C-32C131258398}"/>
          </ac:picMkLst>
        </pc:picChg>
        <pc:picChg chg="add mod">
          <ac:chgData name="Takeuchi, Koichiro" userId="b3848a05-443b-4434-8fa5-7398ca0c03c9" providerId="ADAL" clId="{80B71E5D-E31E-4962-AC9B-BD35B338D1CC}" dt="2024-05-24T06:42:05.789" v="3032" actId="1076"/>
          <ac:picMkLst>
            <pc:docMk/>
            <pc:sldMk cId="391420764" sldId="2147468669"/>
            <ac:picMk id="71" creationId="{681D0C75-CCAC-6B55-5404-06EE2192791D}"/>
          </ac:picMkLst>
        </pc:picChg>
        <pc:picChg chg="add mod">
          <ac:chgData name="Takeuchi, Koichiro" userId="b3848a05-443b-4434-8fa5-7398ca0c03c9" providerId="ADAL" clId="{80B71E5D-E31E-4962-AC9B-BD35B338D1CC}" dt="2024-05-24T06:42:05.789" v="3032" actId="1076"/>
          <ac:picMkLst>
            <pc:docMk/>
            <pc:sldMk cId="391420764" sldId="2147468669"/>
            <ac:picMk id="72" creationId="{072A8AFC-A72B-8BA0-D5D9-E7CDDF05AD2F}"/>
          </ac:picMkLst>
        </pc:picChg>
        <pc:picChg chg="add">
          <ac:chgData name="Takeuchi, Koichiro" userId="b3848a05-443b-4434-8fa5-7398ca0c03c9" providerId="ADAL" clId="{80B71E5D-E31E-4962-AC9B-BD35B338D1CC}" dt="2024-05-24T06:42:11.577" v="3033"/>
          <ac:picMkLst>
            <pc:docMk/>
            <pc:sldMk cId="391420764" sldId="2147468669"/>
            <ac:picMk id="79" creationId="{A7A2788F-B0DF-C88D-BB4A-DC3B83FEF214}"/>
          </ac:picMkLst>
        </pc:picChg>
        <pc:picChg chg="add mod">
          <ac:chgData name="Takeuchi, Koichiro" userId="b3848a05-443b-4434-8fa5-7398ca0c03c9" providerId="ADAL" clId="{80B71E5D-E31E-4962-AC9B-BD35B338D1CC}" dt="2024-05-24T06:42:23.018" v="3040" actId="14100"/>
          <ac:picMkLst>
            <pc:docMk/>
            <pc:sldMk cId="391420764" sldId="2147468669"/>
            <ac:picMk id="80" creationId="{C2F194D1-B250-2A7F-9053-02A32239093A}"/>
          </ac:picMkLst>
        </pc:picChg>
        <pc:picChg chg="add">
          <ac:chgData name="Takeuchi, Koichiro" userId="b3848a05-443b-4434-8fa5-7398ca0c03c9" providerId="ADAL" clId="{80B71E5D-E31E-4962-AC9B-BD35B338D1CC}" dt="2024-05-24T06:43:10.096" v="3043"/>
          <ac:picMkLst>
            <pc:docMk/>
            <pc:sldMk cId="391420764" sldId="2147468669"/>
            <ac:picMk id="81" creationId="{1D3E4B69-C716-2243-6FFC-30B7AA8880B5}"/>
          </ac:picMkLst>
        </pc:picChg>
        <pc:picChg chg="add del mod">
          <ac:chgData name="Takeuchi, Koichiro" userId="b3848a05-443b-4434-8fa5-7398ca0c03c9" providerId="ADAL" clId="{80B71E5D-E31E-4962-AC9B-BD35B338D1CC}" dt="2024-05-24T06:44:05.652" v="3134" actId="478"/>
          <ac:picMkLst>
            <pc:docMk/>
            <pc:sldMk cId="391420764" sldId="2147468669"/>
            <ac:picMk id="82" creationId="{27654A23-5E5E-677C-8A35-9815E3519705}"/>
          </ac:picMkLst>
        </pc:picChg>
        <pc:picChg chg="add del mod">
          <ac:chgData name="Takeuchi, Koichiro" userId="b3848a05-443b-4434-8fa5-7398ca0c03c9" providerId="ADAL" clId="{80B71E5D-E31E-4962-AC9B-BD35B338D1CC}" dt="2024-05-24T06:44:05.652" v="3134" actId="478"/>
          <ac:picMkLst>
            <pc:docMk/>
            <pc:sldMk cId="391420764" sldId="2147468669"/>
            <ac:picMk id="83" creationId="{0D9DEBFE-3FA9-9FB0-DF45-42CFDADDFD5E}"/>
          </ac:picMkLst>
        </pc:picChg>
        <pc:picChg chg="add mod">
          <ac:chgData name="Takeuchi, Koichiro" userId="b3848a05-443b-4434-8fa5-7398ca0c03c9" providerId="ADAL" clId="{80B71E5D-E31E-4962-AC9B-BD35B338D1CC}" dt="2024-05-24T06:46:07.589" v="3163" actId="14100"/>
          <ac:picMkLst>
            <pc:docMk/>
            <pc:sldMk cId="391420764" sldId="2147468669"/>
            <ac:picMk id="84" creationId="{5686DDBB-695A-8F80-7CA1-57CC61E7D172}"/>
          </ac:picMkLst>
        </pc:picChg>
        <pc:picChg chg="add mod">
          <ac:chgData name="Takeuchi, Koichiro" userId="b3848a05-443b-4434-8fa5-7398ca0c03c9" providerId="ADAL" clId="{80B71E5D-E31E-4962-AC9B-BD35B338D1CC}" dt="2024-05-24T06:48:34.307" v="3386" actId="1036"/>
          <ac:picMkLst>
            <pc:docMk/>
            <pc:sldMk cId="391420764" sldId="2147468669"/>
            <ac:picMk id="85" creationId="{EF63B083-6B97-50B2-A727-5D9939E0FB23}"/>
          </ac:picMkLst>
        </pc:picChg>
        <pc:cxnChg chg="add mod">
          <ac:chgData name="Takeuchi, Koichiro" userId="b3848a05-443b-4434-8fa5-7398ca0c03c9" providerId="ADAL" clId="{80B71E5D-E31E-4962-AC9B-BD35B338D1CC}" dt="2024-05-24T06:41:43.420" v="3026"/>
          <ac:cxnSpMkLst>
            <pc:docMk/>
            <pc:sldMk cId="391420764" sldId="2147468669"/>
            <ac:cxnSpMk id="17" creationId="{A8D4705D-16A6-239D-6BC6-44B5577D7919}"/>
          </ac:cxnSpMkLst>
        </pc:cxnChg>
        <pc:cxnChg chg="add mod">
          <ac:chgData name="Takeuchi, Koichiro" userId="b3848a05-443b-4434-8fa5-7398ca0c03c9" providerId="ADAL" clId="{80B71E5D-E31E-4962-AC9B-BD35B338D1CC}" dt="2024-05-24T06:41:43.420" v="3026"/>
          <ac:cxnSpMkLst>
            <pc:docMk/>
            <pc:sldMk cId="391420764" sldId="2147468669"/>
            <ac:cxnSpMk id="20" creationId="{B5680393-E581-BD56-ABDF-9D78F0CB1306}"/>
          </ac:cxnSpMkLst>
        </pc:cxnChg>
        <pc:cxnChg chg="add mod">
          <ac:chgData name="Takeuchi, Koichiro" userId="b3848a05-443b-4434-8fa5-7398ca0c03c9" providerId="ADAL" clId="{80B71E5D-E31E-4962-AC9B-BD35B338D1CC}" dt="2024-05-24T06:41:43.420" v="3026"/>
          <ac:cxnSpMkLst>
            <pc:docMk/>
            <pc:sldMk cId="391420764" sldId="2147468669"/>
            <ac:cxnSpMk id="21" creationId="{CE4EFC4C-1F15-3862-A4F9-90EF1CFB134D}"/>
          </ac:cxnSpMkLst>
        </pc:cxnChg>
        <pc:cxnChg chg="add mod">
          <ac:chgData name="Takeuchi, Koichiro" userId="b3848a05-443b-4434-8fa5-7398ca0c03c9" providerId="ADAL" clId="{80B71E5D-E31E-4962-AC9B-BD35B338D1CC}" dt="2024-05-24T06:41:43.420" v="3026"/>
          <ac:cxnSpMkLst>
            <pc:docMk/>
            <pc:sldMk cId="391420764" sldId="2147468669"/>
            <ac:cxnSpMk id="26" creationId="{440344F5-0DB1-5E9F-C00C-CBA13D3618A0}"/>
          </ac:cxnSpMkLst>
        </pc:cxnChg>
        <pc:cxnChg chg="add mod">
          <ac:chgData name="Takeuchi, Koichiro" userId="b3848a05-443b-4434-8fa5-7398ca0c03c9" providerId="ADAL" clId="{80B71E5D-E31E-4962-AC9B-BD35B338D1CC}" dt="2024-05-24T06:41:50.709" v="3029" actId="1076"/>
          <ac:cxnSpMkLst>
            <pc:docMk/>
            <pc:sldMk cId="391420764" sldId="2147468669"/>
            <ac:cxnSpMk id="41" creationId="{AABA8651-903A-A364-8189-AD1C57EA7486}"/>
          </ac:cxnSpMkLst>
        </pc:cxnChg>
        <pc:cxnChg chg="add mod">
          <ac:chgData name="Takeuchi, Koichiro" userId="b3848a05-443b-4434-8fa5-7398ca0c03c9" providerId="ADAL" clId="{80B71E5D-E31E-4962-AC9B-BD35B338D1CC}" dt="2024-05-24T06:41:50.709" v="3029" actId="1076"/>
          <ac:cxnSpMkLst>
            <pc:docMk/>
            <pc:sldMk cId="391420764" sldId="2147468669"/>
            <ac:cxnSpMk id="44" creationId="{1A4411EA-1609-1203-F54B-60C7DFAB7550}"/>
          </ac:cxnSpMkLst>
        </pc:cxnChg>
        <pc:cxnChg chg="add mod">
          <ac:chgData name="Takeuchi, Koichiro" userId="b3848a05-443b-4434-8fa5-7398ca0c03c9" providerId="ADAL" clId="{80B71E5D-E31E-4962-AC9B-BD35B338D1CC}" dt="2024-05-24T06:41:50.709" v="3029" actId="1076"/>
          <ac:cxnSpMkLst>
            <pc:docMk/>
            <pc:sldMk cId="391420764" sldId="2147468669"/>
            <ac:cxnSpMk id="45" creationId="{92C9D5EF-C695-5941-0DC2-7CD41833B4D8}"/>
          </ac:cxnSpMkLst>
        </pc:cxnChg>
        <pc:cxnChg chg="add mod">
          <ac:chgData name="Takeuchi, Koichiro" userId="b3848a05-443b-4434-8fa5-7398ca0c03c9" providerId="ADAL" clId="{80B71E5D-E31E-4962-AC9B-BD35B338D1CC}" dt="2024-05-24T06:41:50.709" v="3029" actId="1076"/>
          <ac:cxnSpMkLst>
            <pc:docMk/>
            <pc:sldMk cId="391420764" sldId="2147468669"/>
            <ac:cxnSpMk id="50" creationId="{490D6F0D-C44A-F2B0-B39C-68F55E1C1872}"/>
          </ac:cxnSpMkLst>
        </pc:cxnChg>
        <pc:cxnChg chg="add mod">
          <ac:chgData name="Takeuchi, Koichiro" userId="b3848a05-443b-4434-8fa5-7398ca0c03c9" providerId="ADAL" clId="{80B71E5D-E31E-4962-AC9B-BD35B338D1CC}" dt="2024-05-24T06:42:05.789" v="3032" actId="1076"/>
          <ac:cxnSpMkLst>
            <pc:docMk/>
            <pc:sldMk cId="391420764" sldId="2147468669"/>
            <ac:cxnSpMk id="65" creationId="{783DBC63-D971-CB43-8E0F-FD9E311FA859}"/>
          </ac:cxnSpMkLst>
        </pc:cxnChg>
        <pc:cxnChg chg="add mod">
          <ac:chgData name="Takeuchi, Koichiro" userId="b3848a05-443b-4434-8fa5-7398ca0c03c9" providerId="ADAL" clId="{80B71E5D-E31E-4962-AC9B-BD35B338D1CC}" dt="2024-05-24T06:42:05.789" v="3032" actId="1076"/>
          <ac:cxnSpMkLst>
            <pc:docMk/>
            <pc:sldMk cId="391420764" sldId="2147468669"/>
            <ac:cxnSpMk id="68" creationId="{E6291E8F-EEA3-F2DB-E3BE-D971AF463337}"/>
          </ac:cxnSpMkLst>
        </pc:cxnChg>
        <pc:cxnChg chg="add mod">
          <ac:chgData name="Takeuchi, Koichiro" userId="b3848a05-443b-4434-8fa5-7398ca0c03c9" providerId="ADAL" clId="{80B71E5D-E31E-4962-AC9B-BD35B338D1CC}" dt="2024-05-24T06:42:05.789" v="3032" actId="1076"/>
          <ac:cxnSpMkLst>
            <pc:docMk/>
            <pc:sldMk cId="391420764" sldId="2147468669"/>
            <ac:cxnSpMk id="69" creationId="{0A10F5DB-5BDC-0019-F53D-E4C7A9221881}"/>
          </ac:cxnSpMkLst>
        </pc:cxnChg>
        <pc:cxnChg chg="add mod">
          <ac:chgData name="Takeuchi, Koichiro" userId="b3848a05-443b-4434-8fa5-7398ca0c03c9" providerId="ADAL" clId="{80B71E5D-E31E-4962-AC9B-BD35B338D1CC}" dt="2024-05-24T06:42:05.789" v="3032" actId="1076"/>
          <ac:cxnSpMkLst>
            <pc:docMk/>
            <pc:sldMk cId="391420764" sldId="2147468669"/>
            <ac:cxnSpMk id="74" creationId="{B29633F2-FBA5-B80C-2ADC-2B8CF2B844F6}"/>
          </ac:cxnSpMkLst>
        </pc:cxnChg>
      </pc:sldChg>
      <pc:sldChg chg="addSp delSp modSp add mod">
        <pc:chgData name="Takeuchi, Koichiro" userId="b3848a05-443b-4434-8fa5-7398ca0c03c9" providerId="ADAL" clId="{80B71E5D-E31E-4962-AC9B-BD35B338D1CC}" dt="2024-05-24T07:00:48.307" v="4103" actId="20577"/>
        <pc:sldMkLst>
          <pc:docMk/>
          <pc:sldMk cId="3260510982" sldId="2147468670"/>
        </pc:sldMkLst>
        <pc:spChg chg="mod">
          <ac:chgData name="Takeuchi, Koichiro" userId="b3848a05-443b-4434-8fa5-7398ca0c03c9" providerId="ADAL" clId="{80B71E5D-E31E-4962-AC9B-BD35B338D1CC}" dt="2024-05-24T07:00:48.307" v="4103" actId="20577"/>
          <ac:spMkLst>
            <pc:docMk/>
            <pc:sldMk cId="3260510982" sldId="2147468670"/>
            <ac:spMk id="2" creationId="{236E8044-5707-32C9-BB39-B5830ACA9388}"/>
          </ac:spMkLst>
        </pc:spChg>
        <pc:spChg chg="mod">
          <ac:chgData name="Takeuchi, Koichiro" userId="b3848a05-443b-4434-8fa5-7398ca0c03c9" providerId="ADAL" clId="{80B71E5D-E31E-4962-AC9B-BD35B338D1CC}" dt="2024-05-24T06:58:13.909" v="4039" actId="20577"/>
          <ac:spMkLst>
            <pc:docMk/>
            <pc:sldMk cId="3260510982" sldId="2147468670"/>
            <ac:spMk id="3" creationId="{6F87811F-22A0-40CB-5137-F9234735B4E4}"/>
          </ac:spMkLst>
        </pc:spChg>
        <pc:spChg chg="mod">
          <ac:chgData name="Takeuchi, Koichiro" userId="b3848a05-443b-4434-8fa5-7398ca0c03c9" providerId="ADAL" clId="{80B71E5D-E31E-4962-AC9B-BD35B338D1CC}" dt="2024-05-24T06:59:25.150" v="4049" actId="20577"/>
          <ac:spMkLst>
            <pc:docMk/>
            <pc:sldMk cId="3260510982" sldId="2147468670"/>
            <ac:spMk id="4" creationId="{4E91C10C-2DEB-B4D7-60F2-3238F2D38E1C}"/>
          </ac:spMkLst>
        </pc:spChg>
        <pc:spChg chg="add mod">
          <ac:chgData name="Takeuchi, Koichiro" userId="b3848a05-443b-4434-8fa5-7398ca0c03c9" providerId="ADAL" clId="{80B71E5D-E31E-4962-AC9B-BD35B338D1CC}" dt="2024-05-24T06:55:21.043" v="3657"/>
          <ac:spMkLst>
            <pc:docMk/>
            <pc:sldMk cId="3260510982" sldId="2147468670"/>
            <ac:spMk id="8" creationId="{CDDCE6F2-9288-BD29-7ABF-9B3CAEDCC58C}"/>
          </ac:spMkLst>
        </pc:spChg>
        <pc:spChg chg="add mod">
          <ac:chgData name="Takeuchi, Koichiro" userId="b3848a05-443b-4434-8fa5-7398ca0c03c9" providerId="ADAL" clId="{80B71E5D-E31E-4962-AC9B-BD35B338D1CC}" dt="2024-05-24T06:55:21.043" v="3657"/>
          <ac:spMkLst>
            <pc:docMk/>
            <pc:sldMk cId="3260510982" sldId="2147468670"/>
            <ac:spMk id="9" creationId="{4CCE95F2-FE35-CDDD-E343-07C0A4488FD1}"/>
          </ac:spMkLst>
        </pc:spChg>
        <pc:spChg chg="add mod">
          <ac:chgData name="Takeuchi, Koichiro" userId="b3848a05-443b-4434-8fa5-7398ca0c03c9" providerId="ADAL" clId="{80B71E5D-E31E-4962-AC9B-BD35B338D1CC}" dt="2024-05-24T06:55:21.043" v="3657"/>
          <ac:spMkLst>
            <pc:docMk/>
            <pc:sldMk cId="3260510982" sldId="2147468670"/>
            <ac:spMk id="10" creationId="{6ED2A0D5-B2BB-096E-1FBB-4FC96EF923F4}"/>
          </ac:spMkLst>
        </pc:spChg>
        <pc:spChg chg="add mod">
          <ac:chgData name="Takeuchi, Koichiro" userId="b3848a05-443b-4434-8fa5-7398ca0c03c9" providerId="ADAL" clId="{80B71E5D-E31E-4962-AC9B-BD35B338D1CC}" dt="2024-05-24T06:55:21.043" v="3657"/>
          <ac:spMkLst>
            <pc:docMk/>
            <pc:sldMk cId="3260510982" sldId="2147468670"/>
            <ac:spMk id="11" creationId="{129A466A-3372-7DF2-5712-C42462704E55}"/>
          </ac:spMkLst>
        </pc:spChg>
        <pc:spChg chg="add mod">
          <ac:chgData name="Takeuchi, Koichiro" userId="b3848a05-443b-4434-8fa5-7398ca0c03c9" providerId="ADAL" clId="{80B71E5D-E31E-4962-AC9B-BD35B338D1CC}" dt="2024-05-24T06:55:21.043" v="3657"/>
          <ac:spMkLst>
            <pc:docMk/>
            <pc:sldMk cId="3260510982" sldId="2147468670"/>
            <ac:spMk id="12" creationId="{38F9CD94-1979-80BA-2FEE-99E3705EFAA4}"/>
          </ac:spMkLst>
        </pc:spChg>
        <pc:spChg chg="add mod">
          <ac:chgData name="Takeuchi, Koichiro" userId="b3848a05-443b-4434-8fa5-7398ca0c03c9" providerId="ADAL" clId="{80B71E5D-E31E-4962-AC9B-BD35B338D1CC}" dt="2024-05-24T06:55:21.043" v="3657"/>
          <ac:spMkLst>
            <pc:docMk/>
            <pc:sldMk cId="3260510982" sldId="2147468670"/>
            <ac:spMk id="13" creationId="{814B6E50-7215-BD5F-A08A-76522DFDA07F}"/>
          </ac:spMkLst>
        </pc:spChg>
        <pc:spChg chg="add mod">
          <ac:chgData name="Takeuchi, Koichiro" userId="b3848a05-443b-4434-8fa5-7398ca0c03c9" providerId="ADAL" clId="{80B71E5D-E31E-4962-AC9B-BD35B338D1CC}" dt="2024-05-24T06:55:21.043" v="3657"/>
          <ac:spMkLst>
            <pc:docMk/>
            <pc:sldMk cId="3260510982" sldId="2147468670"/>
            <ac:spMk id="14" creationId="{291EAAF0-F479-A66D-B5C1-F4928F3E7318}"/>
          </ac:spMkLst>
        </pc:spChg>
        <pc:spChg chg="add mod">
          <ac:chgData name="Takeuchi, Koichiro" userId="b3848a05-443b-4434-8fa5-7398ca0c03c9" providerId="ADAL" clId="{80B71E5D-E31E-4962-AC9B-BD35B338D1CC}" dt="2024-05-24T06:55:21.043" v="3657"/>
          <ac:spMkLst>
            <pc:docMk/>
            <pc:sldMk cId="3260510982" sldId="2147468670"/>
            <ac:spMk id="15" creationId="{60627E1A-3DAA-4889-D282-656B0BD0C8D5}"/>
          </ac:spMkLst>
        </pc:spChg>
        <pc:spChg chg="add mod">
          <ac:chgData name="Takeuchi, Koichiro" userId="b3848a05-443b-4434-8fa5-7398ca0c03c9" providerId="ADAL" clId="{80B71E5D-E31E-4962-AC9B-BD35B338D1CC}" dt="2024-05-24T06:55:21.043" v="3657"/>
          <ac:spMkLst>
            <pc:docMk/>
            <pc:sldMk cId="3260510982" sldId="2147468670"/>
            <ac:spMk id="16" creationId="{4DADC4A8-F48D-3591-A986-AAA5C5E36986}"/>
          </ac:spMkLst>
        </pc:spChg>
        <pc:spChg chg="add mod">
          <ac:chgData name="Takeuchi, Koichiro" userId="b3848a05-443b-4434-8fa5-7398ca0c03c9" providerId="ADAL" clId="{80B71E5D-E31E-4962-AC9B-BD35B338D1CC}" dt="2024-05-24T06:55:21.043" v="3657"/>
          <ac:spMkLst>
            <pc:docMk/>
            <pc:sldMk cId="3260510982" sldId="2147468670"/>
            <ac:spMk id="17" creationId="{11FC6970-3348-F473-8EB1-0F1DB9BD5695}"/>
          </ac:spMkLst>
        </pc:spChg>
        <pc:spChg chg="add mod">
          <ac:chgData name="Takeuchi, Koichiro" userId="b3848a05-443b-4434-8fa5-7398ca0c03c9" providerId="ADAL" clId="{80B71E5D-E31E-4962-AC9B-BD35B338D1CC}" dt="2024-05-24T06:55:21.043" v="3657"/>
          <ac:spMkLst>
            <pc:docMk/>
            <pc:sldMk cId="3260510982" sldId="2147468670"/>
            <ac:spMk id="18" creationId="{089EDE5E-EF4A-2C8A-9B4D-392AF33D1B50}"/>
          </ac:spMkLst>
        </pc:spChg>
        <pc:spChg chg="add mod">
          <ac:chgData name="Takeuchi, Koichiro" userId="b3848a05-443b-4434-8fa5-7398ca0c03c9" providerId="ADAL" clId="{80B71E5D-E31E-4962-AC9B-BD35B338D1CC}" dt="2024-05-24T06:55:21.043" v="3657"/>
          <ac:spMkLst>
            <pc:docMk/>
            <pc:sldMk cId="3260510982" sldId="2147468670"/>
            <ac:spMk id="25" creationId="{259B9135-916B-32DF-9482-8CCC1B41CB59}"/>
          </ac:spMkLst>
        </pc:spChg>
        <pc:spChg chg="add mod">
          <ac:chgData name="Takeuchi, Koichiro" userId="b3848a05-443b-4434-8fa5-7398ca0c03c9" providerId="ADAL" clId="{80B71E5D-E31E-4962-AC9B-BD35B338D1CC}" dt="2024-05-24T06:55:21.043" v="3657"/>
          <ac:spMkLst>
            <pc:docMk/>
            <pc:sldMk cId="3260510982" sldId="2147468670"/>
            <ac:spMk id="26" creationId="{5B8CBC7A-40A6-35A1-796D-24835B3DBF01}"/>
          </ac:spMkLst>
        </pc:spChg>
        <pc:spChg chg="add mod">
          <ac:chgData name="Takeuchi, Koichiro" userId="b3848a05-443b-4434-8fa5-7398ca0c03c9" providerId="ADAL" clId="{80B71E5D-E31E-4962-AC9B-BD35B338D1CC}" dt="2024-05-24T06:55:21.043" v="3657"/>
          <ac:spMkLst>
            <pc:docMk/>
            <pc:sldMk cId="3260510982" sldId="2147468670"/>
            <ac:spMk id="27" creationId="{BB81A55F-0168-4E2E-21FD-5C510A688DF5}"/>
          </ac:spMkLst>
        </pc:spChg>
        <pc:spChg chg="add mod">
          <ac:chgData name="Takeuchi, Koichiro" userId="b3848a05-443b-4434-8fa5-7398ca0c03c9" providerId="ADAL" clId="{80B71E5D-E31E-4962-AC9B-BD35B338D1CC}" dt="2024-05-24T06:55:21.043" v="3657"/>
          <ac:spMkLst>
            <pc:docMk/>
            <pc:sldMk cId="3260510982" sldId="2147468670"/>
            <ac:spMk id="28" creationId="{00E2A183-D5A7-F7CF-6EDD-3C1A0621EC87}"/>
          </ac:spMkLst>
        </pc:spChg>
        <pc:spChg chg="add mod">
          <ac:chgData name="Takeuchi, Koichiro" userId="b3848a05-443b-4434-8fa5-7398ca0c03c9" providerId="ADAL" clId="{80B71E5D-E31E-4962-AC9B-BD35B338D1CC}" dt="2024-05-24T06:55:21.043" v="3657"/>
          <ac:spMkLst>
            <pc:docMk/>
            <pc:sldMk cId="3260510982" sldId="2147468670"/>
            <ac:spMk id="29" creationId="{28B627AF-45F3-63AB-2DA7-C071DA0888B2}"/>
          </ac:spMkLst>
        </pc:spChg>
        <pc:spChg chg="add mod">
          <ac:chgData name="Takeuchi, Koichiro" userId="b3848a05-443b-4434-8fa5-7398ca0c03c9" providerId="ADAL" clId="{80B71E5D-E31E-4962-AC9B-BD35B338D1CC}" dt="2024-05-24T06:55:21.043" v="3657"/>
          <ac:spMkLst>
            <pc:docMk/>
            <pc:sldMk cId="3260510982" sldId="2147468670"/>
            <ac:spMk id="30" creationId="{06863CA3-914D-415D-6670-CA872FA537AF}"/>
          </ac:spMkLst>
        </pc:spChg>
        <pc:spChg chg="add mod">
          <ac:chgData name="Takeuchi, Koichiro" userId="b3848a05-443b-4434-8fa5-7398ca0c03c9" providerId="ADAL" clId="{80B71E5D-E31E-4962-AC9B-BD35B338D1CC}" dt="2024-05-24T06:55:21.043" v="3657"/>
          <ac:spMkLst>
            <pc:docMk/>
            <pc:sldMk cId="3260510982" sldId="2147468670"/>
            <ac:spMk id="31" creationId="{049DF2D7-951F-3B99-8C26-AF364679E837}"/>
          </ac:spMkLst>
        </pc:spChg>
        <pc:spChg chg="add mod">
          <ac:chgData name="Takeuchi, Koichiro" userId="b3848a05-443b-4434-8fa5-7398ca0c03c9" providerId="ADAL" clId="{80B71E5D-E31E-4962-AC9B-BD35B338D1CC}" dt="2024-05-24T06:55:21.043" v="3657"/>
          <ac:spMkLst>
            <pc:docMk/>
            <pc:sldMk cId="3260510982" sldId="2147468670"/>
            <ac:spMk id="36" creationId="{EDEEC6AF-FC42-4BE5-F582-2FE779F92B15}"/>
          </ac:spMkLst>
        </pc:spChg>
        <pc:spChg chg="add mod">
          <ac:chgData name="Takeuchi, Koichiro" userId="b3848a05-443b-4434-8fa5-7398ca0c03c9" providerId="ADAL" clId="{80B71E5D-E31E-4962-AC9B-BD35B338D1CC}" dt="2024-05-24T06:55:21.043" v="3657"/>
          <ac:spMkLst>
            <pc:docMk/>
            <pc:sldMk cId="3260510982" sldId="2147468670"/>
            <ac:spMk id="38" creationId="{46B94610-AF08-43BD-30E6-BC5244447AD0}"/>
          </ac:spMkLst>
        </pc:spChg>
        <pc:spChg chg="add mod">
          <ac:chgData name="Takeuchi, Koichiro" userId="b3848a05-443b-4434-8fa5-7398ca0c03c9" providerId="ADAL" clId="{80B71E5D-E31E-4962-AC9B-BD35B338D1CC}" dt="2024-05-24T06:55:21.043" v="3657"/>
          <ac:spMkLst>
            <pc:docMk/>
            <pc:sldMk cId="3260510982" sldId="2147468670"/>
            <ac:spMk id="39" creationId="{11351507-F53B-591C-A935-9E3A47FDD3D5}"/>
          </ac:spMkLst>
        </pc:spChg>
        <pc:spChg chg="add mod">
          <ac:chgData name="Takeuchi, Koichiro" userId="b3848a05-443b-4434-8fa5-7398ca0c03c9" providerId="ADAL" clId="{80B71E5D-E31E-4962-AC9B-BD35B338D1CC}" dt="2024-05-24T06:55:21.043" v="3657"/>
          <ac:spMkLst>
            <pc:docMk/>
            <pc:sldMk cId="3260510982" sldId="2147468670"/>
            <ac:spMk id="40" creationId="{E6D370B3-3156-39C8-99AE-D3BD028BD09C}"/>
          </ac:spMkLst>
        </pc:spChg>
        <pc:spChg chg="add mod">
          <ac:chgData name="Takeuchi, Koichiro" userId="b3848a05-443b-4434-8fa5-7398ca0c03c9" providerId="ADAL" clId="{80B71E5D-E31E-4962-AC9B-BD35B338D1CC}" dt="2024-05-24T06:55:21.043" v="3657"/>
          <ac:spMkLst>
            <pc:docMk/>
            <pc:sldMk cId="3260510982" sldId="2147468670"/>
            <ac:spMk id="42" creationId="{EB80D8F9-1358-6BF0-C1ED-412C24B46888}"/>
          </ac:spMkLst>
        </pc:spChg>
        <pc:spChg chg="add mod">
          <ac:chgData name="Takeuchi, Koichiro" userId="b3848a05-443b-4434-8fa5-7398ca0c03c9" providerId="ADAL" clId="{80B71E5D-E31E-4962-AC9B-BD35B338D1CC}" dt="2024-05-24T06:55:21.043" v="3657"/>
          <ac:spMkLst>
            <pc:docMk/>
            <pc:sldMk cId="3260510982" sldId="2147468670"/>
            <ac:spMk id="43" creationId="{F6767280-66D4-1630-02C0-E020240CD770}"/>
          </ac:spMkLst>
        </pc:spChg>
        <pc:spChg chg="add mod">
          <ac:chgData name="Takeuchi, Koichiro" userId="b3848a05-443b-4434-8fa5-7398ca0c03c9" providerId="ADAL" clId="{80B71E5D-E31E-4962-AC9B-BD35B338D1CC}" dt="2024-05-24T06:55:21.043" v="3657"/>
          <ac:spMkLst>
            <pc:docMk/>
            <pc:sldMk cId="3260510982" sldId="2147468670"/>
            <ac:spMk id="44" creationId="{F7268797-B446-4CB5-96CA-703CD68E0F94}"/>
          </ac:spMkLst>
        </pc:spChg>
        <pc:spChg chg="add mod">
          <ac:chgData name="Takeuchi, Koichiro" userId="b3848a05-443b-4434-8fa5-7398ca0c03c9" providerId="ADAL" clId="{80B71E5D-E31E-4962-AC9B-BD35B338D1CC}" dt="2024-05-24T06:55:21.043" v="3657"/>
          <ac:spMkLst>
            <pc:docMk/>
            <pc:sldMk cId="3260510982" sldId="2147468670"/>
            <ac:spMk id="45" creationId="{707B1220-E2D1-AF0B-F223-08FB252953C2}"/>
          </ac:spMkLst>
        </pc:spChg>
        <pc:spChg chg="add mod">
          <ac:chgData name="Takeuchi, Koichiro" userId="b3848a05-443b-4434-8fa5-7398ca0c03c9" providerId="ADAL" clId="{80B71E5D-E31E-4962-AC9B-BD35B338D1CC}" dt="2024-05-24T06:55:21.043" v="3657"/>
          <ac:spMkLst>
            <pc:docMk/>
            <pc:sldMk cId="3260510982" sldId="2147468670"/>
            <ac:spMk id="48" creationId="{6482A961-B2B7-7B50-A042-EF67D1A79FB5}"/>
          </ac:spMkLst>
        </pc:spChg>
        <pc:spChg chg="add mod">
          <ac:chgData name="Takeuchi, Koichiro" userId="b3848a05-443b-4434-8fa5-7398ca0c03c9" providerId="ADAL" clId="{80B71E5D-E31E-4962-AC9B-BD35B338D1CC}" dt="2024-05-24T06:55:21.043" v="3657"/>
          <ac:spMkLst>
            <pc:docMk/>
            <pc:sldMk cId="3260510982" sldId="2147468670"/>
            <ac:spMk id="49" creationId="{5E40CAAF-57B7-63CF-88CF-C1D36C5218B4}"/>
          </ac:spMkLst>
        </pc:spChg>
        <pc:spChg chg="add mod">
          <ac:chgData name="Takeuchi, Koichiro" userId="b3848a05-443b-4434-8fa5-7398ca0c03c9" providerId="ADAL" clId="{80B71E5D-E31E-4962-AC9B-BD35B338D1CC}" dt="2024-05-24T06:55:21.043" v="3657"/>
          <ac:spMkLst>
            <pc:docMk/>
            <pc:sldMk cId="3260510982" sldId="2147468670"/>
            <ac:spMk id="50" creationId="{A1DE78F9-28A1-6FB4-F7E2-97891A656023}"/>
          </ac:spMkLst>
        </pc:spChg>
        <pc:spChg chg="add mod">
          <ac:chgData name="Takeuchi, Koichiro" userId="b3848a05-443b-4434-8fa5-7398ca0c03c9" providerId="ADAL" clId="{80B71E5D-E31E-4962-AC9B-BD35B338D1CC}" dt="2024-05-24T06:55:21.043" v="3657"/>
          <ac:spMkLst>
            <pc:docMk/>
            <pc:sldMk cId="3260510982" sldId="2147468670"/>
            <ac:spMk id="51" creationId="{4D8AA017-D1AE-A89B-5596-1A7D2CCD1021}"/>
          </ac:spMkLst>
        </pc:spChg>
        <pc:spChg chg="add mod">
          <ac:chgData name="Takeuchi, Koichiro" userId="b3848a05-443b-4434-8fa5-7398ca0c03c9" providerId="ADAL" clId="{80B71E5D-E31E-4962-AC9B-BD35B338D1CC}" dt="2024-05-24T06:55:21.043" v="3657"/>
          <ac:spMkLst>
            <pc:docMk/>
            <pc:sldMk cId="3260510982" sldId="2147468670"/>
            <ac:spMk id="52" creationId="{45062D33-82A0-5387-A784-ECF050BBBA49}"/>
          </ac:spMkLst>
        </pc:spChg>
        <pc:spChg chg="add mod">
          <ac:chgData name="Takeuchi, Koichiro" userId="b3848a05-443b-4434-8fa5-7398ca0c03c9" providerId="ADAL" clId="{80B71E5D-E31E-4962-AC9B-BD35B338D1CC}" dt="2024-05-24T06:55:21.043" v="3657"/>
          <ac:spMkLst>
            <pc:docMk/>
            <pc:sldMk cId="3260510982" sldId="2147468670"/>
            <ac:spMk id="53" creationId="{5ED2AA93-A290-C3CC-B888-BBBDD227727C}"/>
          </ac:spMkLst>
        </pc:spChg>
        <pc:spChg chg="add mod">
          <ac:chgData name="Takeuchi, Koichiro" userId="b3848a05-443b-4434-8fa5-7398ca0c03c9" providerId="ADAL" clId="{80B71E5D-E31E-4962-AC9B-BD35B338D1CC}" dt="2024-05-24T06:55:21.043" v="3657"/>
          <ac:spMkLst>
            <pc:docMk/>
            <pc:sldMk cId="3260510982" sldId="2147468670"/>
            <ac:spMk id="54" creationId="{CB5ACA1E-236D-BE33-6F82-7A5CFD8EFEA9}"/>
          </ac:spMkLst>
        </pc:spChg>
        <pc:spChg chg="add mod">
          <ac:chgData name="Takeuchi, Koichiro" userId="b3848a05-443b-4434-8fa5-7398ca0c03c9" providerId="ADAL" clId="{80B71E5D-E31E-4962-AC9B-BD35B338D1CC}" dt="2024-05-24T06:55:21.043" v="3657"/>
          <ac:spMkLst>
            <pc:docMk/>
            <pc:sldMk cId="3260510982" sldId="2147468670"/>
            <ac:spMk id="61" creationId="{6979E1E9-41BB-F28E-97A6-D5AE2CBC3B7C}"/>
          </ac:spMkLst>
        </pc:spChg>
        <pc:spChg chg="add mod">
          <ac:chgData name="Takeuchi, Koichiro" userId="b3848a05-443b-4434-8fa5-7398ca0c03c9" providerId="ADAL" clId="{80B71E5D-E31E-4962-AC9B-BD35B338D1CC}" dt="2024-05-24T06:55:21.043" v="3657"/>
          <ac:spMkLst>
            <pc:docMk/>
            <pc:sldMk cId="3260510982" sldId="2147468670"/>
            <ac:spMk id="63" creationId="{1B27BC66-90C6-9F7B-A0E5-08F843293D6B}"/>
          </ac:spMkLst>
        </pc:spChg>
        <pc:spChg chg="add mod">
          <ac:chgData name="Takeuchi, Koichiro" userId="b3848a05-443b-4434-8fa5-7398ca0c03c9" providerId="ADAL" clId="{80B71E5D-E31E-4962-AC9B-BD35B338D1CC}" dt="2024-05-24T06:55:21.043" v="3657"/>
          <ac:spMkLst>
            <pc:docMk/>
            <pc:sldMk cId="3260510982" sldId="2147468670"/>
            <ac:spMk id="64" creationId="{000B6B14-37BB-B620-830C-DDB204566406}"/>
          </ac:spMkLst>
        </pc:spChg>
        <pc:picChg chg="add mod">
          <ac:chgData name="Takeuchi, Koichiro" userId="b3848a05-443b-4434-8fa5-7398ca0c03c9" providerId="ADAL" clId="{80B71E5D-E31E-4962-AC9B-BD35B338D1CC}" dt="2024-05-24T06:55:45.508" v="3710" actId="14100"/>
          <ac:picMkLst>
            <pc:docMk/>
            <pc:sldMk cId="3260510982" sldId="2147468670"/>
            <ac:picMk id="65" creationId="{A5192F88-1C92-5242-738A-84588A81245F}"/>
          </ac:picMkLst>
        </pc:picChg>
        <pc:picChg chg="add mod">
          <ac:chgData name="Takeuchi, Koichiro" userId="b3848a05-443b-4434-8fa5-7398ca0c03c9" providerId="ADAL" clId="{80B71E5D-E31E-4962-AC9B-BD35B338D1CC}" dt="2024-05-24T06:56:18.287" v="3789" actId="1036"/>
          <ac:picMkLst>
            <pc:docMk/>
            <pc:sldMk cId="3260510982" sldId="2147468670"/>
            <ac:picMk id="66" creationId="{8B71749B-76DB-0499-1235-D3448BBB44EF}"/>
          </ac:picMkLst>
        </pc:picChg>
        <pc:picChg chg="add del mod">
          <ac:chgData name="Takeuchi, Koichiro" userId="b3848a05-443b-4434-8fa5-7398ca0c03c9" providerId="ADAL" clId="{80B71E5D-E31E-4962-AC9B-BD35B338D1CC}" dt="2024-05-24T06:57:25.060" v="3904" actId="478"/>
          <ac:picMkLst>
            <pc:docMk/>
            <pc:sldMk cId="3260510982" sldId="2147468670"/>
            <ac:picMk id="67" creationId="{CCADF11F-4FD4-6A43-77B8-983947523169}"/>
          </ac:picMkLst>
        </pc:picChg>
        <pc:picChg chg="add mod">
          <ac:chgData name="Takeuchi, Koichiro" userId="b3848a05-443b-4434-8fa5-7398ca0c03c9" providerId="ADAL" clId="{80B71E5D-E31E-4962-AC9B-BD35B338D1CC}" dt="2024-05-24T06:57:47.496" v="3930" actId="12788"/>
          <ac:picMkLst>
            <pc:docMk/>
            <pc:sldMk cId="3260510982" sldId="2147468670"/>
            <ac:picMk id="68" creationId="{00F9C26D-8B78-CC87-EF4B-8DA7F79EE475}"/>
          </ac:picMkLst>
        </pc:picChg>
        <pc:picChg chg="del">
          <ac:chgData name="Takeuchi, Koichiro" userId="b3848a05-443b-4434-8fa5-7398ca0c03c9" providerId="ADAL" clId="{80B71E5D-E31E-4962-AC9B-BD35B338D1CC}" dt="2024-05-24T06:53:37.793" v="3456" actId="478"/>
          <ac:picMkLst>
            <pc:docMk/>
            <pc:sldMk cId="3260510982" sldId="2147468670"/>
            <ac:picMk id="85" creationId="{EF63B083-6B97-50B2-A727-5D9939E0FB23}"/>
          </ac:picMkLst>
        </pc:picChg>
        <pc:cxnChg chg="add mod">
          <ac:chgData name="Takeuchi, Koichiro" userId="b3848a05-443b-4434-8fa5-7398ca0c03c9" providerId="ADAL" clId="{80B71E5D-E31E-4962-AC9B-BD35B338D1CC}" dt="2024-05-24T06:55:21.043" v="3657"/>
          <ac:cxnSpMkLst>
            <pc:docMk/>
            <pc:sldMk cId="3260510982" sldId="2147468670"/>
            <ac:cxnSpMk id="7" creationId="{9BBDAD17-7177-231F-CCCE-888D2D3D0D61}"/>
          </ac:cxnSpMkLst>
        </pc:cxnChg>
        <pc:cxnChg chg="add mod">
          <ac:chgData name="Takeuchi, Koichiro" userId="b3848a05-443b-4434-8fa5-7398ca0c03c9" providerId="ADAL" clId="{80B71E5D-E31E-4962-AC9B-BD35B338D1CC}" dt="2024-05-24T06:55:21.043" v="3657"/>
          <ac:cxnSpMkLst>
            <pc:docMk/>
            <pc:sldMk cId="3260510982" sldId="2147468670"/>
            <ac:cxnSpMk id="19" creationId="{B3F32866-C4A3-9BE4-7ABE-31572DEA9107}"/>
          </ac:cxnSpMkLst>
        </pc:cxnChg>
        <pc:cxnChg chg="add mod">
          <ac:chgData name="Takeuchi, Koichiro" userId="b3848a05-443b-4434-8fa5-7398ca0c03c9" providerId="ADAL" clId="{80B71E5D-E31E-4962-AC9B-BD35B338D1CC}" dt="2024-05-24T06:55:21.043" v="3657"/>
          <ac:cxnSpMkLst>
            <pc:docMk/>
            <pc:sldMk cId="3260510982" sldId="2147468670"/>
            <ac:cxnSpMk id="20" creationId="{8D3FA54F-27BB-F1D7-76A2-B1CE4578231A}"/>
          </ac:cxnSpMkLst>
        </pc:cxnChg>
        <pc:cxnChg chg="add mod">
          <ac:chgData name="Takeuchi, Koichiro" userId="b3848a05-443b-4434-8fa5-7398ca0c03c9" providerId="ADAL" clId="{80B71E5D-E31E-4962-AC9B-BD35B338D1CC}" dt="2024-05-24T06:55:21.043" v="3657"/>
          <ac:cxnSpMkLst>
            <pc:docMk/>
            <pc:sldMk cId="3260510982" sldId="2147468670"/>
            <ac:cxnSpMk id="21" creationId="{81D90299-410C-442F-D758-E58D258F0BA3}"/>
          </ac:cxnSpMkLst>
        </pc:cxnChg>
        <pc:cxnChg chg="add mod">
          <ac:chgData name="Takeuchi, Koichiro" userId="b3848a05-443b-4434-8fa5-7398ca0c03c9" providerId="ADAL" clId="{80B71E5D-E31E-4962-AC9B-BD35B338D1CC}" dt="2024-05-24T06:55:21.043" v="3657"/>
          <ac:cxnSpMkLst>
            <pc:docMk/>
            <pc:sldMk cId="3260510982" sldId="2147468670"/>
            <ac:cxnSpMk id="22" creationId="{69036E25-F6B8-D589-E74C-1BFB932DDC2E}"/>
          </ac:cxnSpMkLst>
        </pc:cxnChg>
        <pc:cxnChg chg="add mod">
          <ac:chgData name="Takeuchi, Koichiro" userId="b3848a05-443b-4434-8fa5-7398ca0c03c9" providerId="ADAL" clId="{80B71E5D-E31E-4962-AC9B-BD35B338D1CC}" dt="2024-05-24T06:55:21.043" v="3657"/>
          <ac:cxnSpMkLst>
            <pc:docMk/>
            <pc:sldMk cId="3260510982" sldId="2147468670"/>
            <ac:cxnSpMk id="23" creationId="{4F6A15DF-E4BC-1891-BA33-A96A2F034894}"/>
          </ac:cxnSpMkLst>
        </pc:cxnChg>
        <pc:cxnChg chg="add mod">
          <ac:chgData name="Takeuchi, Koichiro" userId="b3848a05-443b-4434-8fa5-7398ca0c03c9" providerId="ADAL" clId="{80B71E5D-E31E-4962-AC9B-BD35B338D1CC}" dt="2024-05-24T06:55:21.043" v="3657"/>
          <ac:cxnSpMkLst>
            <pc:docMk/>
            <pc:sldMk cId="3260510982" sldId="2147468670"/>
            <ac:cxnSpMk id="24" creationId="{2A99E111-B4F3-4190-3047-9112FF52DDFC}"/>
          </ac:cxnSpMkLst>
        </pc:cxnChg>
        <pc:cxnChg chg="add mod">
          <ac:chgData name="Takeuchi, Koichiro" userId="b3848a05-443b-4434-8fa5-7398ca0c03c9" providerId="ADAL" clId="{80B71E5D-E31E-4962-AC9B-BD35B338D1CC}" dt="2024-05-24T06:55:21.043" v="3657"/>
          <ac:cxnSpMkLst>
            <pc:docMk/>
            <pc:sldMk cId="3260510982" sldId="2147468670"/>
            <ac:cxnSpMk id="32" creationId="{4645D056-8EEA-79DF-415A-1C5727F6BED0}"/>
          </ac:cxnSpMkLst>
        </pc:cxnChg>
        <pc:cxnChg chg="add mod">
          <ac:chgData name="Takeuchi, Koichiro" userId="b3848a05-443b-4434-8fa5-7398ca0c03c9" providerId="ADAL" clId="{80B71E5D-E31E-4962-AC9B-BD35B338D1CC}" dt="2024-05-24T06:55:21.043" v="3657"/>
          <ac:cxnSpMkLst>
            <pc:docMk/>
            <pc:sldMk cId="3260510982" sldId="2147468670"/>
            <ac:cxnSpMk id="33" creationId="{FCD01B14-6C1C-76E7-63DF-7D6DDC58F655}"/>
          </ac:cxnSpMkLst>
        </pc:cxnChg>
        <pc:cxnChg chg="add mod">
          <ac:chgData name="Takeuchi, Koichiro" userId="b3848a05-443b-4434-8fa5-7398ca0c03c9" providerId="ADAL" clId="{80B71E5D-E31E-4962-AC9B-BD35B338D1CC}" dt="2024-05-24T06:55:21.043" v="3657"/>
          <ac:cxnSpMkLst>
            <pc:docMk/>
            <pc:sldMk cId="3260510982" sldId="2147468670"/>
            <ac:cxnSpMk id="34" creationId="{E26BF96A-3EA0-AE7B-2C02-AC21309D4566}"/>
          </ac:cxnSpMkLst>
        </pc:cxnChg>
        <pc:cxnChg chg="add mod">
          <ac:chgData name="Takeuchi, Koichiro" userId="b3848a05-443b-4434-8fa5-7398ca0c03c9" providerId="ADAL" clId="{80B71E5D-E31E-4962-AC9B-BD35B338D1CC}" dt="2024-05-24T06:55:21.043" v="3657"/>
          <ac:cxnSpMkLst>
            <pc:docMk/>
            <pc:sldMk cId="3260510982" sldId="2147468670"/>
            <ac:cxnSpMk id="35" creationId="{B4B2DDD4-0B85-94CE-1B40-613F7F354305}"/>
          </ac:cxnSpMkLst>
        </pc:cxnChg>
        <pc:cxnChg chg="add mod">
          <ac:chgData name="Takeuchi, Koichiro" userId="b3848a05-443b-4434-8fa5-7398ca0c03c9" providerId="ADAL" clId="{80B71E5D-E31E-4962-AC9B-BD35B338D1CC}" dt="2024-05-24T06:55:21.043" v="3657"/>
          <ac:cxnSpMkLst>
            <pc:docMk/>
            <pc:sldMk cId="3260510982" sldId="2147468670"/>
            <ac:cxnSpMk id="37" creationId="{566EFF92-61A0-7634-671D-F500C329E21A}"/>
          </ac:cxnSpMkLst>
        </pc:cxnChg>
        <pc:cxnChg chg="add mod">
          <ac:chgData name="Takeuchi, Koichiro" userId="b3848a05-443b-4434-8fa5-7398ca0c03c9" providerId="ADAL" clId="{80B71E5D-E31E-4962-AC9B-BD35B338D1CC}" dt="2024-05-24T06:55:21.043" v="3657"/>
          <ac:cxnSpMkLst>
            <pc:docMk/>
            <pc:sldMk cId="3260510982" sldId="2147468670"/>
            <ac:cxnSpMk id="41" creationId="{66BCF45A-3BCE-1FEE-683A-FC6F6D450DAD}"/>
          </ac:cxnSpMkLst>
        </pc:cxnChg>
        <pc:cxnChg chg="add mod">
          <ac:chgData name="Takeuchi, Koichiro" userId="b3848a05-443b-4434-8fa5-7398ca0c03c9" providerId="ADAL" clId="{80B71E5D-E31E-4962-AC9B-BD35B338D1CC}" dt="2024-05-24T06:55:21.043" v="3657"/>
          <ac:cxnSpMkLst>
            <pc:docMk/>
            <pc:sldMk cId="3260510982" sldId="2147468670"/>
            <ac:cxnSpMk id="46" creationId="{3F63117F-6527-81D8-71D0-9DE2A3F1657B}"/>
          </ac:cxnSpMkLst>
        </pc:cxnChg>
        <pc:cxnChg chg="add mod">
          <ac:chgData name="Takeuchi, Koichiro" userId="b3848a05-443b-4434-8fa5-7398ca0c03c9" providerId="ADAL" clId="{80B71E5D-E31E-4962-AC9B-BD35B338D1CC}" dt="2024-05-24T06:55:21.043" v="3657"/>
          <ac:cxnSpMkLst>
            <pc:docMk/>
            <pc:sldMk cId="3260510982" sldId="2147468670"/>
            <ac:cxnSpMk id="47" creationId="{ADBCE229-E2A0-8963-F5DA-C45A556DC6AE}"/>
          </ac:cxnSpMkLst>
        </pc:cxnChg>
        <pc:cxnChg chg="add mod">
          <ac:chgData name="Takeuchi, Koichiro" userId="b3848a05-443b-4434-8fa5-7398ca0c03c9" providerId="ADAL" clId="{80B71E5D-E31E-4962-AC9B-BD35B338D1CC}" dt="2024-05-24T06:55:21.043" v="3657"/>
          <ac:cxnSpMkLst>
            <pc:docMk/>
            <pc:sldMk cId="3260510982" sldId="2147468670"/>
            <ac:cxnSpMk id="55" creationId="{122009BF-6213-6530-1E16-6F32B3481424}"/>
          </ac:cxnSpMkLst>
        </pc:cxnChg>
        <pc:cxnChg chg="add mod">
          <ac:chgData name="Takeuchi, Koichiro" userId="b3848a05-443b-4434-8fa5-7398ca0c03c9" providerId="ADAL" clId="{80B71E5D-E31E-4962-AC9B-BD35B338D1CC}" dt="2024-05-24T06:55:21.043" v="3657"/>
          <ac:cxnSpMkLst>
            <pc:docMk/>
            <pc:sldMk cId="3260510982" sldId="2147468670"/>
            <ac:cxnSpMk id="56" creationId="{416D5A7F-D0AA-FF47-B4C2-92B2FF432E31}"/>
          </ac:cxnSpMkLst>
        </pc:cxnChg>
        <pc:cxnChg chg="add mod">
          <ac:chgData name="Takeuchi, Koichiro" userId="b3848a05-443b-4434-8fa5-7398ca0c03c9" providerId="ADAL" clId="{80B71E5D-E31E-4962-AC9B-BD35B338D1CC}" dt="2024-05-24T06:55:21.043" v="3657"/>
          <ac:cxnSpMkLst>
            <pc:docMk/>
            <pc:sldMk cId="3260510982" sldId="2147468670"/>
            <ac:cxnSpMk id="57" creationId="{1338DF94-994A-65B3-B936-378F4BD31D6C}"/>
          </ac:cxnSpMkLst>
        </pc:cxnChg>
        <pc:cxnChg chg="add mod">
          <ac:chgData name="Takeuchi, Koichiro" userId="b3848a05-443b-4434-8fa5-7398ca0c03c9" providerId="ADAL" clId="{80B71E5D-E31E-4962-AC9B-BD35B338D1CC}" dt="2024-05-24T06:55:21.043" v="3657"/>
          <ac:cxnSpMkLst>
            <pc:docMk/>
            <pc:sldMk cId="3260510982" sldId="2147468670"/>
            <ac:cxnSpMk id="58" creationId="{0658417C-116D-B0E6-F6CC-43954139687C}"/>
          </ac:cxnSpMkLst>
        </pc:cxnChg>
        <pc:cxnChg chg="add mod">
          <ac:chgData name="Takeuchi, Koichiro" userId="b3848a05-443b-4434-8fa5-7398ca0c03c9" providerId="ADAL" clId="{80B71E5D-E31E-4962-AC9B-BD35B338D1CC}" dt="2024-05-24T06:55:21.043" v="3657"/>
          <ac:cxnSpMkLst>
            <pc:docMk/>
            <pc:sldMk cId="3260510982" sldId="2147468670"/>
            <ac:cxnSpMk id="59" creationId="{1CE423D7-32D2-A34D-93C6-EAA927AFBD9B}"/>
          </ac:cxnSpMkLst>
        </pc:cxnChg>
        <pc:cxnChg chg="add mod">
          <ac:chgData name="Takeuchi, Koichiro" userId="b3848a05-443b-4434-8fa5-7398ca0c03c9" providerId="ADAL" clId="{80B71E5D-E31E-4962-AC9B-BD35B338D1CC}" dt="2024-05-24T06:55:21.043" v="3657"/>
          <ac:cxnSpMkLst>
            <pc:docMk/>
            <pc:sldMk cId="3260510982" sldId="2147468670"/>
            <ac:cxnSpMk id="60" creationId="{1CAC00ED-2D06-0C79-1BF7-2DE72A11E276}"/>
          </ac:cxnSpMkLst>
        </pc:cxnChg>
        <pc:cxnChg chg="add mod">
          <ac:chgData name="Takeuchi, Koichiro" userId="b3848a05-443b-4434-8fa5-7398ca0c03c9" providerId="ADAL" clId="{80B71E5D-E31E-4962-AC9B-BD35B338D1CC}" dt="2024-05-24T06:55:21.043" v="3657"/>
          <ac:cxnSpMkLst>
            <pc:docMk/>
            <pc:sldMk cId="3260510982" sldId="2147468670"/>
            <ac:cxnSpMk id="62" creationId="{557BDAC0-CAD5-40FE-1D1D-6D6011C743AB}"/>
          </ac:cxnSpMkLst>
        </pc:cxnChg>
      </pc:sldChg>
      <pc:sldChg chg="addSp delSp modSp add mod">
        <pc:chgData name="Takeuchi, Koichiro" userId="b3848a05-443b-4434-8fa5-7398ca0c03c9" providerId="ADAL" clId="{80B71E5D-E31E-4962-AC9B-BD35B338D1CC}" dt="2024-05-24T07:06:15.026" v="4567" actId="12788"/>
        <pc:sldMkLst>
          <pc:docMk/>
          <pc:sldMk cId="3125140011" sldId="2147468671"/>
        </pc:sldMkLst>
        <pc:spChg chg="mod">
          <ac:chgData name="Takeuchi, Koichiro" userId="b3848a05-443b-4434-8fa5-7398ca0c03c9" providerId="ADAL" clId="{80B71E5D-E31E-4962-AC9B-BD35B338D1CC}" dt="2024-05-24T07:01:02.394" v="4174" actId="20577"/>
          <ac:spMkLst>
            <pc:docMk/>
            <pc:sldMk cId="3125140011" sldId="2147468671"/>
            <ac:spMk id="2" creationId="{236E8044-5707-32C9-BB39-B5830ACA9388}"/>
          </ac:spMkLst>
        </pc:spChg>
        <pc:spChg chg="mod">
          <ac:chgData name="Takeuchi, Koichiro" userId="b3848a05-443b-4434-8fa5-7398ca0c03c9" providerId="ADAL" clId="{80B71E5D-E31E-4962-AC9B-BD35B338D1CC}" dt="2024-05-24T07:05:36.218" v="4558" actId="20577"/>
          <ac:spMkLst>
            <pc:docMk/>
            <pc:sldMk cId="3125140011" sldId="2147468671"/>
            <ac:spMk id="3" creationId="{6F87811F-22A0-40CB-5137-F9234735B4E4}"/>
          </ac:spMkLst>
        </pc:spChg>
        <pc:spChg chg="mod">
          <ac:chgData name="Takeuchi, Koichiro" userId="b3848a05-443b-4434-8fa5-7398ca0c03c9" providerId="ADAL" clId="{80B71E5D-E31E-4962-AC9B-BD35B338D1CC}" dt="2024-05-24T07:00:53.778" v="4105" actId="20577"/>
          <ac:spMkLst>
            <pc:docMk/>
            <pc:sldMk cId="3125140011" sldId="2147468671"/>
            <ac:spMk id="4" creationId="{4E91C10C-2DEB-B4D7-60F2-3238F2D38E1C}"/>
          </ac:spMkLst>
        </pc:spChg>
        <pc:spChg chg="add del mod">
          <ac:chgData name="Takeuchi, Koichiro" userId="b3848a05-443b-4434-8fa5-7398ca0c03c9" providerId="ADAL" clId="{80B71E5D-E31E-4962-AC9B-BD35B338D1CC}" dt="2024-05-24T07:05:57.957" v="4561" actId="21"/>
          <ac:spMkLst>
            <pc:docMk/>
            <pc:sldMk cId="3125140011" sldId="2147468671"/>
            <ac:spMk id="7" creationId="{474D06BC-A930-8569-45DB-10ACE55A10CA}"/>
          </ac:spMkLst>
        </pc:spChg>
        <pc:spChg chg="add del mod">
          <ac:chgData name="Takeuchi, Koichiro" userId="b3848a05-443b-4434-8fa5-7398ca0c03c9" providerId="ADAL" clId="{80B71E5D-E31E-4962-AC9B-BD35B338D1CC}" dt="2024-05-24T07:05:57.957" v="4561" actId="21"/>
          <ac:spMkLst>
            <pc:docMk/>
            <pc:sldMk cId="3125140011" sldId="2147468671"/>
            <ac:spMk id="8" creationId="{D2FEF2F9-DD34-EFBF-C9F3-1D0EC342B79E}"/>
          </ac:spMkLst>
        </pc:spChg>
        <pc:spChg chg="add del mod">
          <ac:chgData name="Takeuchi, Koichiro" userId="b3848a05-443b-4434-8fa5-7398ca0c03c9" providerId="ADAL" clId="{80B71E5D-E31E-4962-AC9B-BD35B338D1CC}" dt="2024-05-24T07:05:57.957" v="4561" actId="21"/>
          <ac:spMkLst>
            <pc:docMk/>
            <pc:sldMk cId="3125140011" sldId="2147468671"/>
            <ac:spMk id="9" creationId="{57219C12-86B3-5CF9-0193-E78A7830385A}"/>
          </ac:spMkLst>
        </pc:spChg>
        <pc:spChg chg="add del mod">
          <ac:chgData name="Takeuchi, Koichiro" userId="b3848a05-443b-4434-8fa5-7398ca0c03c9" providerId="ADAL" clId="{80B71E5D-E31E-4962-AC9B-BD35B338D1CC}" dt="2024-05-24T07:05:57.957" v="4561" actId="21"/>
          <ac:spMkLst>
            <pc:docMk/>
            <pc:sldMk cId="3125140011" sldId="2147468671"/>
            <ac:spMk id="10" creationId="{7A460F6E-6CB7-847A-B21B-D87CD9415B5B}"/>
          </ac:spMkLst>
        </pc:spChg>
        <pc:spChg chg="add del mod">
          <ac:chgData name="Takeuchi, Koichiro" userId="b3848a05-443b-4434-8fa5-7398ca0c03c9" providerId="ADAL" clId="{80B71E5D-E31E-4962-AC9B-BD35B338D1CC}" dt="2024-05-24T07:05:57.957" v="4561" actId="21"/>
          <ac:spMkLst>
            <pc:docMk/>
            <pc:sldMk cId="3125140011" sldId="2147468671"/>
            <ac:spMk id="11" creationId="{086D4DFD-EE31-CA95-746B-69869768BDD7}"/>
          </ac:spMkLst>
        </pc:spChg>
        <pc:spChg chg="add del mod">
          <ac:chgData name="Takeuchi, Koichiro" userId="b3848a05-443b-4434-8fa5-7398ca0c03c9" providerId="ADAL" clId="{80B71E5D-E31E-4962-AC9B-BD35B338D1CC}" dt="2024-05-24T07:05:57.957" v="4561" actId="21"/>
          <ac:spMkLst>
            <pc:docMk/>
            <pc:sldMk cId="3125140011" sldId="2147468671"/>
            <ac:spMk id="12" creationId="{EE339F32-DD49-556A-93E9-D70341C0AFB2}"/>
          </ac:spMkLst>
        </pc:spChg>
        <pc:spChg chg="add del mod">
          <ac:chgData name="Takeuchi, Koichiro" userId="b3848a05-443b-4434-8fa5-7398ca0c03c9" providerId="ADAL" clId="{80B71E5D-E31E-4962-AC9B-BD35B338D1CC}" dt="2024-05-24T07:05:57.957" v="4561" actId="21"/>
          <ac:spMkLst>
            <pc:docMk/>
            <pc:sldMk cId="3125140011" sldId="2147468671"/>
            <ac:spMk id="13" creationId="{21F5FF00-AB13-732A-B3F5-048EBD862752}"/>
          </ac:spMkLst>
        </pc:spChg>
        <pc:spChg chg="add del mod">
          <ac:chgData name="Takeuchi, Koichiro" userId="b3848a05-443b-4434-8fa5-7398ca0c03c9" providerId="ADAL" clId="{80B71E5D-E31E-4962-AC9B-BD35B338D1CC}" dt="2024-05-24T07:05:57.957" v="4561" actId="21"/>
          <ac:spMkLst>
            <pc:docMk/>
            <pc:sldMk cId="3125140011" sldId="2147468671"/>
            <ac:spMk id="14" creationId="{4BC6917C-9E5C-ED87-462E-E5A8C0EE82A1}"/>
          </ac:spMkLst>
        </pc:spChg>
        <pc:spChg chg="add del mod">
          <ac:chgData name="Takeuchi, Koichiro" userId="b3848a05-443b-4434-8fa5-7398ca0c03c9" providerId="ADAL" clId="{80B71E5D-E31E-4962-AC9B-BD35B338D1CC}" dt="2024-05-24T07:05:57.957" v="4561" actId="21"/>
          <ac:spMkLst>
            <pc:docMk/>
            <pc:sldMk cId="3125140011" sldId="2147468671"/>
            <ac:spMk id="15" creationId="{963F1333-C211-BCB8-875E-6AB55800246C}"/>
          </ac:spMkLst>
        </pc:spChg>
        <pc:spChg chg="add del mod">
          <ac:chgData name="Takeuchi, Koichiro" userId="b3848a05-443b-4434-8fa5-7398ca0c03c9" providerId="ADAL" clId="{80B71E5D-E31E-4962-AC9B-BD35B338D1CC}" dt="2024-05-24T07:05:57.957" v="4561" actId="21"/>
          <ac:spMkLst>
            <pc:docMk/>
            <pc:sldMk cId="3125140011" sldId="2147468671"/>
            <ac:spMk id="16" creationId="{36FA0313-5AFF-DC83-C4AD-C69BDC47C55E}"/>
          </ac:spMkLst>
        </pc:spChg>
        <pc:spChg chg="add del mod">
          <ac:chgData name="Takeuchi, Koichiro" userId="b3848a05-443b-4434-8fa5-7398ca0c03c9" providerId="ADAL" clId="{80B71E5D-E31E-4962-AC9B-BD35B338D1CC}" dt="2024-05-24T07:05:53.522" v="4560" actId="478"/>
          <ac:spMkLst>
            <pc:docMk/>
            <pc:sldMk cId="3125140011" sldId="2147468671"/>
            <ac:spMk id="17" creationId="{A85B5C91-0894-26C5-2361-0E4821C5AD31}"/>
          </ac:spMkLst>
        </pc:spChg>
        <pc:spChg chg="add del mod">
          <ac:chgData name="Takeuchi, Koichiro" userId="b3848a05-443b-4434-8fa5-7398ca0c03c9" providerId="ADAL" clId="{80B71E5D-E31E-4962-AC9B-BD35B338D1CC}" dt="2024-05-24T07:05:57.957" v="4561" actId="21"/>
          <ac:spMkLst>
            <pc:docMk/>
            <pc:sldMk cId="3125140011" sldId="2147468671"/>
            <ac:spMk id="18" creationId="{94887EF3-3B8B-2433-6BE1-6A92D2606C2A}"/>
          </ac:spMkLst>
        </pc:spChg>
        <pc:spChg chg="add del mod">
          <ac:chgData name="Takeuchi, Koichiro" userId="b3848a05-443b-4434-8fa5-7398ca0c03c9" providerId="ADAL" clId="{80B71E5D-E31E-4962-AC9B-BD35B338D1CC}" dt="2024-05-24T07:05:57.957" v="4561" actId="21"/>
          <ac:spMkLst>
            <pc:docMk/>
            <pc:sldMk cId="3125140011" sldId="2147468671"/>
            <ac:spMk id="19" creationId="{F9271F72-037A-453A-A18A-465041486B88}"/>
          </ac:spMkLst>
        </pc:spChg>
        <pc:spChg chg="add del mod">
          <ac:chgData name="Takeuchi, Koichiro" userId="b3848a05-443b-4434-8fa5-7398ca0c03c9" providerId="ADAL" clId="{80B71E5D-E31E-4962-AC9B-BD35B338D1CC}" dt="2024-05-24T07:05:53.522" v="4560" actId="478"/>
          <ac:spMkLst>
            <pc:docMk/>
            <pc:sldMk cId="3125140011" sldId="2147468671"/>
            <ac:spMk id="20" creationId="{C38D5D52-10AB-7397-98CA-63101837EED3}"/>
          </ac:spMkLst>
        </pc:spChg>
        <pc:spChg chg="add del mod">
          <ac:chgData name="Takeuchi, Koichiro" userId="b3848a05-443b-4434-8fa5-7398ca0c03c9" providerId="ADAL" clId="{80B71E5D-E31E-4962-AC9B-BD35B338D1CC}" dt="2024-05-24T07:05:57.957" v="4561" actId="21"/>
          <ac:spMkLst>
            <pc:docMk/>
            <pc:sldMk cId="3125140011" sldId="2147468671"/>
            <ac:spMk id="24" creationId="{F5700782-B21C-EB2A-CF98-C613D1C097BA}"/>
          </ac:spMkLst>
        </pc:spChg>
        <pc:spChg chg="add del mod">
          <ac:chgData name="Takeuchi, Koichiro" userId="b3848a05-443b-4434-8fa5-7398ca0c03c9" providerId="ADAL" clId="{80B71E5D-E31E-4962-AC9B-BD35B338D1CC}" dt="2024-05-24T07:05:57.957" v="4561" actId="21"/>
          <ac:spMkLst>
            <pc:docMk/>
            <pc:sldMk cId="3125140011" sldId="2147468671"/>
            <ac:spMk id="28" creationId="{F5EB9FE8-653E-172A-7BF6-84BE9113E23B}"/>
          </ac:spMkLst>
        </pc:spChg>
        <pc:spChg chg="add del mod">
          <ac:chgData name="Takeuchi, Koichiro" userId="b3848a05-443b-4434-8fa5-7398ca0c03c9" providerId="ADAL" clId="{80B71E5D-E31E-4962-AC9B-BD35B338D1CC}" dt="2024-05-24T07:05:57.957" v="4561" actId="21"/>
          <ac:spMkLst>
            <pc:docMk/>
            <pc:sldMk cId="3125140011" sldId="2147468671"/>
            <ac:spMk id="29" creationId="{3F3C9CD7-9049-1B8A-9B0C-50D9700FD5E9}"/>
          </ac:spMkLst>
        </pc:spChg>
        <pc:spChg chg="add del mod">
          <ac:chgData name="Takeuchi, Koichiro" userId="b3848a05-443b-4434-8fa5-7398ca0c03c9" providerId="ADAL" clId="{80B71E5D-E31E-4962-AC9B-BD35B338D1CC}" dt="2024-05-24T07:05:57.957" v="4561" actId="21"/>
          <ac:spMkLst>
            <pc:docMk/>
            <pc:sldMk cId="3125140011" sldId="2147468671"/>
            <ac:spMk id="30" creationId="{930DED75-AD44-9286-8BBA-F35DB5920400}"/>
          </ac:spMkLst>
        </pc:spChg>
        <pc:spChg chg="add del mod">
          <ac:chgData name="Takeuchi, Koichiro" userId="b3848a05-443b-4434-8fa5-7398ca0c03c9" providerId="ADAL" clId="{80B71E5D-E31E-4962-AC9B-BD35B338D1CC}" dt="2024-05-24T07:05:57.957" v="4561" actId="21"/>
          <ac:spMkLst>
            <pc:docMk/>
            <pc:sldMk cId="3125140011" sldId="2147468671"/>
            <ac:spMk id="31" creationId="{A56754F6-FA9D-8B34-B6F7-D280F1985F7B}"/>
          </ac:spMkLst>
        </pc:spChg>
        <pc:picChg chg="add del mod">
          <ac:chgData name="Takeuchi, Koichiro" userId="b3848a05-443b-4434-8fa5-7398ca0c03c9" providerId="ADAL" clId="{80B71E5D-E31E-4962-AC9B-BD35B338D1CC}" dt="2024-05-24T07:05:57.957" v="4561" actId="21"/>
          <ac:picMkLst>
            <pc:docMk/>
            <pc:sldMk cId="3125140011" sldId="2147468671"/>
            <ac:picMk id="23" creationId="{8D4C66BF-FBF8-4623-8CD3-421AC075F5EC}"/>
          </ac:picMkLst>
        </pc:picChg>
        <pc:picChg chg="add del mod">
          <ac:chgData name="Takeuchi, Koichiro" userId="b3848a05-443b-4434-8fa5-7398ca0c03c9" providerId="ADAL" clId="{80B71E5D-E31E-4962-AC9B-BD35B338D1CC}" dt="2024-05-24T07:05:57.957" v="4561" actId="21"/>
          <ac:picMkLst>
            <pc:docMk/>
            <pc:sldMk cId="3125140011" sldId="2147468671"/>
            <ac:picMk id="25" creationId="{311C51DC-7698-FC00-61BC-CC3AE6BC9192}"/>
          </ac:picMkLst>
        </pc:picChg>
        <pc:picChg chg="add del mod">
          <ac:chgData name="Takeuchi, Koichiro" userId="b3848a05-443b-4434-8fa5-7398ca0c03c9" providerId="ADAL" clId="{80B71E5D-E31E-4962-AC9B-BD35B338D1CC}" dt="2024-05-24T07:05:57.957" v="4561" actId="21"/>
          <ac:picMkLst>
            <pc:docMk/>
            <pc:sldMk cId="3125140011" sldId="2147468671"/>
            <ac:picMk id="26" creationId="{EE8B30B7-91F0-50E8-A952-F187BA2F1179}"/>
          </ac:picMkLst>
        </pc:picChg>
        <pc:picChg chg="add del mod">
          <ac:chgData name="Takeuchi, Koichiro" userId="b3848a05-443b-4434-8fa5-7398ca0c03c9" providerId="ADAL" clId="{80B71E5D-E31E-4962-AC9B-BD35B338D1CC}" dt="2024-05-24T07:05:57.957" v="4561" actId="21"/>
          <ac:picMkLst>
            <pc:docMk/>
            <pc:sldMk cId="3125140011" sldId="2147468671"/>
            <ac:picMk id="27" creationId="{709AB0D5-0A90-D074-4C03-E300841B638B}"/>
          </ac:picMkLst>
        </pc:picChg>
        <pc:picChg chg="add mod">
          <ac:chgData name="Takeuchi, Koichiro" userId="b3848a05-443b-4434-8fa5-7398ca0c03c9" providerId="ADAL" clId="{80B71E5D-E31E-4962-AC9B-BD35B338D1CC}" dt="2024-05-24T07:06:15.026" v="4567" actId="12788"/>
          <ac:picMkLst>
            <pc:docMk/>
            <pc:sldMk cId="3125140011" sldId="2147468671"/>
            <ac:picMk id="32" creationId="{2C685C17-3EF0-1232-112D-1DD6513B6786}"/>
          </ac:picMkLst>
        </pc:picChg>
        <pc:picChg chg="del">
          <ac:chgData name="Takeuchi, Koichiro" userId="b3848a05-443b-4434-8fa5-7398ca0c03c9" providerId="ADAL" clId="{80B71E5D-E31E-4962-AC9B-BD35B338D1CC}" dt="2024-05-24T07:01:25.554" v="4175" actId="478"/>
          <ac:picMkLst>
            <pc:docMk/>
            <pc:sldMk cId="3125140011" sldId="2147468671"/>
            <ac:picMk id="68" creationId="{00F9C26D-8B78-CC87-EF4B-8DA7F79EE475}"/>
          </ac:picMkLst>
        </pc:picChg>
        <pc:cxnChg chg="add del mod">
          <ac:chgData name="Takeuchi, Koichiro" userId="b3848a05-443b-4434-8fa5-7398ca0c03c9" providerId="ADAL" clId="{80B71E5D-E31E-4962-AC9B-BD35B338D1CC}" dt="2024-05-24T07:05:57.957" v="4561" actId="21"/>
          <ac:cxnSpMkLst>
            <pc:docMk/>
            <pc:sldMk cId="3125140011" sldId="2147468671"/>
            <ac:cxnSpMk id="21" creationId="{61B52FA4-5E33-129F-9192-1A5517D4E4EB}"/>
          </ac:cxnSpMkLst>
        </pc:cxnChg>
        <pc:cxnChg chg="add del mod">
          <ac:chgData name="Takeuchi, Koichiro" userId="b3848a05-443b-4434-8fa5-7398ca0c03c9" providerId="ADAL" clId="{80B71E5D-E31E-4962-AC9B-BD35B338D1CC}" dt="2024-05-24T07:05:57.957" v="4561" actId="21"/>
          <ac:cxnSpMkLst>
            <pc:docMk/>
            <pc:sldMk cId="3125140011" sldId="2147468671"/>
            <ac:cxnSpMk id="22" creationId="{B21A858F-6242-753F-80B7-441103C5FD77}"/>
          </ac:cxnSpMkLst>
        </pc:cxnChg>
      </pc:sldChg>
      <pc:sldChg chg="new del">
        <pc:chgData name="Takeuchi, Koichiro" userId="b3848a05-443b-4434-8fa5-7398ca0c03c9" providerId="ADAL" clId="{80B71E5D-E31E-4962-AC9B-BD35B338D1CC}" dt="2024-05-24T06:59:05.954" v="4041" actId="680"/>
        <pc:sldMkLst>
          <pc:docMk/>
          <pc:sldMk cId="3741234185" sldId="2147468671"/>
        </pc:sldMkLst>
      </pc:sldChg>
      <pc:sldChg chg="addSp delSp modSp add mod">
        <pc:chgData name="Takeuchi, Koichiro" userId="b3848a05-443b-4434-8fa5-7398ca0c03c9" providerId="ADAL" clId="{80B71E5D-E31E-4962-AC9B-BD35B338D1CC}" dt="2024-05-24T09:14:42.046" v="7042" actId="14100"/>
        <pc:sldMkLst>
          <pc:docMk/>
          <pc:sldMk cId="220710022" sldId="2147468672"/>
        </pc:sldMkLst>
        <pc:spChg chg="mod">
          <ac:chgData name="Takeuchi, Koichiro" userId="b3848a05-443b-4434-8fa5-7398ca0c03c9" providerId="ADAL" clId="{80B71E5D-E31E-4962-AC9B-BD35B338D1CC}" dt="2024-05-24T07:16:45.407" v="5033" actId="20577"/>
          <ac:spMkLst>
            <pc:docMk/>
            <pc:sldMk cId="220710022" sldId="2147468672"/>
            <ac:spMk id="2" creationId="{236E8044-5707-32C9-BB39-B5830ACA9388}"/>
          </ac:spMkLst>
        </pc:spChg>
        <pc:spChg chg="mod">
          <ac:chgData name="Takeuchi, Koichiro" userId="b3848a05-443b-4434-8fa5-7398ca0c03c9" providerId="ADAL" clId="{80B71E5D-E31E-4962-AC9B-BD35B338D1CC}" dt="2024-05-24T07:08:47.420" v="4661" actId="20577"/>
          <ac:spMkLst>
            <pc:docMk/>
            <pc:sldMk cId="220710022" sldId="2147468672"/>
            <ac:spMk id="3" creationId="{6F87811F-22A0-40CB-5137-F9234735B4E4}"/>
          </ac:spMkLst>
        </pc:spChg>
        <pc:spChg chg="del">
          <ac:chgData name="Takeuchi, Koichiro" userId="b3848a05-443b-4434-8fa5-7398ca0c03c9" providerId="ADAL" clId="{80B71E5D-E31E-4962-AC9B-BD35B338D1CC}" dt="2024-05-24T07:06:40.286" v="4571" actId="478"/>
          <ac:spMkLst>
            <pc:docMk/>
            <pc:sldMk cId="220710022" sldId="2147468672"/>
            <ac:spMk id="4" creationId="{4E91C10C-2DEB-B4D7-60F2-3238F2D38E1C}"/>
          </ac:spMkLst>
        </pc:spChg>
        <pc:spChg chg="add del mod">
          <ac:chgData name="Takeuchi, Koichiro" userId="b3848a05-443b-4434-8fa5-7398ca0c03c9" providerId="ADAL" clId="{80B71E5D-E31E-4962-AC9B-BD35B338D1CC}" dt="2024-05-24T07:06:42.314" v="4572" actId="478"/>
          <ac:spMkLst>
            <pc:docMk/>
            <pc:sldMk cId="220710022" sldId="2147468672"/>
            <ac:spMk id="8" creationId="{E8DCF3E4-5E4B-ED1B-779E-537E813248DC}"/>
          </ac:spMkLst>
        </pc:spChg>
        <pc:spChg chg="add del mod">
          <ac:chgData name="Takeuchi, Koichiro" userId="b3848a05-443b-4434-8fa5-7398ca0c03c9" providerId="ADAL" clId="{80B71E5D-E31E-4962-AC9B-BD35B338D1CC}" dt="2024-05-24T07:07:15.053" v="4648" actId="478"/>
          <ac:spMkLst>
            <pc:docMk/>
            <pc:sldMk cId="220710022" sldId="2147468672"/>
            <ac:spMk id="9" creationId="{24705D3A-A629-D425-92B3-3F9CD8012E0B}"/>
          </ac:spMkLst>
        </pc:spChg>
        <pc:spChg chg="add del">
          <ac:chgData name="Takeuchi, Koichiro" userId="b3848a05-443b-4434-8fa5-7398ca0c03c9" providerId="ADAL" clId="{80B71E5D-E31E-4962-AC9B-BD35B338D1CC}" dt="2024-05-24T07:09:06.162" v="4668" actId="11529"/>
          <ac:spMkLst>
            <pc:docMk/>
            <pc:sldMk cId="220710022" sldId="2147468672"/>
            <ac:spMk id="11" creationId="{FA6DE7EF-5540-2124-DFF8-44E5C669F5EC}"/>
          </ac:spMkLst>
        </pc:spChg>
        <pc:spChg chg="add mod">
          <ac:chgData name="Takeuchi, Koichiro" userId="b3848a05-443b-4434-8fa5-7398ca0c03c9" providerId="ADAL" clId="{80B71E5D-E31E-4962-AC9B-BD35B338D1CC}" dt="2024-05-24T07:12:05.961" v="4764" actId="1076"/>
          <ac:spMkLst>
            <pc:docMk/>
            <pc:sldMk cId="220710022" sldId="2147468672"/>
            <ac:spMk id="12" creationId="{1D8BEA93-9336-C220-BAC5-CF496B09A155}"/>
          </ac:spMkLst>
        </pc:spChg>
        <pc:spChg chg="add mod">
          <ac:chgData name="Takeuchi, Koichiro" userId="b3848a05-443b-4434-8fa5-7398ca0c03c9" providerId="ADAL" clId="{80B71E5D-E31E-4962-AC9B-BD35B338D1CC}" dt="2024-05-24T07:59:00.295" v="6332" actId="20577"/>
          <ac:spMkLst>
            <pc:docMk/>
            <pc:sldMk cId="220710022" sldId="2147468672"/>
            <ac:spMk id="13" creationId="{DFA13676-B0BF-3377-E394-6CCF32FD2451}"/>
          </ac:spMkLst>
        </pc:spChg>
        <pc:spChg chg="add mod">
          <ac:chgData name="Takeuchi, Koichiro" userId="b3848a05-443b-4434-8fa5-7398ca0c03c9" providerId="ADAL" clId="{80B71E5D-E31E-4962-AC9B-BD35B338D1CC}" dt="2024-05-24T09:14:42.046" v="7042" actId="14100"/>
          <ac:spMkLst>
            <pc:docMk/>
            <pc:sldMk cId="220710022" sldId="2147468672"/>
            <ac:spMk id="16" creationId="{2B4020C5-9D41-63BD-3D86-AFE7DE2C82A4}"/>
          </ac:spMkLst>
        </pc:spChg>
        <pc:picChg chg="add mod ord">
          <ac:chgData name="Takeuchi, Koichiro" userId="b3848a05-443b-4434-8fa5-7398ca0c03c9" providerId="ADAL" clId="{80B71E5D-E31E-4962-AC9B-BD35B338D1CC}" dt="2024-05-24T08:30:53.224" v="6965" actId="14100"/>
          <ac:picMkLst>
            <pc:docMk/>
            <pc:sldMk cId="220710022" sldId="2147468672"/>
            <ac:picMk id="10" creationId="{11367BA8-45E3-0EBF-0241-092931159DEB}"/>
          </ac:picMkLst>
        </pc:picChg>
        <pc:picChg chg="add del mod">
          <ac:chgData name="Takeuchi, Koichiro" userId="b3848a05-443b-4434-8fa5-7398ca0c03c9" providerId="ADAL" clId="{80B71E5D-E31E-4962-AC9B-BD35B338D1CC}" dt="2024-05-24T09:14:15.758" v="6966" actId="478"/>
          <ac:picMkLst>
            <pc:docMk/>
            <pc:sldMk cId="220710022" sldId="2147468672"/>
            <ac:picMk id="15" creationId="{E62C73FD-A211-DA72-08BC-3659A1477876}"/>
          </ac:picMkLst>
        </pc:picChg>
        <pc:picChg chg="del">
          <ac:chgData name="Takeuchi, Koichiro" userId="b3848a05-443b-4434-8fa5-7398ca0c03c9" providerId="ADAL" clId="{80B71E5D-E31E-4962-AC9B-BD35B338D1CC}" dt="2024-05-24T07:08:49.443" v="4662" actId="478"/>
          <ac:picMkLst>
            <pc:docMk/>
            <pc:sldMk cId="220710022" sldId="2147468672"/>
            <ac:picMk id="32" creationId="{2C685C17-3EF0-1232-112D-1DD6513B6786}"/>
          </ac:picMkLst>
        </pc:picChg>
      </pc:sldChg>
      <pc:sldChg chg="addSp delSp modSp add mod">
        <pc:chgData name="Takeuchi, Koichiro" userId="b3848a05-443b-4434-8fa5-7398ca0c03c9" providerId="ADAL" clId="{80B71E5D-E31E-4962-AC9B-BD35B338D1CC}" dt="2024-05-24T07:26:37.569" v="5510"/>
        <pc:sldMkLst>
          <pc:docMk/>
          <pc:sldMk cId="2303977941" sldId="2147468673"/>
        </pc:sldMkLst>
        <pc:spChg chg="mod">
          <ac:chgData name="Takeuchi, Koichiro" userId="b3848a05-443b-4434-8fa5-7398ca0c03c9" providerId="ADAL" clId="{80B71E5D-E31E-4962-AC9B-BD35B338D1CC}" dt="2024-05-24T07:26:37.569" v="5510"/>
          <ac:spMkLst>
            <pc:docMk/>
            <pc:sldMk cId="2303977941" sldId="2147468673"/>
            <ac:spMk id="2" creationId="{236E8044-5707-32C9-BB39-B5830ACA9388}"/>
          </ac:spMkLst>
        </pc:spChg>
        <pc:spChg chg="add mod">
          <ac:chgData name="Takeuchi, Koichiro" userId="b3848a05-443b-4434-8fa5-7398ca0c03c9" providerId="ADAL" clId="{80B71E5D-E31E-4962-AC9B-BD35B338D1CC}" dt="2024-05-24T07:09:39.095" v="4703" actId="113"/>
          <ac:spMkLst>
            <pc:docMk/>
            <pc:sldMk cId="2303977941" sldId="2147468673"/>
            <ac:spMk id="4" creationId="{E9A71452-0237-A6E3-F7ED-ECC35BAF1C8E}"/>
          </ac:spMkLst>
        </pc:spChg>
        <pc:picChg chg="del">
          <ac:chgData name="Takeuchi, Koichiro" userId="b3848a05-443b-4434-8fa5-7398ca0c03c9" providerId="ADAL" clId="{80B71E5D-E31E-4962-AC9B-BD35B338D1CC}" dt="2024-05-24T07:09:16.241" v="4672" actId="478"/>
          <ac:picMkLst>
            <pc:docMk/>
            <pc:sldMk cId="2303977941" sldId="2147468673"/>
            <ac:picMk id="10" creationId="{11367BA8-45E3-0EBF-0241-092931159DEB}"/>
          </ac:picMkLst>
        </pc:picChg>
      </pc:sldChg>
    </pc:docChg>
  </pc:docChgLst>
  <pc:docChgLst>
    <pc:chgData name="Takeuchi, Koichiro" userId="b3848a05-443b-4434-8fa5-7398ca0c03c9" providerId="ADAL" clId="{8850683F-C5FA-4FC1-A362-4C7EFCA16AE8}"/>
    <pc:docChg chg="undo redo custSel addSld delSld modSld sldOrd delSection modSection">
      <pc:chgData name="Takeuchi, Koichiro" userId="b3848a05-443b-4434-8fa5-7398ca0c03c9" providerId="ADAL" clId="{8850683F-C5FA-4FC1-A362-4C7EFCA16AE8}" dt="2024-06-18T06:51:53.069" v="5336"/>
      <pc:docMkLst>
        <pc:docMk/>
      </pc:docMkLst>
      <pc:sldChg chg="del">
        <pc:chgData name="Takeuchi, Koichiro" userId="b3848a05-443b-4434-8fa5-7398ca0c03c9" providerId="ADAL" clId="{8850683F-C5FA-4FC1-A362-4C7EFCA16AE8}" dt="2024-06-18T04:39:59.641" v="0" actId="47"/>
        <pc:sldMkLst>
          <pc:docMk/>
          <pc:sldMk cId="684610595" sldId="2147468582"/>
        </pc:sldMkLst>
      </pc:sldChg>
      <pc:sldChg chg="del">
        <pc:chgData name="Takeuchi, Koichiro" userId="b3848a05-443b-4434-8fa5-7398ca0c03c9" providerId="ADAL" clId="{8850683F-C5FA-4FC1-A362-4C7EFCA16AE8}" dt="2024-06-18T04:40:00.485" v="1" actId="47"/>
        <pc:sldMkLst>
          <pc:docMk/>
          <pc:sldMk cId="1060982302" sldId="2147468617"/>
        </pc:sldMkLst>
      </pc:sldChg>
      <pc:sldChg chg="del">
        <pc:chgData name="Takeuchi, Koichiro" userId="b3848a05-443b-4434-8fa5-7398ca0c03c9" providerId="ADAL" clId="{8850683F-C5FA-4FC1-A362-4C7EFCA16AE8}" dt="2024-06-18T04:40:35.856" v="17" actId="47"/>
        <pc:sldMkLst>
          <pc:docMk/>
          <pc:sldMk cId="82363970" sldId="2147468621"/>
        </pc:sldMkLst>
      </pc:sldChg>
      <pc:sldChg chg="del">
        <pc:chgData name="Takeuchi, Koichiro" userId="b3848a05-443b-4434-8fa5-7398ca0c03c9" providerId="ADAL" clId="{8850683F-C5FA-4FC1-A362-4C7EFCA16AE8}" dt="2024-06-18T04:40:37.302" v="21" actId="47"/>
        <pc:sldMkLst>
          <pc:docMk/>
          <pc:sldMk cId="4237770355" sldId="2147468622"/>
        </pc:sldMkLst>
      </pc:sldChg>
      <pc:sldChg chg="del">
        <pc:chgData name="Takeuchi, Koichiro" userId="b3848a05-443b-4434-8fa5-7398ca0c03c9" providerId="ADAL" clId="{8850683F-C5FA-4FC1-A362-4C7EFCA16AE8}" dt="2024-06-18T04:40:38.143" v="22" actId="47"/>
        <pc:sldMkLst>
          <pc:docMk/>
          <pc:sldMk cId="1441718847" sldId="2147468637"/>
        </pc:sldMkLst>
      </pc:sldChg>
      <pc:sldChg chg="del">
        <pc:chgData name="Takeuchi, Koichiro" userId="b3848a05-443b-4434-8fa5-7398ca0c03c9" providerId="ADAL" clId="{8850683F-C5FA-4FC1-A362-4C7EFCA16AE8}" dt="2024-06-18T04:40:36.383" v="19" actId="47"/>
        <pc:sldMkLst>
          <pc:docMk/>
          <pc:sldMk cId="4289075547" sldId="2147468643"/>
        </pc:sldMkLst>
      </pc:sldChg>
      <pc:sldChg chg="del">
        <pc:chgData name="Takeuchi, Koichiro" userId="b3848a05-443b-4434-8fa5-7398ca0c03c9" providerId="ADAL" clId="{8850683F-C5FA-4FC1-A362-4C7EFCA16AE8}" dt="2024-06-18T04:40:37.042" v="20" actId="47"/>
        <pc:sldMkLst>
          <pc:docMk/>
          <pc:sldMk cId="4115730665" sldId="2147468645"/>
        </pc:sldMkLst>
      </pc:sldChg>
      <pc:sldChg chg="del">
        <pc:chgData name="Takeuchi, Koichiro" userId="b3848a05-443b-4434-8fa5-7398ca0c03c9" providerId="ADAL" clId="{8850683F-C5FA-4FC1-A362-4C7EFCA16AE8}" dt="2024-06-18T04:40:36.102" v="18" actId="47"/>
        <pc:sldMkLst>
          <pc:docMk/>
          <pc:sldMk cId="654065149" sldId="2147468658"/>
        </pc:sldMkLst>
      </pc:sldChg>
      <pc:sldChg chg="del">
        <pc:chgData name="Takeuchi, Koichiro" userId="b3848a05-443b-4434-8fa5-7398ca0c03c9" providerId="ADAL" clId="{8850683F-C5FA-4FC1-A362-4C7EFCA16AE8}" dt="2024-06-18T04:40:01.737" v="3" actId="47"/>
        <pc:sldMkLst>
          <pc:docMk/>
          <pc:sldMk cId="4160675354" sldId="2147468659"/>
        </pc:sldMkLst>
      </pc:sldChg>
      <pc:sldChg chg="del">
        <pc:chgData name="Takeuchi, Koichiro" userId="b3848a05-443b-4434-8fa5-7398ca0c03c9" providerId="ADAL" clId="{8850683F-C5FA-4FC1-A362-4C7EFCA16AE8}" dt="2024-06-18T04:40:35.319" v="16" actId="47"/>
        <pc:sldMkLst>
          <pc:docMk/>
          <pc:sldMk cId="401433113" sldId="2147468661"/>
        </pc:sldMkLst>
      </pc:sldChg>
      <pc:sldChg chg="del">
        <pc:chgData name="Takeuchi, Koichiro" userId="b3848a05-443b-4434-8fa5-7398ca0c03c9" providerId="ADAL" clId="{8850683F-C5FA-4FC1-A362-4C7EFCA16AE8}" dt="2024-06-18T04:40:01.296" v="2" actId="47"/>
        <pc:sldMkLst>
          <pc:docMk/>
          <pc:sldMk cId="1695821962" sldId="2147468663"/>
        </pc:sldMkLst>
      </pc:sldChg>
      <pc:sldChg chg="del">
        <pc:chgData name="Takeuchi, Koichiro" userId="b3848a05-443b-4434-8fa5-7398ca0c03c9" providerId="ADAL" clId="{8850683F-C5FA-4FC1-A362-4C7EFCA16AE8}" dt="2024-06-18T04:40:02.014" v="4" actId="47"/>
        <pc:sldMkLst>
          <pc:docMk/>
          <pc:sldMk cId="4282457053" sldId="2147468665"/>
        </pc:sldMkLst>
      </pc:sldChg>
      <pc:sldChg chg="del">
        <pc:chgData name="Takeuchi, Koichiro" userId="b3848a05-443b-4434-8fa5-7398ca0c03c9" providerId="ADAL" clId="{8850683F-C5FA-4FC1-A362-4C7EFCA16AE8}" dt="2024-06-18T04:40:02.555" v="5" actId="47"/>
        <pc:sldMkLst>
          <pc:docMk/>
          <pc:sldMk cId="2527263272" sldId="2147468666"/>
        </pc:sldMkLst>
      </pc:sldChg>
      <pc:sldChg chg="del">
        <pc:chgData name="Takeuchi, Koichiro" userId="b3848a05-443b-4434-8fa5-7398ca0c03c9" providerId="ADAL" clId="{8850683F-C5FA-4FC1-A362-4C7EFCA16AE8}" dt="2024-06-18T04:40:03.094" v="6" actId="47"/>
        <pc:sldMkLst>
          <pc:docMk/>
          <pc:sldMk cId="30035279" sldId="2147468667"/>
        </pc:sldMkLst>
      </pc:sldChg>
      <pc:sldChg chg="del">
        <pc:chgData name="Takeuchi, Koichiro" userId="b3848a05-443b-4434-8fa5-7398ca0c03c9" providerId="ADAL" clId="{8850683F-C5FA-4FC1-A362-4C7EFCA16AE8}" dt="2024-06-18T04:40:03.414" v="7" actId="47"/>
        <pc:sldMkLst>
          <pc:docMk/>
          <pc:sldMk cId="908662233" sldId="2147468668"/>
        </pc:sldMkLst>
      </pc:sldChg>
      <pc:sldChg chg="del">
        <pc:chgData name="Takeuchi, Koichiro" userId="b3848a05-443b-4434-8fa5-7398ca0c03c9" providerId="ADAL" clId="{8850683F-C5FA-4FC1-A362-4C7EFCA16AE8}" dt="2024-06-18T04:40:03.625" v="8" actId="47"/>
        <pc:sldMkLst>
          <pc:docMk/>
          <pc:sldMk cId="391420764" sldId="2147468669"/>
        </pc:sldMkLst>
      </pc:sldChg>
      <pc:sldChg chg="del">
        <pc:chgData name="Takeuchi, Koichiro" userId="b3848a05-443b-4434-8fa5-7398ca0c03c9" providerId="ADAL" clId="{8850683F-C5FA-4FC1-A362-4C7EFCA16AE8}" dt="2024-06-18T04:40:04.042" v="9" actId="47"/>
        <pc:sldMkLst>
          <pc:docMk/>
          <pc:sldMk cId="3260510982" sldId="2147468670"/>
        </pc:sldMkLst>
      </pc:sldChg>
      <pc:sldChg chg="del">
        <pc:chgData name="Takeuchi, Koichiro" userId="b3848a05-443b-4434-8fa5-7398ca0c03c9" providerId="ADAL" clId="{8850683F-C5FA-4FC1-A362-4C7EFCA16AE8}" dt="2024-06-18T04:40:04.438" v="10" actId="47"/>
        <pc:sldMkLst>
          <pc:docMk/>
          <pc:sldMk cId="3125140011" sldId="2147468671"/>
        </pc:sldMkLst>
      </pc:sldChg>
      <pc:sldChg chg="del">
        <pc:chgData name="Takeuchi, Koichiro" userId="b3848a05-443b-4434-8fa5-7398ca0c03c9" providerId="ADAL" clId="{8850683F-C5FA-4FC1-A362-4C7EFCA16AE8}" dt="2024-06-18T04:40:05.295" v="12" actId="47"/>
        <pc:sldMkLst>
          <pc:docMk/>
          <pc:sldMk cId="433576511" sldId="2147468674"/>
        </pc:sldMkLst>
      </pc:sldChg>
      <pc:sldChg chg="del">
        <pc:chgData name="Takeuchi, Koichiro" userId="b3848a05-443b-4434-8fa5-7398ca0c03c9" providerId="ADAL" clId="{8850683F-C5FA-4FC1-A362-4C7EFCA16AE8}" dt="2024-06-18T04:40:04.943" v="11" actId="47"/>
        <pc:sldMkLst>
          <pc:docMk/>
          <pc:sldMk cId="866521024" sldId="2147480793"/>
        </pc:sldMkLst>
      </pc:sldChg>
      <pc:sldChg chg="addSp delSp modSp">
        <pc:chgData name="Takeuchi, Koichiro" userId="b3848a05-443b-4434-8fa5-7398ca0c03c9" providerId="ADAL" clId="{8850683F-C5FA-4FC1-A362-4C7EFCA16AE8}" dt="2024-06-18T05:03:24.394" v="774"/>
        <pc:sldMkLst>
          <pc:docMk/>
          <pc:sldMk cId="3876441418" sldId="2147480795"/>
        </pc:sldMkLst>
        <pc:spChg chg="mod">
          <ac:chgData name="Takeuchi, Koichiro" userId="b3848a05-443b-4434-8fa5-7398ca0c03c9" providerId="ADAL" clId="{8850683F-C5FA-4FC1-A362-4C7EFCA16AE8}" dt="2024-06-18T05:03:21.958" v="773" actId="165"/>
          <ac:spMkLst>
            <pc:docMk/>
            <pc:sldMk cId="3876441418" sldId="2147480795"/>
            <ac:spMk id="10" creationId="{BF33B3E8-A93C-214F-EA80-369AB9385D9D}"/>
          </ac:spMkLst>
        </pc:spChg>
        <pc:spChg chg="mod topLvl">
          <ac:chgData name="Takeuchi, Koichiro" userId="b3848a05-443b-4434-8fa5-7398ca0c03c9" providerId="ADAL" clId="{8850683F-C5FA-4FC1-A362-4C7EFCA16AE8}" dt="2024-06-18T05:03:21.958" v="773" actId="165"/>
          <ac:spMkLst>
            <pc:docMk/>
            <pc:sldMk cId="3876441418" sldId="2147480795"/>
            <ac:spMk id="11" creationId="{59810F2D-8DBF-28E3-9F04-9F3922642370}"/>
          </ac:spMkLst>
        </pc:spChg>
        <pc:spChg chg="mod topLvl">
          <ac:chgData name="Takeuchi, Koichiro" userId="b3848a05-443b-4434-8fa5-7398ca0c03c9" providerId="ADAL" clId="{8850683F-C5FA-4FC1-A362-4C7EFCA16AE8}" dt="2024-06-18T05:03:21.958" v="773" actId="165"/>
          <ac:spMkLst>
            <pc:docMk/>
            <pc:sldMk cId="3876441418" sldId="2147480795"/>
            <ac:spMk id="12" creationId="{16E69EFA-A9CC-5FFF-5FBC-60A44FDC3736}"/>
          </ac:spMkLst>
        </pc:spChg>
        <pc:spChg chg="mod">
          <ac:chgData name="Takeuchi, Koichiro" userId="b3848a05-443b-4434-8fa5-7398ca0c03c9" providerId="ADAL" clId="{8850683F-C5FA-4FC1-A362-4C7EFCA16AE8}" dt="2024-06-18T05:03:21.958" v="773" actId="165"/>
          <ac:spMkLst>
            <pc:docMk/>
            <pc:sldMk cId="3876441418" sldId="2147480795"/>
            <ac:spMk id="15" creationId="{66582675-E6B4-BF82-B6C8-5C3FCC24C50F}"/>
          </ac:spMkLst>
        </pc:spChg>
        <pc:spChg chg="mod topLvl">
          <ac:chgData name="Takeuchi, Koichiro" userId="b3848a05-443b-4434-8fa5-7398ca0c03c9" providerId="ADAL" clId="{8850683F-C5FA-4FC1-A362-4C7EFCA16AE8}" dt="2024-06-18T05:03:21.958" v="773" actId="165"/>
          <ac:spMkLst>
            <pc:docMk/>
            <pc:sldMk cId="3876441418" sldId="2147480795"/>
            <ac:spMk id="16" creationId="{B588129A-D9E2-C50D-B1C5-8F22CB71CEED}"/>
          </ac:spMkLst>
        </pc:spChg>
        <pc:spChg chg="mod topLvl">
          <ac:chgData name="Takeuchi, Koichiro" userId="b3848a05-443b-4434-8fa5-7398ca0c03c9" providerId="ADAL" clId="{8850683F-C5FA-4FC1-A362-4C7EFCA16AE8}" dt="2024-06-18T05:03:21.958" v="773" actId="165"/>
          <ac:spMkLst>
            <pc:docMk/>
            <pc:sldMk cId="3876441418" sldId="2147480795"/>
            <ac:spMk id="17" creationId="{D9308A04-A83D-2024-AA33-38C29262BBC9}"/>
          </ac:spMkLst>
        </pc:spChg>
        <pc:spChg chg="mod topLvl">
          <ac:chgData name="Takeuchi, Koichiro" userId="b3848a05-443b-4434-8fa5-7398ca0c03c9" providerId="ADAL" clId="{8850683F-C5FA-4FC1-A362-4C7EFCA16AE8}" dt="2024-06-18T05:03:21.958" v="773" actId="165"/>
          <ac:spMkLst>
            <pc:docMk/>
            <pc:sldMk cId="3876441418" sldId="2147480795"/>
            <ac:spMk id="18" creationId="{6B398663-5B31-104B-51E7-53FE91745A3E}"/>
          </ac:spMkLst>
        </pc:spChg>
        <pc:spChg chg="mod topLvl">
          <ac:chgData name="Takeuchi, Koichiro" userId="b3848a05-443b-4434-8fa5-7398ca0c03c9" providerId="ADAL" clId="{8850683F-C5FA-4FC1-A362-4C7EFCA16AE8}" dt="2024-06-18T05:03:21.958" v="773" actId="165"/>
          <ac:spMkLst>
            <pc:docMk/>
            <pc:sldMk cId="3876441418" sldId="2147480795"/>
            <ac:spMk id="19" creationId="{2F799DB2-C099-F548-3EC8-F99CEEB97F49}"/>
          </ac:spMkLst>
        </pc:spChg>
        <pc:spChg chg="mod topLvl">
          <ac:chgData name="Takeuchi, Koichiro" userId="b3848a05-443b-4434-8fa5-7398ca0c03c9" providerId="ADAL" clId="{8850683F-C5FA-4FC1-A362-4C7EFCA16AE8}" dt="2024-06-18T05:03:21.958" v="773" actId="165"/>
          <ac:spMkLst>
            <pc:docMk/>
            <pc:sldMk cId="3876441418" sldId="2147480795"/>
            <ac:spMk id="20" creationId="{96DD1CF0-4F91-E631-BD03-C61F000B6BF7}"/>
          </ac:spMkLst>
        </pc:spChg>
        <pc:spChg chg="mod topLvl">
          <ac:chgData name="Takeuchi, Koichiro" userId="b3848a05-443b-4434-8fa5-7398ca0c03c9" providerId="ADAL" clId="{8850683F-C5FA-4FC1-A362-4C7EFCA16AE8}" dt="2024-06-18T05:03:21.958" v="773" actId="165"/>
          <ac:spMkLst>
            <pc:docMk/>
            <pc:sldMk cId="3876441418" sldId="2147480795"/>
            <ac:spMk id="21" creationId="{9CF591E3-9A40-9F62-BE93-6B3FE3C6A64E}"/>
          </ac:spMkLst>
        </pc:spChg>
        <pc:spChg chg="mod topLvl">
          <ac:chgData name="Takeuchi, Koichiro" userId="b3848a05-443b-4434-8fa5-7398ca0c03c9" providerId="ADAL" clId="{8850683F-C5FA-4FC1-A362-4C7EFCA16AE8}" dt="2024-06-18T05:03:21.958" v="773" actId="165"/>
          <ac:spMkLst>
            <pc:docMk/>
            <pc:sldMk cId="3876441418" sldId="2147480795"/>
            <ac:spMk id="22" creationId="{674B5942-6DCA-06A0-8685-A9545B3B373F}"/>
          </ac:spMkLst>
        </pc:spChg>
        <pc:spChg chg="mod topLvl">
          <ac:chgData name="Takeuchi, Koichiro" userId="b3848a05-443b-4434-8fa5-7398ca0c03c9" providerId="ADAL" clId="{8850683F-C5FA-4FC1-A362-4C7EFCA16AE8}" dt="2024-06-18T05:03:21.958" v="773" actId="165"/>
          <ac:spMkLst>
            <pc:docMk/>
            <pc:sldMk cId="3876441418" sldId="2147480795"/>
            <ac:spMk id="23" creationId="{0156D670-CBE0-9E12-5AF8-D6E218C8E7E0}"/>
          </ac:spMkLst>
        </pc:spChg>
        <pc:spChg chg="mod topLvl">
          <ac:chgData name="Takeuchi, Koichiro" userId="b3848a05-443b-4434-8fa5-7398ca0c03c9" providerId="ADAL" clId="{8850683F-C5FA-4FC1-A362-4C7EFCA16AE8}" dt="2024-06-18T05:03:21.958" v="773" actId="165"/>
          <ac:spMkLst>
            <pc:docMk/>
            <pc:sldMk cId="3876441418" sldId="2147480795"/>
            <ac:spMk id="24" creationId="{3A5404FC-3E70-9C85-F036-888A9F7083B9}"/>
          </ac:spMkLst>
        </pc:spChg>
        <pc:spChg chg="mod topLvl">
          <ac:chgData name="Takeuchi, Koichiro" userId="b3848a05-443b-4434-8fa5-7398ca0c03c9" providerId="ADAL" clId="{8850683F-C5FA-4FC1-A362-4C7EFCA16AE8}" dt="2024-06-18T05:03:21.958" v="773" actId="165"/>
          <ac:spMkLst>
            <pc:docMk/>
            <pc:sldMk cId="3876441418" sldId="2147480795"/>
            <ac:spMk id="25" creationId="{C01BA6D4-ADA6-E096-C2D4-A34A5F72E99D}"/>
          </ac:spMkLst>
        </pc:spChg>
        <pc:spChg chg="mod topLvl">
          <ac:chgData name="Takeuchi, Koichiro" userId="b3848a05-443b-4434-8fa5-7398ca0c03c9" providerId="ADAL" clId="{8850683F-C5FA-4FC1-A362-4C7EFCA16AE8}" dt="2024-06-18T05:03:21.958" v="773" actId="165"/>
          <ac:spMkLst>
            <pc:docMk/>
            <pc:sldMk cId="3876441418" sldId="2147480795"/>
            <ac:spMk id="26" creationId="{C34FCC08-2917-80AF-56AA-8715049CBE75}"/>
          </ac:spMkLst>
        </pc:spChg>
        <pc:spChg chg="mod topLvl">
          <ac:chgData name="Takeuchi, Koichiro" userId="b3848a05-443b-4434-8fa5-7398ca0c03c9" providerId="ADAL" clId="{8850683F-C5FA-4FC1-A362-4C7EFCA16AE8}" dt="2024-06-18T05:03:21.958" v="773" actId="165"/>
          <ac:spMkLst>
            <pc:docMk/>
            <pc:sldMk cId="3876441418" sldId="2147480795"/>
            <ac:spMk id="27" creationId="{78ABBFBD-BC2A-CE88-D25D-3CB8B92CD4A8}"/>
          </ac:spMkLst>
        </pc:spChg>
        <pc:spChg chg="mod topLvl">
          <ac:chgData name="Takeuchi, Koichiro" userId="b3848a05-443b-4434-8fa5-7398ca0c03c9" providerId="ADAL" clId="{8850683F-C5FA-4FC1-A362-4C7EFCA16AE8}" dt="2024-06-18T05:03:21.958" v="773" actId="165"/>
          <ac:spMkLst>
            <pc:docMk/>
            <pc:sldMk cId="3876441418" sldId="2147480795"/>
            <ac:spMk id="28" creationId="{A16301A6-E9B5-770A-E2A2-D3C73EC2F723}"/>
          </ac:spMkLst>
        </pc:spChg>
        <pc:spChg chg="mod topLvl">
          <ac:chgData name="Takeuchi, Koichiro" userId="b3848a05-443b-4434-8fa5-7398ca0c03c9" providerId="ADAL" clId="{8850683F-C5FA-4FC1-A362-4C7EFCA16AE8}" dt="2024-06-18T05:03:21.958" v="773" actId="165"/>
          <ac:spMkLst>
            <pc:docMk/>
            <pc:sldMk cId="3876441418" sldId="2147480795"/>
            <ac:spMk id="29" creationId="{7731FD7A-AF08-E044-3DF3-09ACAD9B03FF}"/>
          </ac:spMkLst>
        </pc:spChg>
        <pc:spChg chg="mod">
          <ac:chgData name="Takeuchi, Koichiro" userId="b3848a05-443b-4434-8fa5-7398ca0c03c9" providerId="ADAL" clId="{8850683F-C5FA-4FC1-A362-4C7EFCA16AE8}" dt="2024-06-18T05:03:21.958" v="773" actId="165"/>
          <ac:spMkLst>
            <pc:docMk/>
            <pc:sldMk cId="3876441418" sldId="2147480795"/>
            <ac:spMk id="32" creationId="{7AEE418E-5C9C-FCE2-2844-5BDD9D1EAC65}"/>
          </ac:spMkLst>
        </pc:spChg>
        <pc:spChg chg="mod">
          <ac:chgData name="Takeuchi, Koichiro" userId="b3848a05-443b-4434-8fa5-7398ca0c03c9" providerId="ADAL" clId="{8850683F-C5FA-4FC1-A362-4C7EFCA16AE8}" dt="2024-06-18T05:03:21.958" v="773" actId="165"/>
          <ac:spMkLst>
            <pc:docMk/>
            <pc:sldMk cId="3876441418" sldId="2147480795"/>
            <ac:spMk id="35" creationId="{F716DEAA-F858-F64C-EB6F-44A850B1B19B}"/>
          </ac:spMkLst>
        </pc:spChg>
        <pc:grpChg chg="mod topLvl">
          <ac:chgData name="Takeuchi, Koichiro" userId="b3848a05-443b-4434-8fa5-7398ca0c03c9" providerId="ADAL" clId="{8850683F-C5FA-4FC1-A362-4C7EFCA16AE8}" dt="2024-06-18T05:03:21.958" v="773" actId="165"/>
          <ac:grpSpMkLst>
            <pc:docMk/>
            <pc:sldMk cId="3876441418" sldId="2147480795"/>
            <ac:grpSpMk id="8" creationId="{B92268BB-2A16-1CDD-E018-46314A6FCC2D}"/>
          </ac:grpSpMkLst>
        </pc:grpChg>
        <pc:grpChg chg="mod topLvl">
          <ac:chgData name="Takeuchi, Koichiro" userId="b3848a05-443b-4434-8fa5-7398ca0c03c9" providerId="ADAL" clId="{8850683F-C5FA-4FC1-A362-4C7EFCA16AE8}" dt="2024-06-18T05:03:21.958" v="773" actId="165"/>
          <ac:grpSpMkLst>
            <pc:docMk/>
            <pc:sldMk cId="3876441418" sldId="2147480795"/>
            <ac:grpSpMk id="13" creationId="{9CFD7342-07A7-17D9-A4B0-39F47001062E}"/>
          </ac:grpSpMkLst>
        </pc:grpChg>
        <pc:grpChg chg="mod topLvl">
          <ac:chgData name="Takeuchi, Koichiro" userId="b3848a05-443b-4434-8fa5-7398ca0c03c9" providerId="ADAL" clId="{8850683F-C5FA-4FC1-A362-4C7EFCA16AE8}" dt="2024-06-18T05:03:21.958" v="773" actId="165"/>
          <ac:grpSpMkLst>
            <pc:docMk/>
            <pc:sldMk cId="3876441418" sldId="2147480795"/>
            <ac:grpSpMk id="30" creationId="{52C41ACA-AADF-7A10-1668-2A79AF5466F2}"/>
          </ac:grpSpMkLst>
        </pc:grpChg>
        <pc:grpChg chg="mod topLvl">
          <ac:chgData name="Takeuchi, Koichiro" userId="b3848a05-443b-4434-8fa5-7398ca0c03c9" providerId="ADAL" clId="{8850683F-C5FA-4FC1-A362-4C7EFCA16AE8}" dt="2024-06-18T05:03:21.958" v="773" actId="165"/>
          <ac:grpSpMkLst>
            <pc:docMk/>
            <pc:sldMk cId="3876441418" sldId="2147480795"/>
            <ac:grpSpMk id="33" creationId="{AE4C2BE7-54A6-4CB4-2BCF-8E57ADA3557E}"/>
          </ac:grpSpMkLst>
        </pc:grpChg>
        <pc:grpChg chg="del">
          <ac:chgData name="Takeuchi, Koichiro" userId="b3848a05-443b-4434-8fa5-7398ca0c03c9" providerId="ADAL" clId="{8850683F-C5FA-4FC1-A362-4C7EFCA16AE8}" dt="2024-06-18T05:03:21.958" v="773" actId="165"/>
          <ac:grpSpMkLst>
            <pc:docMk/>
            <pc:sldMk cId="3876441418" sldId="2147480795"/>
            <ac:grpSpMk id="36" creationId="{2EC0DBC3-AF95-F872-116B-8354A2C49416}"/>
          </ac:grpSpMkLst>
        </pc:grpChg>
        <pc:cxnChg chg="add mod">
          <ac:chgData name="Takeuchi, Koichiro" userId="b3848a05-443b-4434-8fa5-7398ca0c03c9" providerId="ADAL" clId="{8850683F-C5FA-4FC1-A362-4C7EFCA16AE8}" dt="2024-06-18T05:03:24.394" v="774"/>
          <ac:cxnSpMkLst>
            <pc:docMk/>
            <pc:sldMk cId="3876441418" sldId="2147480795"/>
            <ac:cxnSpMk id="7" creationId="{25ADD710-40D3-3663-5F59-25028F4EE845}"/>
          </ac:cxnSpMkLst>
        </pc:cxnChg>
        <pc:cxnChg chg="mod">
          <ac:chgData name="Takeuchi, Koichiro" userId="b3848a05-443b-4434-8fa5-7398ca0c03c9" providerId="ADAL" clId="{8850683F-C5FA-4FC1-A362-4C7EFCA16AE8}" dt="2024-06-18T05:03:21.958" v="773" actId="165"/>
          <ac:cxnSpMkLst>
            <pc:docMk/>
            <pc:sldMk cId="3876441418" sldId="2147480795"/>
            <ac:cxnSpMk id="9" creationId="{92E0E4B1-88CA-5227-AC47-EE59125F74A4}"/>
          </ac:cxnSpMkLst>
        </pc:cxnChg>
        <pc:cxnChg chg="mod">
          <ac:chgData name="Takeuchi, Koichiro" userId="b3848a05-443b-4434-8fa5-7398ca0c03c9" providerId="ADAL" clId="{8850683F-C5FA-4FC1-A362-4C7EFCA16AE8}" dt="2024-06-18T05:03:21.958" v="773" actId="165"/>
          <ac:cxnSpMkLst>
            <pc:docMk/>
            <pc:sldMk cId="3876441418" sldId="2147480795"/>
            <ac:cxnSpMk id="14" creationId="{B8298A78-1AB0-5E9A-38BA-677031F57AB7}"/>
          </ac:cxnSpMkLst>
        </pc:cxnChg>
        <pc:cxnChg chg="mod">
          <ac:chgData name="Takeuchi, Koichiro" userId="b3848a05-443b-4434-8fa5-7398ca0c03c9" providerId="ADAL" clId="{8850683F-C5FA-4FC1-A362-4C7EFCA16AE8}" dt="2024-06-18T05:03:21.958" v="773" actId="165"/>
          <ac:cxnSpMkLst>
            <pc:docMk/>
            <pc:sldMk cId="3876441418" sldId="2147480795"/>
            <ac:cxnSpMk id="31" creationId="{09019FA2-C088-29CC-B60B-434535BC7C99}"/>
          </ac:cxnSpMkLst>
        </pc:cxnChg>
        <pc:cxnChg chg="mod">
          <ac:chgData name="Takeuchi, Koichiro" userId="b3848a05-443b-4434-8fa5-7398ca0c03c9" providerId="ADAL" clId="{8850683F-C5FA-4FC1-A362-4C7EFCA16AE8}" dt="2024-06-18T05:03:21.958" v="773" actId="165"/>
          <ac:cxnSpMkLst>
            <pc:docMk/>
            <pc:sldMk cId="3876441418" sldId="2147480795"/>
            <ac:cxnSpMk id="34" creationId="{CC5477F1-FA35-F52A-C563-1072D21D9FB6}"/>
          </ac:cxnSpMkLst>
        </pc:cxnChg>
      </pc:sldChg>
      <pc:sldChg chg="del">
        <pc:chgData name="Takeuchi, Koichiro" userId="b3848a05-443b-4434-8fa5-7398ca0c03c9" providerId="ADAL" clId="{8850683F-C5FA-4FC1-A362-4C7EFCA16AE8}" dt="2024-06-18T04:40:34.021" v="14" actId="47"/>
        <pc:sldMkLst>
          <pc:docMk/>
          <pc:sldMk cId="457865810" sldId="2147480800"/>
        </pc:sldMkLst>
      </pc:sldChg>
      <pc:sldChg chg="del">
        <pc:chgData name="Takeuchi, Koichiro" userId="b3848a05-443b-4434-8fa5-7398ca0c03c9" providerId="ADAL" clId="{8850683F-C5FA-4FC1-A362-4C7EFCA16AE8}" dt="2024-06-18T04:40:34.765" v="15" actId="47"/>
        <pc:sldMkLst>
          <pc:docMk/>
          <pc:sldMk cId="1421077284" sldId="2147480801"/>
        </pc:sldMkLst>
      </pc:sldChg>
      <pc:sldChg chg="del">
        <pc:chgData name="Takeuchi, Koichiro" userId="b3848a05-443b-4434-8fa5-7398ca0c03c9" providerId="ADAL" clId="{8850683F-C5FA-4FC1-A362-4C7EFCA16AE8}" dt="2024-06-18T04:40:33.609" v="13" actId="47"/>
        <pc:sldMkLst>
          <pc:docMk/>
          <pc:sldMk cId="2079993822" sldId="2147480802"/>
        </pc:sldMkLst>
      </pc:sldChg>
      <pc:sldChg chg="addSp delSp modSp new mod ord">
        <pc:chgData name="Takeuchi, Koichiro" userId="b3848a05-443b-4434-8fa5-7398ca0c03c9" providerId="ADAL" clId="{8850683F-C5FA-4FC1-A362-4C7EFCA16AE8}" dt="2024-06-18T06:51:53.069" v="5336"/>
        <pc:sldMkLst>
          <pc:docMk/>
          <pc:sldMk cId="1771412347" sldId="2147480805"/>
        </pc:sldMkLst>
        <pc:spChg chg="mod">
          <ac:chgData name="Takeuchi, Koichiro" userId="b3848a05-443b-4434-8fa5-7398ca0c03c9" providerId="ADAL" clId="{8850683F-C5FA-4FC1-A362-4C7EFCA16AE8}" dt="2024-06-18T06:05:43.291" v="3898" actId="1076"/>
          <ac:spMkLst>
            <pc:docMk/>
            <pc:sldMk cId="1771412347" sldId="2147480805"/>
            <ac:spMk id="2" creationId="{C4050E0A-F4AC-8E52-FCEA-9771083801F3}"/>
          </ac:spMkLst>
        </pc:spChg>
        <pc:spChg chg="del">
          <ac:chgData name="Takeuchi, Koichiro" userId="b3848a05-443b-4434-8fa5-7398ca0c03c9" providerId="ADAL" clId="{8850683F-C5FA-4FC1-A362-4C7EFCA16AE8}" dt="2024-06-18T04:41:17.319" v="60" actId="478"/>
          <ac:spMkLst>
            <pc:docMk/>
            <pc:sldMk cId="1771412347" sldId="2147480805"/>
            <ac:spMk id="3" creationId="{51B6A9E3-2DF0-5959-D4F7-225909F7D665}"/>
          </ac:spMkLst>
        </pc:spChg>
        <pc:spChg chg="add del mod">
          <ac:chgData name="Takeuchi, Koichiro" userId="b3848a05-443b-4434-8fa5-7398ca0c03c9" providerId="ADAL" clId="{8850683F-C5FA-4FC1-A362-4C7EFCA16AE8}" dt="2024-06-18T04:41:30.048" v="62" actId="21"/>
          <ac:spMkLst>
            <pc:docMk/>
            <pc:sldMk cId="1771412347" sldId="2147480805"/>
            <ac:spMk id="7" creationId="{7BE03686-6E88-384E-5372-0CE7A7392C0D}"/>
          </ac:spMkLst>
        </pc:spChg>
        <pc:spChg chg="add del mod">
          <ac:chgData name="Takeuchi, Koichiro" userId="b3848a05-443b-4434-8fa5-7398ca0c03c9" providerId="ADAL" clId="{8850683F-C5FA-4FC1-A362-4C7EFCA16AE8}" dt="2024-06-18T04:41:38.600" v="64" actId="21"/>
          <ac:spMkLst>
            <pc:docMk/>
            <pc:sldMk cId="1771412347" sldId="2147480805"/>
            <ac:spMk id="8" creationId="{8CBC6B0D-CF3C-9890-D791-B90822B32D73}"/>
          </ac:spMkLst>
        </pc:spChg>
        <pc:spChg chg="add mod">
          <ac:chgData name="Takeuchi, Koichiro" userId="b3848a05-443b-4434-8fa5-7398ca0c03c9" providerId="ADAL" clId="{8850683F-C5FA-4FC1-A362-4C7EFCA16AE8}" dt="2024-06-18T06:04:31.449" v="3785" actId="1035"/>
          <ac:spMkLst>
            <pc:docMk/>
            <pc:sldMk cId="1771412347" sldId="2147480805"/>
            <ac:spMk id="9" creationId="{B86D8330-0B1A-E587-FA07-0AAE4A76EC6B}"/>
          </ac:spMkLst>
        </pc:spChg>
        <pc:spChg chg="add mod">
          <ac:chgData name="Takeuchi, Koichiro" userId="b3848a05-443b-4434-8fa5-7398ca0c03c9" providerId="ADAL" clId="{8850683F-C5FA-4FC1-A362-4C7EFCA16AE8}" dt="2024-06-18T06:23:02.022" v="4640" actId="1035"/>
          <ac:spMkLst>
            <pc:docMk/>
            <pc:sldMk cId="1771412347" sldId="2147480805"/>
            <ac:spMk id="10" creationId="{8CD5BA63-C0B2-CEB6-93FE-328B281F0AFD}"/>
          </ac:spMkLst>
        </pc:spChg>
        <pc:spChg chg="add mod">
          <ac:chgData name="Takeuchi, Koichiro" userId="b3848a05-443b-4434-8fa5-7398ca0c03c9" providerId="ADAL" clId="{8850683F-C5FA-4FC1-A362-4C7EFCA16AE8}" dt="2024-06-18T06:04:31.449" v="3785" actId="1035"/>
          <ac:spMkLst>
            <pc:docMk/>
            <pc:sldMk cId="1771412347" sldId="2147480805"/>
            <ac:spMk id="11" creationId="{2F6A44E9-3B7D-1E55-A0E1-B656D0009265}"/>
          </ac:spMkLst>
        </pc:spChg>
        <pc:spChg chg="add mod">
          <ac:chgData name="Takeuchi, Koichiro" userId="b3848a05-443b-4434-8fa5-7398ca0c03c9" providerId="ADAL" clId="{8850683F-C5FA-4FC1-A362-4C7EFCA16AE8}" dt="2024-06-18T06:04:31.449" v="3785" actId="1035"/>
          <ac:spMkLst>
            <pc:docMk/>
            <pc:sldMk cId="1771412347" sldId="2147480805"/>
            <ac:spMk id="12" creationId="{45EE08F6-DEC4-E349-C3D4-3A0D55311423}"/>
          </ac:spMkLst>
        </pc:spChg>
        <pc:spChg chg="add mod">
          <ac:chgData name="Takeuchi, Koichiro" userId="b3848a05-443b-4434-8fa5-7398ca0c03c9" providerId="ADAL" clId="{8850683F-C5FA-4FC1-A362-4C7EFCA16AE8}" dt="2024-06-18T06:04:31.449" v="3785" actId="1035"/>
          <ac:spMkLst>
            <pc:docMk/>
            <pc:sldMk cId="1771412347" sldId="2147480805"/>
            <ac:spMk id="13" creationId="{F8CADEEC-4DA6-DFCA-EDD3-66F074215B62}"/>
          </ac:spMkLst>
        </pc:spChg>
        <pc:spChg chg="add mod topLvl">
          <ac:chgData name="Takeuchi, Koichiro" userId="b3848a05-443b-4434-8fa5-7398ca0c03c9" providerId="ADAL" clId="{8850683F-C5FA-4FC1-A362-4C7EFCA16AE8}" dt="2024-06-18T06:04:31.449" v="3785" actId="1035"/>
          <ac:spMkLst>
            <pc:docMk/>
            <pc:sldMk cId="1771412347" sldId="2147480805"/>
            <ac:spMk id="14" creationId="{61CFC24B-A4E0-AA0F-B8C0-C72ACD02B496}"/>
          </ac:spMkLst>
        </pc:spChg>
        <pc:spChg chg="add mod topLvl">
          <ac:chgData name="Takeuchi, Koichiro" userId="b3848a05-443b-4434-8fa5-7398ca0c03c9" providerId="ADAL" clId="{8850683F-C5FA-4FC1-A362-4C7EFCA16AE8}" dt="2024-06-18T06:04:31.449" v="3785" actId="1035"/>
          <ac:spMkLst>
            <pc:docMk/>
            <pc:sldMk cId="1771412347" sldId="2147480805"/>
            <ac:spMk id="15" creationId="{9E2C2CC3-C868-A486-19A5-796650E36F44}"/>
          </ac:spMkLst>
        </pc:spChg>
        <pc:spChg chg="add mod topLvl">
          <ac:chgData name="Takeuchi, Koichiro" userId="b3848a05-443b-4434-8fa5-7398ca0c03c9" providerId="ADAL" clId="{8850683F-C5FA-4FC1-A362-4C7EFCA16AE8}" dt="2024-06-18T06:04:31.449" v="3785" actId="1035"/>
          <ac:spMkLst>
            <pc:docMk/>
            <pc:sldMk cId="1771412347" sldId="2147480805"/>
            <ac:spMk id="16" creationId="{037C46BB-6F39-EABB-FE4B-F5D4758A4034}"/>
          </ac:spMkLst>
        </pc:spChg>
        <pc:spChg chg="add mod">
          <ac:chgData name="Takeuchi, Koichiro" userId="b3848a05-443b-4434-8fa5-7398ca0c03c9" providerId="ADAL" clId="{8850683F-C5FA-4FC1-A362-4C7EFCA16AE8}" dt="2024-06-18T06:04:31.449" v="3785" actId="1035"/>
          <ac:spMkLst>
            <pc:docMk/>
            <pc:sldMk cId="1771412347" sldId="2147480805"/>
            <ac:spMk id="17" creationId="{A5CAC6B1-665F-4C40-F148-C1BBFB3F82B8}"/>
          </ac:spMkLst>
        </pc:spChg>
        <pc:spChg chg="add mod">
          <ac:chgData name="Takeuchi, Koichiro" userId="b3848a05-443b-4434-8fa5-7398ca0c03c9" providerId="ADAL" clId="{8850683F-C5FA-4FC1-A362-4C7EFCA16AE8}" dt="2024-06-18T06:04:31.449" v="3785" actId="1035"/>
          <ac:spMkLst>
            <pc:docMk/>
            <pc:sldMk cId="1771412347" sldId="2147480805"/>
            <ac:spMk id="18" creationId="{54925650-A2C7-8C3D-3169-31D70F34808D}"/>
          </ac:spMkLst>
        </pc:spChg>
        <pc:spChg chg="mod">
          <ac:chgData name="Takeuchi, Koichiro" userId="b3848a05-443b-4434-8fa5-7398ca0c03c9" providerId="ADAL" clId="{8850683F-C5FA-4FC1-A362-4C7EFCA16AE8}" dt="2024-06-18T05:04:08.786" v="814" actId="255"/>
          <ac:spMkLst>
            <pc:docMk/>
            <pc:sldMk cId="1771412347" sldId="2147480805"/>
            <ac:spMk id="46" creationId="{5F6391F3-D7AB-1690-4273-8B8DFBF2BA2B}"/>
          </ac:spMkLst>
        </pc:spChg>
        <pc:spChg chg="mod">
          <ac:chgData name="Takeuchi, Koichiro" userId="b3848a05-443b-4434-8fa5-7398ca0c03c9" providerId="ADAL" clId="{8850683F-C5FA-4FC1-A362-4C7EFCA16AE8}" dt="2024-06-18T05:03:29.950" v="775"/>
          <ac:spMkLst>
            <pc:docMk/>
            <pc:sldMk cId="1771412347" sldId="2147480805"/>
            <ac:spMk id="49" creationId="{990A331E-FC7E-D78D-4A8F-9AE01422FB1C}"/>
          </ac:spMkLst>
        </pc:spChg>
        <pc:spChg chg="mod">
          <ac:chgData name="Takeuchi, Koichiro" userId="b3848a05-443b-4434-8fa5-7398ca0c03c9" providerId="ADAL" clId="{8850683F-C5FA-4FC1-A362-4C7EFCA16AE8}" dt="2024-06-18T05:04:27.496" v="827"/>
          <ac:spMkLst>
            <pc:docMk/>
            <pc:sldMk cId="1771412347" sldId="2147480805"/>
            <ac:spMk id="52" creationId="{31FE5F08-F380-21A0-E6AC-8278563276A2}"/>
          </ac:spMkLst>
        </pc:spChg>
        <pc:spChg chg="add mod">
          <ac:chgData name="Takeuchi, Koichiro" userId="b3848a05-443b-4434-8fa5-7398ca0c03c9" providerId="ADAL" clId="{8850683F-C5FA-4FC1-A362-4C7EFCA16AE8}" dt="2024-06-18T06:27:00.950" v="4877" actId="1035"/>
          <ac:spMkLst>
            <pc:docMk/>
            <pc:sldMk cId="1771412347" sldId="2147480805"/>
            <ac:spMk id="53" creationId="{ED8B1D29-4FB0-1150-B85E-C70969A5E227}"/>
          </ac:spMkLst>
        </pc:spChg>
        <pc:spChg chg="add del mod">
          <ac:chgData name="Takeuchi, Koichiro" userId="b3848a05-443b-4434-8fa5-7398ca0c03c9" providerId="ADAL" clId="{8850683F-C5FA-4FC1-A362-4C7EFCA16AE8}" dt="2024-06-18T05:14:12.841" v="1169" actId="478"/>
          <ac:spMkLst>
            <pc:docMk/>
            <pc:sldMk cId="1771412347" sldId="2147480805"/>
            <ac:spMk id="54" creationId="{668A0B57-76C5-ECF4-E994-0CBBB7D4212A}"/>
          </ac:spMkLst>
        </pc:spChg>
        <pc:spChg chg="add mod">
          <ac:chgData name="Takeuchi, Koichiro" userId="b3848a05-443b-4434-8fa5-7398ca0c03c9" providerId="ADAL" clId="{8850683F-C5FA-4FC1-A362-4C7EFCA16AE8}" dt="2024-06-18T06:27:30.358" v="4882" actId="465"/>
          <ac:spMkLst>
            <pc:docMk/>
            <pc:sldMk cId="1771412347" sldId="2147480805"/>
            <ac:spMk id="55" creationId="{41E8A974-E923-D40A-7E1B-AA2555EE71FE}"/>
          </ac:spMkLst>
        </pc:spChg>
        <pc:spChg chg="add mod">
          <ac:chgData name="Takeuchi, Koichiro" userId="b3848a05-443b-4434-8fa5-7398ca0c03c9" providerId="ADAL" clId="{8850683F-C5FA-4FC1-A362-4C7EFCA16AE8}" dt="2024-06-18T06:27:30.358" v="4882" actId="465"/>
          <ac:spMkLst>
            <pc:docMk/>
            <pc:sldMk cId="1771412347" sldId="2147480805"/>
            <ac:spMk id="56" creationId="{4FA19F00-B21F-3BDD-EF97-E7645440DF0A}"/>
          </ac:spMkLst>
        </pc:spChg>
        <pc:spChg chg="add mod">
          <ac:chgData name="Takeuchi, Koichiro" userId="b3848a05-443b-4434-8fa5-7398ca0c03c9" providerId="ADAL" clId="{8850683F-C5FA-4FC1-A362-4C7EFCA16AE8}" dt="2024-06-18T06:27:00.950" v="4877" actId="1035"/>
          <ac:spMkLst>
            <pc:docMk/>
            <pc:sldMk cId="1771412347" sldId="2147480805"/>
            <ac:spMk id="57" creationId="{B593345A-14D5-4B98-302A-DD3400A9E7EB}"/>
          </ac:spMkLst>
        </pc:spChg>
        <pc:spChg chg="add mod">
          <ac:chgData name="Takeuchi, Koichiro" userId="b3848a05-443b-4434-8fa5-7398ca0c03c9" providerId="ADAL" clId="{8850683F-C5FA-4FC1-A362-4C7EFCA16AE8}" dt="2024-06-18T06:27:30.358" v="4882" actId="465"/>
          <ac:spMkLst>
            <pc:docMk/>
            <pc:sldMk cId="1771412347" sldId="2147480805"/>
            <ac:spMk id="58" creationId="{A77EE4C5-0A99-CE2A-E26C-FEF30B6F9682}"/>
          </ac:spMkLst>
        </pc:spChg>
        <pc:spChg chg="add mod">
          <ac:chgData name="Takeuchi, Koichiro" userId="b3848a05-443b-4434-8fa5-7398ca0c03c9" providerId="ADAL" clId="{8850683F-C5FA-4FC1-A362-4C7EFCA16AE8}" dt="2024-06-18T06:27:30.358" v="4882" actId="465"/>
          <ac:spMkLst>
            <pc:docMk/>
            <pc:sldMk cId="1771412347" sldId="2147480805"/>
            <ac:spMk id="59" creationId="{27870E17-23CC-D8F9-5085-1C5528401C96}"/>
          </ac:spMkLst>
        </pc:spChg>
        <pc:spChg chg="add mod">
          <ac:chgData name="Takeuchi, Koichiro" userId="b3848a05-443b-4434-8fa5-7398ca0c03c9" providerId="ADAL" clId="{8850683F-C5FA-4FC1-A362-4C7EFCA16AE8}" dt="2024-06-18T06:27:30.358" v="4882" actId="465"/>
          <ac:spMkLst>
            <pc:docMk/>
            <pc:sldMk cId="1771412347" sldId="2147480805"/>
            <ac:spMk id="60" creationId="{0EECCE46-2E1C-1A88-6933-018E8A5B09E4}"/>
          </ac:spMkLst>
        </pc:spChg>
        <pc:spChg chg="add mod">
          <ac:chgData name="Takeuchi, Koichiro" userId="b3848a05-443b-4434-8fa5-7398ca0c03c9" providerId="ADAL" clId="{8850683F-C5FA-4FC1-A362-4C7EFCA16AE8}" dt="2024-06-18T06:27:30.358" v="4882" actId="465"/>
          <ac:spMkLst>
            <pc:docMk/>
            <pc:sldMk cId="1771412347" sldId="2147480805"/>
            <ac:spMk id="61" creationId="{6F57270E-04EC-2C28-D07E-D9A16B20ED7C}"/>
          </ac:spMkLst>
        </pc:spChg>
        <pc:spChg chg="add mod">
          <ac:chgData name="Takeuchi, Koichiro" userId="b3848a05-443b-4434-8fa5-7398ca0c03c9" providerId="ADAL" clId="{8850683F-C5FA-4FC1-A362-4C7EFCA16AE8}" dt="2024-06-18T06:27:30.358" v="4882" actId="465"/>
          <ac:spMkLst>
            <pc:docMk/>
            <pc:sldMk cId="1771412347" sldId="2147480805"/>
            <ac:spMk id="62" creationId="{B0C6064B-297C-9AAE-DA4C-40D527739810}"/>
          </ac:spMkLst>
        </pc:spChg>
        <pc:spChg chg="add mod">
          <ac:chgData name="Takeuchi, Koichiro" userId="b3848a05-443b-4434-8fa5-7398ca0c03c9" providerId="ADAL" clId="{8850683F-C5FA-4FC1-A362-4C7EFCA16AE8}" dt="2024-06-18T06:27:30.358" v="4882" actId="465"/>
          <ac:spMkLst>
            <pc:docMk/>
            <pc:sldMk cId="1771412347" sldId="2147480805"/>
            <ac:spMk id="63" creationId="{9D66B40B-A76A-5F66-79FE-B57537A8129A}"/>
          </ac:spMkLst>
        </pc:spChg>
        <pc:spChg chg="add mod">
          <ac:chgData name="Takeuchi, Koichiro" userId="b3848a05-443b-4434-8fa5-7398ca0c03c9" providerId="ADAL" clId="{8850683F-C5FA-4FC1-A362-4C7EFCA16AE8}" dt="2024-06-18T06:27:30.358" v="4882" actId="465"/>
          <ac:spMkLst>
            <pc:docMk/>
            <pc:sldMk cId="1771412347" sldId="2147480805"/>
            <ac:spMk id="64" creationId="{DC255834-7785-8654-E338-60A1CD5AFB24}"/>
          </ac:spMkLst>
        </pc:spChg>
        <pc:spChg chg="add mod">
          <ac:chgData name="Takeuchi, Koichiro" userId="b3848a05-443b-4434-8fa5-7398ca0c03c9" providerId="ADAL" clId="{8850683F-C5FA-4FC1-A362-4C7EFCA16AE8}" dt="2024-06-18T06:04:31.449" v="3785" actId="1035"/>
          <ac:spMkLst>
            <pc:docMk/>
            <pc:sldMk cId="1771412347" sldId="2147480805"/>
            <ac:spMk id="65" creationId="{FC239252-BB22-9A7C-B315-8A93273387EB}"/>
          </ac:spMkLst>
        </pc:spChg>
        <pc:spChg chg="add mod">
          <ac:chgData name="Takeuchi, Koichiro" userId="b3848a05-443b-4434-8fa5-7398ca0c03c9" providerId="ADAL" clId="{8850683F-C5FA-4FC1-A362-4C7EFCA16AE8}" dt="2024-06-18T06:27:30.358" v="4882" actId="465"/>
          <ac:spMkLst>
            <pc:docMk/>
            <pc:sldMk cId="1771412347" sldId="2147480805"/>
            <ac:spMk id="66" creationId="{5A79ACBD-2299-AF46-BDD0-81EC95C2DDB0}"/>
          </ac:spMkLst>
        </pc:spChg>
        <pc:spChg chg="mod">
          <ac:chgData name="Takeuchi, Koichiro" userId="b3848a05-443b-4434-8fa5-7398ca0c03c9" providerId="ADAL" clId="{8850683F-C5FA-4FC1-A362-4C7EFCA16AE8}" dt="2024-06-18T05:34:56.527" v="1814" actId="20577"/>
          <ac:spMkLst>
            <pc:docMk/>
            <pc:sldMk cId="1771412347" sldId="2147480805"/>
            <ac:spMk id="113" creationId="{68F79C94-0337-A33A-5FAC-0D2D9B6BF4EB}"/>
          </ac:spMkLst>
        </pc:spChg>
        <pc:spChg chg="add mod">
          <ac:chgData name="Takeuchi, Koichiro" userId="b3848a05-443b-4434-8fa5-7398ca0c03c9" providerId="ADAL" clId="{8850683F-C5FA-4FC1-A362-4C7EFCA16AE8}" dt="2024-06-18T06:27:25.860" v="4881" actId="465"/>
          <ac:spMkLst>
            <pc:docMk/>
            <pc:sldMk cId="1771412347" sldId="2147480805"/>
            <ac:spMk id="114" creationId="{72EF32CD-6595-FDF7-1CEA-382933E01A4E}"/>
          </ac:spMkLst>
        </pc:spChg>
        <pc:spChg chg="add mod">
          <ac:chgData name="Takeuchi, Koichiro" userId="b3848a05-443b-4434-8fa5-7398ca0c03c9" providerId="ADAL" clId="{8850683F-C5FA-4FC1-A362-4C7EFCA16AE8}" dt="2024-06-18T06:27:25.860" v="4881" actId="465"/>
          <ac:spMkLst>
            <pc:docMk/>
            <pc:sldMk cId="1771412347" sldId="2147480805"/>
            <ac:spMk id="115" creationId="{0F845545-C7D4-3EEA-F7B6-55DF32AF12FF}"/>
          </ac:spMkLst>
        </pc:spChg>
        <pc:spChg chg="add mod">
          <ac:chgData name="Takeuchi, Koichiro" userId="b3848a05-443b-4434-8fa5-7398ca0c03c9" providerId="ADAL" clId="{8850683F-C5FA-4FC1-A362-4C7EFCA16AE8}" dt="2024-06-18T06:27:25.860" v="4881" actId="465"/>
          <ac:spMkLst>
            <pc:docMk/>
            <pc:sldMk cId="1771412347" sldId="2147480805"/>
            <ac:spMk id="116" creationId="{9339E03E-D830-5605-6A15-BBFAD6A212C3}"/>
          </ac:spMkLst>
        </pc:spChg>
        <pc:spChg chg="add mod">
          <ac:chgData name="Takeuchi, Koichiro" userId="b3848a05-443b-4434-8fa5-7398ca0c03c9" providerId="ADAL" clId="{8850683F-C5FA-4FC1-A362-4C7EFCA16AE8}" dt="2024-06-18T06:27:25.860" v="4881" actId="465"/>
          <ac:spMkLst>
            <pc:docMk/>
            <pc:sldMk cId="1771412347" sldId="2147480805"/>
            <ac:spMk id="117" creationId="{9FDDBF6A-FDB0-F596-5A5C-EBF9F9784212}"/>
          </ac:spMkLst>
        </pc:spChg>
        <pc:spChg chg="add mod">
          <ac:chgData name="Takeuchi, Koichiro" userId="b3848a05-443b-4434-8fa5-7398ca0c03c9" providerId="ADAL" clId="{8850683F-C5FA-4FC1-A362-4C7EFCA16AE8}" dt="2024-06-18T06:27:25.860" v="4881" actId="465"/>
          <ac:spMkLst>
            <pc:docMk/>
            <pc:sldMk cId="1771412347" sldId="2147480805"/>
            <ac:spMk id="118" creationId="{7C30C3DB-78A1-C2ED-5444-CEA78A3B81D9}"/>
          </ac:spMkLst>
        </pc:spChg>
        <pc:spChg chg="add mod">
          <ac:chgData name="Takeuchi, Koichiro" userId="b3848a05-443b-4434-8fa5-7398ca0c03c9" providerId="ADAL" clId="{8850683F-C5FA-4FC1-A362-4C7EFCA16AE8}" dt="2024-06-18T06:27:25.860" v="4881" actId="465"/>
          <ac:spMkLst>
            <pc:docMk/>
            <pc:sldMk cId="1771412347" sldId="2147480805"/>
            <ac:spMk id="119" creationId="{0057D7BE-A736-5A50-F9ED-8F8DCE90C2FF}"/>
          </ac:spMkLst>
        </pc:spChg>
        <pc:spChg chg="add mod">
          <ac:chgData name="Takeuchi, Koichiro" userId="b3848a05-443b-4434-8fa5-7398ca0c03c9" providerId="ADAL" clId="{8850683F-C5FA-4FC1-A362-4C7EFCA16AE8}" dt="2024-06-18T06:27:25.860" v="4881" actId="465"/>
          <ac:spMkLst>
            <pc:docMk/>
            <pc:sldMk cId="1771412347" sldId="2147480805"/>
            <ac:spMk id="120" creationId="{66307FF8-5EFF-2225-2ECB-9C2BF700ACE3}"/>
          </ac:spMkLst>
        </pc:spChg>
        <pc:spChg chg="add mod">
          <ac:chgData name="Takeuchi, Koichiro" userId="b3848a05-443b-4434-8fa5-7398ca0c03c9" providerId="ADAL" clId="{8850683F-C5FA-4FC1-A362-4C7EFCA16AE8}" dt="2024-06-18T05:45:18.689" v="1902"/>
          <ac:spMkLst>
            <pc:docMk/>
            <pc:sldMk cId="1771412347" sldId="2147480805"/>
            <ac:spMk id="121" creationId="{0C219D7C-CD03-091E-38CC-4B0C1723A785}"/>
          </ac:spMkLst>
        </pc:spChg>
        <pc:spChg chg="add mod">
          <ac:chgData name="Takeuchi, Koichiro" userId="b3848a05-443b-4434-8fa5-7398ca0c03c9" providerId="ADAL" clId="{8850683F-C5FA-4FC1-A362-4C7EFCA16AE8}" dt="2024-06-18T06:27:25.860" v="4881" actId="465"/>
          <ac:spMkLst>
            <pc:docMk/>
            <pc:sldMk cId="1771412347" sldId="2147480805"/>
            <ac:spMk id="122" creationId="{B0973A96-D7D1-A5F4-42C8-13E82ACC7F09}"/>
          </ac:spMkLst>
        </pc:spChg>
        <pc:spChg chg="add mod">
          <ac:chgData name="Takeuchi, Koichiro" userId="b3848a05-443b-4434-8fa5-7398ca0c03c9" providerId="ADAL" clId="{8850683F-C5FA-4FC1-A362-4C7EFCA16AE8}" dt="2024-06-18T06:27:25.860" v="4881" actId="465"/>
          <ac:spMkLst>
            <pc:docMk/>
            <pc:sldMk cId="1771412347" sldId="2147480805"/>
            <ac:spMk id="123" creationId="{3EC2D7FB-B5A4-2C33-C57E-6CAA4BB16AB1}"/>
          </ac:spMkLst>
        </pc:spChg>
        <pc:spChg chg="add del mod">
          <ac:chgData name="Takeuchi, Koichiro" userId="b3848a05-443b-4434-8fa5-7398ca0c03c9" providerId="ADAL" clId="{8850683F-C5FA-4FC1-A362-4C7EFCA16AE8}" dt="2024-06-18T05:45:51.437" v="1932" actId="478"/>
          <ac:spMkLst>
            <pc:docMk/>
            <pc:sldMk cId="1771412347" sldId="2147480805"/>
            <ac:spMk id="124" creationId="{1ABDE94A-6C9D-76B1-6F88-9C28A189A20F}"/>
          </ac:spMkLst>
        </pc:spChg>
        <pc:spChg chg="add mod">
          <ac:chgData name="Takeuchi, Koichiro" userId="b3848a05-443b-4434-8fa5-7398ca0c03c9" providerId="ADAL" clId="{8850683F-C5FA-4FC1-A362-4C7EFCA16AE8}" dt="2024-06-18T05:45:56.072" v="1933"/>
          <ac:spMkLst>
            <pc:docMk/>
            <pc:sldMk cId="1771412347" sldId="2147480805"/>
            <ac:spMk id="125" creationId="{84971669-AFA5-08B3-0F64-923ACB87BF73}"/>
          </ac:spMkLst>
        </pc:spChg>
        <pc:spChg chg="add mod">
          <ac:chgData name="Takeuchi, Koichiro" userId="b3848a05-443b-4434-8fa5-7398ca0c03c9" providerId="ADAL" clId="{8850683F-C5FA-4FC1-A362-4C7EFCA16AE8}" dt="2024-06-18T06:27:25.860" v="4881" actId="465"/>
          <ac:spMkLst>
            <pc:docMk/>
            <pc:sldMk cId="1771412347" sldId="2147480805"/>
            <ac:spMk id="126" creationId="{9C34BE37-5712-0312-387E-039E4CE176BE}"/>
          </ac:spMkLst>
        </pc:spChg>
        <pc:spChg chg="add mod">
          <ac:chgData name="Takeuchi, Koichiro" userId="b3848a05-443b-4434-8fa5-7398ca0c03c9" providerId="ADAL" clId="{8850683F-C5FA-4FC1-A362-4C7EFCA16AE8}" dt="2024-06-18T06:06:44.147" v="3929" actId="113"/>
          <ac:spMkLst>
            <pc:docMk/>
            <pc:sldMk cId="1771412347" sldId="2147480805"/>
            <ac:spMk id="127" creationId="{E59BCDFA-CBB4-C493-4E7D-A88A700D50C3}"/>
          </ac:spMkLst>
        </pc:spChg>
        <pc:spChg chg="mod">
          <ac:chgData name="Takeuchi, Koichiro" userId="b3848a05-443b-4434-8fa5-7398ca0c03c9" providerId="ADAL" clId="{8850683F-C5FA-4FC1-A362-4C7EFCA16AE8}" dt="2024-06-18T05:48:28.731" v="2004" actId="20577"/>
          <ac:spMkLst>
            <pc:docMk/>
            <pc:sldMk cId="1771412347" sldId="2147480805"/>
            <ac:spMk id="130" creationId="{E799E7BF-CED8-DC0B-2C2B-48CBFE3A41D5}"/>
          </ac:spMkLst>
        </pc:spChg>
        <pc:spChg chg="add mod">
          <ac:chgData name="Takeuchi, Koichiro" userId="b3848a05-443b-4434-8fa5-7398ca0c03c9" providerId="ADAL" clId="{8850683F-C5FA-4FC1-A362-4C7EFCA16AE8}" dt="2024-06-18T06:27:00.950" v="4877" actId="1035"/>
          <ac:spMkLst>
            <pc:docMk/>
            <pc:sldMk cId="1771412347" sldId="2147480805"/>
            <ac:spMk id="131" creationId="{84A66E56-AB3B-0914-5507-82FFF45FA66D}"/>
          </ac:spMkLst>
        </pc:spChg>
        <pc:spChg chg="add mod">
          <ac:chgData name="Takeuchi, Koichiro" userId="b3848a05-443b-4434-8fa5-7398ca0c03c9" providerId="ADAL" clId="{8850683F-C5FA-4FC1-A362-4C7EFCA16AE8}" dt="2024-06-18T06:27:22.164" v="4880" actId="465"/>
          <ac:spMkLst>
            <pc:docMk/>
            <pc:sldMk cId="1771412347" sldId="2147480805"/>
            <ac:spMk id="132" creationId="{8BA693BC-1AB8-A885-C41B-05DA4E5D51BF}"/>
          </ac:spMkLst>
        </pc:spChg>
        <pc:spChg chg="add mod">
          <ac:chgData name="Takeuchi, Koichiro" userId="b3848a05-443b-4434-8fa5-7398ca0c03c9" providerId="ADAL" clId="{8850683F-C5FA-4FC1-A362-4C7EFCA16AE8}" dt="2024-06-18T06:27:22.164" v="4880" actId="465"/>
          <ac:spMkLst>
            <pc:docMk/>
            <pc:sldMk cId="1771412347" sldId="2147480805"/>
            <ac:spMk id="133" creationId="{B451CDAC-FA02-2CC4-8155-DBF9B7C72A3A}"/>
          </ac:spMkLst>
        </pc:spChg>
        <pc:spChg chg="add mod">
          <ac:chgData name="Takeuchi, Koichiro" userId="b3848a05-443b-4434-8fa5-7398ca0c03c9" providerId="ADAL" clId="{8850683F-C5FA-4FC1-A362-4C7EFCA16AE8}" dt="2024-06-18T06:27:22.164" v="4880" actId="465"/>
          <ac:spMkLst>
            <pc:docMk/>
            <pc:sldMk cId="1771412347" sldId="2147480805"/>
            <ac:spMk id="134" creationId="{F1EB9C89-9806-1BD0-4EEE-A84FCE106EDA}"/>
          </ac:spMkLst>
        </pc:spChg>
        <pc:spChg chg="add mod">
          <ac:chgData name="Takeuchi, Koichiro" userId="b3848a05-443b-4434-8fa5-7398ca0c03c9" providerId="ADAL" clId="{8850683F-C5FA-4FC1-A362-4C7EFCA16AE8}" dt="2024-06-18T06:27:22.164" v="4880" actId="465"/>
          <ac:spMkLst>
            <pc:docMk/>
            <pc:sldMk cId="1771412347" sldId="2147480805"/>
            <ac:spMk id="144" creationId="{16758918-22AD-6374-15BE-F1CD112A78BB}"/>
          </ac:spMkLst>
        </pc:spChg>
        <pc:spChg chg="add mod">
          <ac:chgData name="Takeuchi, Koichiro" userId="b3848a05-443b-4434-8fa5-7398ca0c03c9" providerId="ADAL" clId="{8850683F-C5FA-4FC1-A362-4C7EFCA16AE8}" dt="2024-06-18T06:27:22.164" v="4880" actId="465"/>
          <ac:spMkLst>
            <pc:docMk/>
            <pc:sldMk cId="1771412347" sldId="2147480805"/>
            <ac:spMk id="145" creationId="{320DCEC1-605D-7C8E-90C6-3083ADC680E2}"/>
          </ac:spMkLst>
        </pc:spChg>
        <pc:spChg chg="add mod">
          <ac:chgData name="Takeuchi, Koichiro" userId="b3848a05-443b-4434-8fa5-7398ca0c03c9" providerId="ADAL" clId="{8850683F-C5FA-4FC1-A362-4C7EFCA16AE8}" dt="2024-06-18T06:27:22.164" v="4880" actId="465"/>
          <ac:spMkLst>
            <pc:docMk/>
            <pc:sldMk cId="1771412347" sldId="2147480805"/>
            <ac:spMk id="146" creationId="{85526314-52DB-C8EB-6AE2-ED7FFE35C1D5}"/>
          </ac:spMkLst>
        </pc:spChg>
        <pc:spChg chg="add mod">
          <ac:chgData name="Takeuchi, Koichiro" userId="b3848a05-443b-4434-8fa5-7398ca0c03c9" providerId="ADAL" clId="{8850683F-C5FA-4FC1-A362-4C7EFCA16AE8}" dt="2024-06-18T06:27:22.164" v="4880" actId="465"/>
          <ac:spMkLst>
            <pc:docMk/>
            <pc:sldMk cId="1771412347" sldId="2147480805"/>
            <ac:spMk id="147" creationId="{60629366-40BE-9C15-189D-BFFAC37E8D2B}"/>
          </ac:spMkLst>
        </pc:spChg>
        <pc:spChg chg="add mod">
          <ac:chgData name="Takeuchi, Koichiro" userId="b3848a05-443b-4434-8fa5-7398ca0c03c9" providerId="ADAL" clId="{8850683F-C5FA-4FC1-A362-4C7EFCA16AE8}" dt="2024-06-18T06:27:22.164" v="4880" actId="465"/>
          <ac:spMkLst>
            <pc:docMk/>
            <pc:sldMk cId="1771412347" sldId="2147480805"/>
            <ac:spMk id="148" creationId="{457A1190-581B-F5F5-E403-4B850F56603C}"/>
          </ac:spMkLst>
        </pc:spChg>
        <pc:spChg chg="add mod">
          <ac:chgData name="Takeuchi, Koichiro" userId="b3848a05-443b-4434-8fa5-7398ca0c03c9" providerId="ADAL" clId="{8850683F-C5FA-4FC1-A362-4C7EFCA16AE8}" dt="2024-06-18T06:27:22.164" v="4880" actId="465"/>
          <ac:spMkLst>
            <pc:docMk/>
            <pc:sldMk cId="1771412347" sldId="2147480805"/>
            <ac:spMk id="149" creationId="{923C83C1-5517-D9F9-8384-DA257F2368A7}"/>
          </ac:spMkLst>
        </pc:spChg>
        <pc:spChg chg="add mod">
          <ac:chgData name="Takeuchi, Koichiro" userId="b3848a05-443b-4434-8fa5-7398ca0c03c9" providerId="ADAL" clId="{8850683F-C5FA-4FC1-A362-4C7EFCA16AE8}" dt="2024-06-18T06:44:13.116" v="5194" actId="20577"/>
          <ac:spMkLst>
            <pc:docMk/>
            <pc:sldMk cId="1771412347" sldId="2147480805"/>
            <ac:spMk id="150" creationId="{FA598032-6B2F-CF69-69B3-63D8EDD92954}"/>
          </ac:spMkLst>
        </pc:spChg>
        <pc:spChg chg="add mod">
          <ac:chgData name="Takeuchi, Koichiro" userId="b3848a05-443b-4434-8fa5-7398ca0c03c9" providerId="ADAL" clId="{8850683F-C5FA-4FC1-A362-4C7EFCA16AE8}" dt="2024-06-18T06:05:28.802" v="3894" actId="20577"/>
          <ac:spMkLst>
            <pc:docMk/>
            <pc:sldMk cId="1771412347" sldId="2147480805"/>
            <ac:spMk id="151" creationId="{0FF48350-7A24-5C0D-A5B4-0C5C12B75F9D}"/>
          </ac:spMkLst>
        </pc:spChg>
        <pc:spChg chg="mod">
          <ac:chgData name="Takeuchi, Koichiro" userId="b3848a05-443b-4434-8fa5-7398ca0c03c9" providerId="ADAL" clId="{8850683F-C5FA-4FC1-A362-4C7EFCA16AE8}" dt="2024-06-18T06:06:02.625" v="3925" actId="20577"/>
          <ac:spMkLst>
            <pc:docMk/>
            <pc:sldMk cId="1771412347" sldId="2147480805"/>
            <ac:spMk id="154" creationId="{E50F3399-8ACD-4FD4-7130-775DFD21ADC6}"/>
          </ac:spMkLst>
        </pc:spChg>
        <pc:spChg chg="mod">
          <ac:chgData name="Takeuchi, Koichiro" userId="b3848a05-443b-4434-8fa5-7398ca0c03c9" providerId="ADAL" clId="{8850683F-C5FA-4FC1-A362-4C7EFCA16AE8}" dt="2024-06-18T06:08:24.369" v="3932"/>
          <ac:spMkLst>
            <pc:docMk/>
            <pc:sldMk cId="1771412347" sldId="2147480805"/>
            <ac:spMk id="157" creationId="{B9AE3DB7-3F36-5A2B-B922-11B927C67121}"/>
          </ac:spMkLst>
        </pc:spChg>
        <pc:spChg chg="add mod">
          <ac:chgData name="Takeuchi, Koichiro" userId="b3848a05-443b-4434-8fa5-7398ca0c03c9" providerId="ADAL" clId="{8850683F-C5FA-4FC1-A362-4C7EFCA16AE8}" dt="2024-06-18T06:51:53.069" v="5336"/>
          <ac:spMkLst>
            <pc:docMk/>
            <pc:sldMk cId="1771412347" sldId="2147480805"/>
            <ac:spMk id="158" creationId="{C14223D6-06D2-9FAE-2B61-E3B943BB4DBF}"/>
          </ac:spMkLst>
        </pc:spChg>
        <pc:spChg chg="add mod">
          <ac:chgData name="Takeuchi, Koichiro" userId="b3848a05-443b-4434-8fa5-7398ca0c03c9" providerId="ADAL" clId="{8850683F-C5FA-4FC1-A362-4C7EFCA16AE8}" dt="2024-06-18T06:29:07.480" v="5026" actId="20577"/>
          <ac:spMkLst>
            <pc:docMk/>
            <pc:sldMk cId="1771412347" sldId="2147480805"/>
            <ac:spMk id="159" creationId="{086B1212-BA80-3FFE-7D6F-ECF5836E50D3}"/>
          </ac:spMkLst>
        </pc:spChg>
        <pc:spChg chg="add mod">
          <ac:chgData name="Takeuchi, Koichiro" userId="b3848a05-443b-4434-8fa5-7398ca0c03c9" providerId="ADAL" clId="{8850683F-C5FA-4FC1-A362-4C7EFCA16AE8}" dt="2024-06-18T06:27:25.860" v="4881" actId="465"/>
          <ac:spMkLst>
            <pc:docMk/>
            <pc:sldMk cId="1771412347" sldId="2147480805"/>
            <ac:spMk id="160" creationId="{4A663750-C3D9-E3DA-05C4-7D67055C8C13}"/>
          </ac:spMkLst>
        </pc:spChg>
        <pc:spChg chg="add mod">
          <ac:chgData name="Takeuchi, Koichiro" userId="b3848a05-443b-4434-8fa5-7398ca0c03c9" providerId="ADAL" clId="{8850683F-C5FA-4FC1-A362-4C7EFCA16AE8}" dt="2024-06-18T06:29:20.378" v="5083" actId="20577"/>
          <ac:spMkLst>
            <pc:docMk/>
            <pc:sldMk cId="1771412347" sldId="2147480805"/>
            <ac:spMk id="161" creationId="{8340C25A-9915-5E35-D129-78EFA85D940B}"/>
          </ac:spMkLst>
        </pc:spChg>
        <pc:grpChg chg="add del mod">
          <ac:chgData name="Takeuchi, Koichiro" userId="b3848a05-443b-4434-8fa5-7398ca0c03c9" providerId="ADAL" clId="{8850683F-C5FA-4FC1-A362-4C7EFCA16AE8}" dt="2024-06-18T04:59:57.416" v="718" actId="165"/>
          <ac:grpSpMkLst>
            <pc:docMk/>
            <pc:sldMk cId="1771412347" sldId="2147480805"/>
            <ac:grpSpMk id="19" creationId="{4F7736CE-E519-E702-562F-43FE63BFA83E}"/>
          </ac:grpSpMkLst>
        </pc:grpChg>
        <pc:grpChg chg="add del mod">
          <ac:chgData name="Takeuchi, Koichiro" userId="b3848a05-443b-4434-8fa5-7398ca0c03c9" providerId="ADAL" clId="{8850683F-C5FA-4FC1-A362-4C7EFCA16AE8}" dt="2024-06-18T05:01:21.916" v="756" actId="165"/>
          <ac:grpSpMkLst>
            <pc:docMk/>
            <pc:sldMk cId="1771412347" sldId="2147480805"/>
            <ac:grpSpMk id="20" creationId="{6F4BD7E9-4FE3-FA7F-E3A3-846043D98C80}"/>
          </ac:grpSpMkLst>
        </pc:grpChg>
        <pc:grpChg chg="add mod">
          <ac:chgData name="Takeuchi, Koichiro" userId="b3848a05-443b-4434-8fa5-7398ca0c03c9" providerId="ADAL" clId="{8850683F-C5FA-4FC1-A362-4C7EFCA16AE8}" dt="2024-06-18T06:04:31.449" v="3785" actId="1035"/>
          <ac:grpSpMkLst>
            <pc:docMk/>
            <pc:sldMk cId="1771412347" sldId="2147480805"/>
            <ac:grpSpMk id="44" creationId="{0268E6E6-0163-7AB8-FE04-4731C4A726D4}"/>
          </ac:grpSpMkLst>
        </pc:grpChg>
        <pc:grpChg chg="add del mod">
          <ac:chgData name="Takeuchi, Koichiro" userId="b3848a05-443b-4434-8fa5-7398ca0c03c9" providerId="ADAL" clId="{8850683F-C5FA-4FC1-A362-4C7EFCA16AE8}" dt="2024-06-18T05:03:33.942" v="777" actId="478"/>
          <ac:grpSpMkLst>
            <pc:docMk/>
            <pc:sldMk cId="1771412347" sldId="2147480805"/>
            <ac:grpSpMk id="47" creationId="{75215EE9-41F5-CDB0-B1F7-2DD7045B50B1}"/>
          </ac:grpSpMkLst>
        </pc:grpChg>
        <pc:grpChg chg="add mod">
          <ac:chgData name="Takeuchi, Koichiro" userId="b3848a05-443b-4434-8fa5-7398ca0c03c9" providerId="ADAL" clId="{8850683F-C5FA-4FC1-A362-4C7EFCA16AE8}" dt="2024-06-18T06:04:31.449" v="3785" actId="1035"/>
          <ac:grpSpMkLst>
            <pc:docMk/>
            <pc:sldMk cId="1771412347" sldId="2147480805"/>
            <ac:grpSpMk id="50" creationId="{ACEFCF3C-2616-77E0-F8EF-14862CC5C5D9}"/>
          </ac:grpSpMkLst>
        </pc:grpChg>
        <pc:grpChg chg="add mod">
          <ac:chgData name="Takeuchi, Koichiro" userId="b3848a05-443b-4434-8fa5-7398ca0c03c9" providerId="ADAL" clId="{8850683F-C5FA-4FC1-A362-4C7EFCA16AE8}" dt="2024-06-18T06:27:00.950" v="4877" actId="1035"/>
          <ac:grpSpMkLst>
            <pc:docMk/>
            <pc:sldMk cId="1771412347" sldId="2147480805"/>
            <ac:grpSpMk id="111" creationId="{2D688D98-EE07-5F8A-0F9E-9141FDA63330}"/>
          </ac:grpSpMkLst>
        </pc:grpChg>
        <pc:grpChg chg="add mod">
          <ac:chgData name="Takeuchi, Koichiro" userId="b3848a05-443b-4434-8fa5-7398ca0c03c9" providerId="ADAL" clId="{8850683F-C5FA-4FC1-A362-4C7EFCA16AE8}" dt="2024-06-18T06:27:00.950" v="4877" actId="1035"/>
          <ac:grpSpMkLst>
            <pc:docMk/>
            <pc:sldMk cId="1771412347" sldId="2147480805"/>
            <ac:grpSpMk id="128" creationId="{323B008A-E583-A9D8-DEB3-61443458A4AD}"/>
          </ac:grpSpMkLst>
        </pc:grpChg>
        <pc:grpChg chg="add mod">
          <ac:chgData name="Takeuchi, Koichiro" userId="b3848a05-443b-4434-8fa5-7398ca0c03c9" providerId="ADAL" clId="{8850683F-C5FA-4FC1-A362-4C7EFCA16AE8}" dt="2024-06-18T06:27:00.950" v="4877" actId="1035"/>
          <ac:grpSpMkLst>
            <pc:docMk/>
            <pc:sldMk cId="1771412347" sldId="2147480805"/>
            <ac:grpSpMk id="152" creationId="{9B36B912-4FC9-6B3A-63C8-EF7A339D9EF9}"/>
          </ac:grpSpMkLst>
        </pc:grpChg>
        <pc:grpChg chg="add mod">
          <ac:chgData name="Takeuchi, Koichiro" userId="b3848a05-443b-4434-8fa5-7398ca0c03c9" providerId="ADAL" clId="{8850683F-C5FA-4FC1-A362-4C7EFCA16AE8}" dt="2024-06-18T06:08:24.369" v="3932"/>
          <ac:grpSpMkLst>
            <pc:docMk/>
            <pc:sldMk cId="1771412347" sldId="2147480805"/>
            <ac:grpSpMk id="155" creationId="{0A7D4550-F04C-0C22-428D-9F59E0CFE187}"/>
          </ac:grpSpMkLst>
        </pc:grpChg>
        <pc:picChg chg="add del mod">
          <ac:chgData name="Takeuchi, Koichiro" userId="b3848a05-443b-4434-8fa5-7398ca0c03c9" providerId="ADAL" clId="{8850683F-C5FA-4FC1-A362-4C7EFCA16AE8}" dt="2024-06-18T06:28:42.127" v="4896" actId="478"/>
          <ac:picMkLst>
            <pc:docMk/>
            <pc:sldMk cId="1771412347" sldId="2147480805"/>
            <ac:picMk id="162" creationId="{CCC6933A-F063-B141-7563-8F00DF9C35E7}"/>
          </ac:picMkLst>
        </pc:picChg>
        <pc:cxnChg chg="add mod">
          <ac:chgData name="Takeuchi, Koichiro" userId="b3848a05-443b-4434-8fa5-7398ca0c03c9" providerId="ADAL" clId="{8850683F-C5FA-4FC1-A362-4C7EFCA16AE8}" dt="2024-06-18T06:04:31.449" v="3785" actId="1035"/>
          <ac:cxnSpMkLst>
            <pc:docMk/>
            <pc:sldMk cId="1771412347" sldId="2147480805"/>
            <ac:cxnSpMk id="22" creationId="{130F5DBF-645B-D8CF-3BD2-17554BC75219}"/>
          </ac:cxnSpMkLst>
        </pc:cxnChg>
        <pc:cxnChg chg="add mod">
          <ac:chgData name="Takeuchi, Koichiro" userId="b3848a05-443b-4434-8fa5-7398ca0c03c9" providerId="ADAL" clId="{8850683F-C5FA-4FC1-A362-4C7EFCA16AE8}" dt="2024-06-18T06:04:31.449" v="3785" actId="1035"/>
          <ac:cxnSpMkLst>
            <pc:docMk/>
            <pc:sldMk cId="1771412347" sldId="2147480805"/>
            <ac:cxnSpMk id="23" creationId="{9A7CA008-4115-3C2A-02F7-6DD94000A43F}"/>
          </ac:cxnSpMkLst>
        </pc:cxnChg>
        <pc:cxnChg chg="add mod">
          <ac:chgData name="Takeuchi, Koichiro" userId="b3848a05-443b-4434-8fa5-7398ca0c03c9" providerId="ADAL" clId="{8850683F-C5FA-4FC1-A362-4C7EFCA16AE8}" dt="2024-06-18T06:04:31.449" v="3785" actId="1035"/>
          <ac:cxnSpMkLst>
            <pc:docMk/>
            <pc:sldMk cId="1771412347" sldId="2147480805"/>
            <ac:cxnSpMk id="27" creationId="{DE7AA20C-F602-DBEA-0FB0-4C3CE1A0FA43}"/>
          </ac:cxnSpMkLst>
        </pc:cxnChg>
        <pc:cxnChg chg="add mod">
          <ac:chgData name="Takeuchi, Koichiro" userId="b3848a05-443b-4434-8fa5-7398ca0c03c9" providerId="ADAL" clId="{8850683F-C5FA-4FC1-A362-4C7EFCA16AE8}" dt="2024-06-18T06:04:31.449" v="3785" actId="1035"/>
          <ac:cxnSpMkLst>
            <pc:docMk/>
            <pc:sldMk cId="1771412347" sldId="2147480805"/>
            <ac:cxnSpMk id="28" creationId="{24CAE752-6A1D-0EAD-DA4F-878A0CE2E25B}"/>
          </ac:cxnSpMkLst>
        </pc:cxnChg>
        <pc:cxnChg chg="add mod">
          <ac:chgData name="Takeuchi, Koichiro" userId="b3848a05-443b-4434-8fa5-7398ca0c03c9" providerId="ADAL" clId="{8850683F-C5FA-4FC1-A362-4C7EFCA16AE8}" dt="2024-06-18T06:04:31.449" v="3785" actId="1035"/>
          <ac:cxnSpMkLst>
            <pc:docMk/>
            <pc:sldMk cId="1771412347" sldId="2147480805"/>
            <ac:cxnSpMk id="31" creationId="{60B9C897-1BE9-4FDE-B48A-B56EFC3B6042}"/>
          </ac:cxnSpMkLst>
        </pc:cxnChg>
        <pc:cxnChg chg="add mod">
          <ac:chgData name="Takeuchi, Koichiro" userId="b3848a05-443b-4434-8fa5-7398ca0c03c9" providerId="ADAL" clId="{8850683F-C5FA-4FC1-A362-4C7EFCA16AE8}" dt="2024-06-18T06:04:31.449" v="3785" actId="1035"/>
          <ac:cxnSpMkLst>
            <pc:docMk/>
            <pc:sldMk cId="1771412347" sldId="2147480805"/>
            <ac:cxnSpMk id="34" creationId="{FB12DB99-C24E-8C3F-EA03-5094FB7D4299}"/>
          </ac:cxnSpMkLst>
        </pc:cxnChg>
        <pc:cxnChg chg="add mod">
          <ac:chgData name="Takeuchi, Koichiro" userId="b3848a05-443b-4434-8fa5-7398ca0c03c9" providerId="ADAL" clId="{8850683F-C5FA-4FC1-A362-4C7EFCA16AE8}" dt="2024-06-18T06:04:31.449" v="3785" actId="1035"/>
          <ac:cxnSpMkLst>
            <pc:docMk/>
            <pc:sldMk cId="1771412347" sldId="2147480805"/>
            <ac:cxnSpMk id="37" creationId="{6777F080-77AD-8A6A-2E84-10D81AE3434F}"/>
          </ac:cxnSpMkLst>
        </pc:cxnChg>
        <pc:cxnChg chg="add mod">
          <ac:chgData name="Takeuchi, Koichiro" userId="b3848a05-443b-4434-8fa5-7398ca0c03c9" providerId="ADAL" clId="{8850683F-C5FA-4FC1-A362-4C7EFCA16AE8}" dt="2024-06-18T06:04:31.449" v="3785" actId="1035"/>
          <ac:cxnSpMkLst>
            <pc:docMk/>
            <pc:sldMk cId="1771412347" sldId="2147480805"/>
            <ac:cxnSpMk id="40" creationId="{A73DC07F-7A69-403E-E68C-CED62189C9F2}"/>
          </ac:cxnSpMkLst>
        </pc:cxnChg>
        <pc:cxnChg chg="mod">
          <ac:chgData name="Takeuchi, Koichiro" userId="b3848a05-443b-4434-8fa5-7398ca0c03c9" providerId="ADAL" clId="{8850683F-C5FA-4FC1-A362-4C7EFCA16AE8}" dt="2024-06-18T05:03:29.950" v="775"/>
          <ac:cxnSpMkLst>
            <pc:docMk/>
            <pc:sldMk cId="1771412347" sldId="2147480805"/>
            <ac:cxnSpMk id="45" creationId="{E825C2E3-AF80-E9E4-2177-2909ED4C0126}"/>
          </ac:cxnSpMkLst>
        </pc:cxnChg>
        <pc:cxnChg chg="mod">
          <ac:chgData name="Takeuchi, Koichiro" userId="b3848a05-443b-4434-8fa5-7398ca0c03c9" providerId="ADAL" clId="{8850683F-C5FA-4FC1-A362-4C7EFCA16AE8}" dt="2024-06-18T05:03:29.950" v="775"/>
          <ac:cxnSpMkLst>
            <pc:docMk/>
            <pc:sldMk cId="1771412347" sldId="2147480805"/>
            <ac:cxnSpMk id="48" creationId="{28291D55-1FBA-074D-D9D2-4C5882F3FE7E}"/>
          </ac:cxnSpMkLst>
        </pc:cxnChg>
        <pc:cxnChg chg="mod">
          <ac:chgData name="Takeuchi, Koichiro" userId="b3848a05-443b-4434-8fa5-7398ca0c03c9" providerId="ADAL" clId="{8850683F-C5FA-4FC1-A362-4C7EFCA16AE8}" dt="2024-06-18T05:04:19.608" v="819"/>
          <ac:cxnSpMkLst>
            <pc:docMk/>
            <pc:sldMk cId="1771412347" sldId="2147480805"/>
            <ac:cxnSpMk id="51" creationId="{8B5CBCEC-C36E-236F-EB94-377E692AF08C}"/>
          </ac:cxnSpMkLst>
        </pc:cxnChg>
        <pc:cxnChg chg="add mod">
          <ac:chgData name="Takeuchi, Koichiro" userId="b3848a05-443b-4434-8fa5-7398ca0c03c9" providerId="ADAL" clId="{8850683F-C5FA-4FC1-A362-4C7EFCA16AE8}" dt="2024-06-18T06:27:44.850" v="4885" actId="14100"/>
          <ac:cxnSpMkLst>
            <pc:docMk/>
            <pc:sldMk cId="1771412347" sldId="2147480805"/>
            <ac:cxnSpMk id="67" creationId="{24072D39-9BAD-9607-004D-A1537ECBDA13}"/>
          </ac:cxnSpMkLst>
        </pc:cxnChg>
        <pc:cxnChg chg="add mod">
          <ac:chgData name="Takeuchi, Koichiro" userId="b3848a05-443b-4434-8fa5-7398ca0c03c9" providerId="ADAL" clId="{8850683F-C5FA-4FC1-A362-4C7EFCA16AE8}" dt="2024-06-18T06:27:30.358" v="4882" actId="465"/>
          <ac:cxnSpMkLst>
            <pc:docMk/>
            <pc:sldMk cId="1771412347" sldId="2147480805"/>
            <ac:cxnSpMk id="70" creationId="{DD75F00D-0218-3FA0-02A7-E7CEE4D15951}"/>
          </ac:cxnSpMkLst>
        </pc:cxnChg>
        <pc:cxnChg chg="add mod">
          <ac:chgData name="Takeuchi, Koichiro" userId="b3848a05-443b-4434-8fa5-7398ca0c03c9" providerId="ADAL" clId="{8850683F-C5FA-4FC1-A362-4C7EFCA16AE8}" dt="2024-06-18T06:27:30.358" v="4882" actId="465"/>
          <ac:cxnSpMkLst>
            <pc:docMk/>
            <pc:sldMk cId="1771412347" sldId="2147480805"/>
            <ac:cxnSpMk id="73" creationId="{20A1246F-F17E-D865-6795-19D78F5B5644}"/>
          </ac:cxnSpMkLst>
        </pc:cxnChg>
        <pc:cxnChg chg="add mod">
          <ac:chgData name="Takeuchi, Koichiro" userId="b3848a05-443b-4434-8fa5-7398ca0c03c9" providerId="ADAL" clId="{8850683F-C5FA-4FC1-A362-4C7EFCA16AE8}" dt="2024-06-18T06:27:48.576" v="4886" actId="14100"/>
          <ac:cxnSpMkLst>
            <pc:docMk/>
            <pc:sldMk cId="1771412347" sldId="2147480805"/>
            <ac:cxnSpMk id="76" creationId="{93640FF4-FCF8-3748-6A43-00CACF9219AB}"/>
          </ac:cxnSpMkLst>
        </pc:cxnChg>
        <pc:cxnChg chg="add mod">
          <ac:chgData name="Takeuchi, Koichiro" userId="b3848a05-443b-4434-8fa5-7398ca0c03c9" providerId="ADAL" clId="{8850683F-C5FA-4FC1-A362-4C7EFCA16AE8}" dt="2024-06-18T06:27:30.358" v="4882" actId="465"/>
          <ac:cxnSpMkLst>
            <pc:docMk/>
            <pc:sldMk cId="1771412347" sldId="2147480805"/>
            <ac:cxnSpMk id="79" creationId="{2928148E-7372-53CC-714A-EDD838D83AF1}"/>
          </ac:cxnSpMkLst>
        </pc:cxnChg>
        <pc:cxnChg chg="add mod">
          <ac:chgData name="Takeuchi, Koichiro" userId="b3848a05-443b-4434-8fa5-7398ca0c03c9" providerId="ADAL" clId="{8850683F-C5FA-4FC1-A362-4C7EFCA16AE8}" dt="2024-06-18T06:27:30.358" v="4882" actId="465"/>
          <ac:cxnSpMkLst>
            <pc:docMk/>
            <pc:sldMk cId="1771412347" sldId="2147480805"/>
            <ac:cxnSpMk id="82" creationId="{75C1D1B6-F059-004E-6D25-A23E5EACB51C}"/>
          </ac:cxnSpMkLst>
        </pc:cxnChg>
        <pc:cxnChg chg="add mod">
          <ac:chgData name="Takeuchi, Koichiro" userId="b3848a05-443b-4434-8fa5-7398ca0c03c9" providerId="ADAL" clId="{8850683F-C5FA-4FC1-A362-4C7EFCA16AE8}" dt="2024-06-18T06:27:30.358" v="4882" actId="465"/>
          <ac:cxnSpMkLst>
            <pc:docMk/>
            <pc:sldMk cId="1771412347" sldId="2147480805"/>
            <ac:cxnSpMk id="85" creationId="{D42E99B6-817F-E78A-DA8A-579BA184317E}"/>
          </ac:cxnSpMkLst>
        </pc:cxnChg>
        <pc:cxnChg chg="add mod">
          <ac:chgData name="Takeuchi, Koichiro" userId="b3848a05-443b-4434-8fa5-7398ca0c03c9" providerId="ADAL" clId="{8850683F-C5FA-4FC1-A362-4C7EFCA16AE8}" dt="2024-06-18T06:27:30.358" v="4882" actId="465"/>
          <ac:cxnSpMkLst>
            <pc:docMk/>
            <pc:sldMk cId="1771412347" sldId="2147480805"/>
            <ac:cxnSpMk id="88" creationId="{356A75DD-3DD4-C690-0AFF-9AE5C41CC4FC}"/>
          </ac:cxnSpMkLst>
        </pc:cxnChg>
        <pc:cxnChg chg="add mod">
          <ac:chgData name="Takeuchi, Koichiro" userId="b3848a05-443b-4434-8fa5-7398ca0c03c9" providerId="ADAL" clId="{8850683F-C5FA-4FC1-A362-4C7EFCA16AE8}" dt="2024-06-18T06:27:30.358" v="4882" actId="465"/>
          <ac:cxnSpMkLst>
            <pc:docMk/>
            <pc:sldMk cId="1771412347" sldId="2147480805"/>
            <ac:cxnSpMk id="92" creationId="{3D4529CB-632D-081D-40D5-6A9C89427679}"/>
          </ac:cxnSpMkLst>
        </pc:cxnChg>
        <pc:cxnChg chg="add mod">
          <ac:chgData name="Takeuchi, Koichiro" userId="b3848a05-443b-4434-8fa5-7398ca0c03c9" providerId="ADAL" clId="{8850683F-C5FA-4FC1-A362-4C7EFCA16AE8}" dt="2024-06-18T06:27:30.358" v="4882" actId="465"/>
          <ac:cxnSpMkLst>
            <pc:docMk/>
            <pc:sldMk cId="1771412347" sldId="2147480805"/>
            <ac:cxnSpMk id="95" creationId="{DD3FF002-8449-6DEF-EFFA-4609C628D3CD}"/>
          </ac:cxnSpMkLst>
        </pc:cxnChg>
        <pc:cxnChg chg="add mod">
          <ac:chgData name="Takeuchi, Koichiro" userId="b3848a05-443b-4434-8fa5-7398ca0c03c9" providerId="ADAL" clId="{8850683F-C5FA-4FC1-A362-4C7EFCA16AE8}" dt="2024-06-18T06:27:30.358" v="4882" actId="465"/>
          <ac:cxnSpMkLst>
            <pc:docMk/>
            <pc:sldMk cId="1771412347" sldId="2147480805"/>
            <ac:cxnSpMk id="99" creationId="{D5738DE5-BBAF-542A-4615-F37F134C1798}"/>
          </ac:cxnSpMkLst>
        </pc:cxnChg>
        <pc:cxnChg chg="add mod">
          <ac:chgData name="Takeuchi, Koichiro" userId="b3848a05-443b-4434-8fa5-7398ca0c03c9" providerId="ADAL" clId="{8850683F-C5FA-4FC1-A362-4C7EFCA16AE8}" dt="2024-06-18T06:27:30.358" v="4882" actId="465"/>
          <ac:cxnSpMkLst>
            <pc:docMk/>
            <pc:sldMk cId="1771412347" sldId="2147480805"/>
            <ac:cxnSpMk id="102" creationId="{A0AD4B05-74EA-C401-9E54-98E45CE141EE}"/>
          </ac:cxnSpMkLst>
        </pc:cxnChg>
        <pc:cxnChg chg="add mod">
          <ac:chgData name="Takeuchi, Koichiro" userId="b3848a05-443b-4434-8fa5-7398ca0c03c9" providerId="ADAL" clId="{8850683F-C5FA-4FC1-A362-4C7EFCA16AE8}" dt="2024-06-18T06:27:30.358" v="4882" actId="465"/>
          <ac:cxnSpMkLst>
            <pc:docMk/>
            <pc:sldMk cId="1771412347" sldId="2147480805"/>
            <ac:cxnSpMk id="105" creationId="{86F6412A-82DE-A741-A603-402629A3C827}"/>
          </ac:cxnSpMkLst>
        </pc:cxnChg>
        <pc:cxnChg chg="add mod">
          <ac:chgData name="Takeuchi, Koichiro" userId="b3848a05-443b-4434-8fa5-7398ca0c03c9" providerId="ADAL" clId="{8850683F-C5FA-4FC1-A362-4C7EFCA16AE8}" dt="2024-06-18T06:04:31.449" v="3785" actId="1035"/>
          <ac:cxnSpMkLst>
            <pc:docMk/>
            <pc:sldMk cId="1771412347" sldId="2147480805"/>
            <ac:cxnSpMk id="108" creationId="{0CF343DE-43C7-60E6-80F6-30543F5AB3B8}"/>
          </ac:cxnSpMkLst>
        </pc:cxnChg>
        <pc:cxnChg chg="mod">
          <ac:chgData name="Takeuchi, Koichiro" userId="b3848a05-443b-4434-8fa5-7398ca0c03c9" providerId="ADAL" clId="{8850683F-C5FA-4FC1-A362-4C7EFCA16AE8}" dt="2024-06-18T05:34:37.386" v="1788"/>
          <ac:cxnSpMkLst>
            <pc:docMk/>
            <pc:sldMk cId="1771412347" sldId="2147480805"/>
            <ac:cxnSpMk id="112" creationId="{2BAD5B57-FBB2-52CB-4B30-EB14F9F8AEC2}"/>
          </ac:cxnSpMkLst>
        </pc:cxnChg>
        <pc:cxnChg chg="mod">
          <ac:chgData name="Takeuchi, Koichiro" userId="b3848a05-443b-4434-8fa5-7398ca0c03c9" providerId="ADAL" clId="{8850683F-C5FA-4FC1-A362-4C7EFCA16AE8}" dt="2024-06-18T05:48:11.809" v="1957"/>
          <ac:cxnSpMkLst>
            <pc:docMk/>
            <pc:sldMk cId="1771412347" sldId="2147480805"/>
            <ac:cxnSpMk id="129" creationId="{D6817A73-33BE-0770-DE54-5AD495AFD782}"/>
          </ac:cxnSpMkLst>
        </pc:cxnChg>
        <pc:cxnChg chg="add mod">
          <ac:chgData name="Takeuchi, Koichiro" userId="b3848a05-443b-4434-8fa5-7398ca0c03c9" providerId="ADAL" clId="{8850683F-C5FA-4FC1-A362-4C7EFCA16AE8}" dt="2024-06-18T06:27:30.358" v="4882" actId="465"/>
          <ac:cxnSpMkLst>
            <pc:docMk/>
            <pc:sldMk cId="1771412347" sldId="2147480805"/>
            <ac:cxnSpMk id="135" creationId="{7D94A97F-46CA-12CD-52B6-D4B03FB40F6D}"/>
          </ac:cxnSpMkLst>
        </pc:cxnChg>
        <pc:cxnChg chg="add mod">
          <ac:chgData name="Takeuchi, Koichiro" userId="b3848a05-443b-4434-8fa5-7398ca0c03c9" providerId="ADAL" clId="{8850683F-C5FA-4FC1-A362-4C7EFCA16AE8}" dt="2024-06-18T06:27:30.358" v="4882" actId="465"/>
          <ac:cxnSpMkLst>
            <pc:docMk/>
            <pc:sldMk cId="1771412347" sldId="2147480805"/>
            <ac:cxnSpMk id="138" creationId="{A2A9ED90-1437-2D6C-D961-D5C010A5A0F8}"/>
          </ac:cxnSpMkLst>
        </pc:cxnChg>
        <pc:cxnChg chg="add mod">
          <ac:chgData name="Takeuchi, Koichiro" userId="b3848a05-443b-4434-8fa5-7398ca0c03c9" providerId="ADAL" clId="{8850683F-C5FA-4FC1-A362-4C7EFCA16AE8}" dt="2024-06-18T06:27:30.358" v="4882" actId="465"/>
          <ac:cxnSpMkLst>
            <pc:docMk/>
            <pc:sldMk cId="1771412347" sldId="2147480805"/>
            <ac:cxnSpMk id="141" creationId="{1A4E9348-F9BC-F110-951E-50B540C37585}"/>
          </ac:cxnSpMkLst>
        </pc:cxnChg>
        <pc:cxnChg chg="mod">
          <ac:chgData name="Takeuchi, Koichiro" userId="b3848a05-443b-4434-8fa5-7398ca0c03c9" providerId="ADAL" clId="{8850683F-C5FA-4FC1-A362-4C7EFCA16AE8}" dt="2024-06-18T06:05:41.424" v="3896"/>
          <ac:cxnSpMkLst>
            <pc:docMk/>
            <pc:sldMk cId="1771412347" sldId="2147480805"/>
            <ac:cxnSpMk id="153" creationId="{ABDB66D2-4A16-BAFD-2E86-7E71DCEA59B9}"/>
          </ac:cxnSpMkLst>
        </pc:cxnChg>
        <pc:cxnChg chg="mod">
          <ac:chgData name="Takeuchi, Koichiro" userId="b3848a05-443b-4434-8fa5-7398ca0c03c9" providerId="ADAL" clId="{8850683F-C5FA-4FC1-A362-4C7EFCA16AE8}" dt="2024-06-18T06:08:24.369" v="3932"/>
          <ac:cxnSpMkLst>
            <pc:docMk/>
            <pc:sldMk cId="1771412347" sldId="2147480805"/>
            <ac:cxnSpMk id="156" creationId="{027A8CB5-46F6-4A7A-F165-C19F600B0FAA}"/>
          </ac:cxnSpMkLst>
        </pc:cxnChg>
        <pc:cxnChg chg="add mod">
          <ac:chgData name="Takeuchi, Koichiro" userId="b3848a05-443b-4434-8fa5-7398ca0c03c9" providerId="ADAL" clId="{8850683F-C5FA-4FC1-A362-4C7EFCA16AE8}" dt="2024-06-18T06:28:23.201" v="4889" actId="14100"/>
          <ac:cxnSpMkLst>
            <pc:docMk/>
            <pc:sldMk cId="1771412347" sldId="2147480805"/>
            <ac:cxnSpMk id="165" creationId="{9008486D-82CB-A623-537B-939A109E4CE0}"/>
          </ac:cxnSpMkLst>
        </pc:cxnChg>
        <pc:cxnChg chg="add mod">
          <ac:chgData name="Takeuchi, Koichiro" userId="b3848a05-443b-4434-8fa5-7398ca0c03c9" providerId="ADAL" clId="{8850683F-C5FA-4FC1-A362-4C7EFCA16AE8}" dt="2024-06-18T06:28:27.423" v="4892" actId="14100"/>
          <ac:cxnSpMkLst>
            <pc:docMk/>
            <pc:sldMk cId="1771412347" sldId="2147480805"/>
            <ac:cxnSpMk id="168" creationId="{0D2C7F41-DF83-AEC6-EA5E-47A9141E8D90}"/>
          </ac:cxnSpMkLst>
        </pc:cxnChg>
        <pc:cxnChg chg="add mod">
          <ac:chgData name="Takeuchi, Koichiro" userId="b3848a05-443b-4434-8fa5-7398ca0c03c9" providerId="ADAL" clId="{8850683F-C5FA-4FC1-A362-4C7EFCA16AE8}" dt="2024-06-18T06:28:36.385" v="4895" actId="14100"/>
          <ac:cxnSpMkLst>
            <pc:docMk/>
            <pc:sldMk cId="1771412347" sldId="2147480805"/>
            <ac:cxnSpMk id="171" creationId="{B69696EF-5163-2F98-655B-096FB4B2E037}"/>
          </ac:cxnSpMkLst>
        </pc:cxnChg>
        <pc:cxnChg chg="add mod">
          <ac:chgData name="Takeuchi, Koichiro" userId="b3848a05-443b-4434-8fa5-7398ca0c03c9" providerId="ADAL" clId="{8850683F-C5FA-4FC1-A362-4C7EFCA16AE8}" dt="2024-06-18T06:39:20.807" v="5182" actId="14100"/>
          <ac:cxnSpMkLst>
            <pc:docMk/>
            <pc:sldMk cId="1771412347" sldId="2147480805"/>
            <ac:cxnSpMk id="174" creationId="{3D78EE41-7334-D7A6-8FF3-88B3046D362C}"/>
          </ac:cxnSpMkLst>
        </pc:cxnChg>
        <pc:cxnChg chg="add mod">
          <ac:chgData name="Takeuchi, Koichiro" userId="b3848a05-443b-4434-8fa5-7398ca0c03c9" providerId="ADAL" clId="{8850683F-C5FA-4FC1-A362-4C7EFCA16AE8}" dt="2024-06-18T06:39:25.448" v="5185" actId="14100"/>
          <ac:cxnSpMkLst>
            <pc:docMk/>
            <pc:sldMk cId="1771412347" sldId="2147480805"/>
            <ac:cxnSpMk id="177" creationId="{75C72034-505A-B8F2-4A3B-3A986F91CE44}"/>
          </ac:cxnSpMkLst>
        </pc:cxnChg>
      </pc:sldChg>
      <pc:sldChg chg="addSp delSp modSp add del mod">
        <pc:chgData name="Takeuchi, Koichiro" userId="b3848a05-443b-4434-8fa5-7398ca0c03c9" providerId="ADAL" clId="{8850683F-C5FA-4FC1-A362-4C7EFCA16AE8}" dt="2024-06-18T06:31:02.895" v="5173" actId="47"/>
        <pc:sldMkLst>
          <pc:docMk/>
          <pc:sldMk cId="645900595" sldId="2147480806"/>
        </pc:sldMkLst>
        <pc:spChg chg="mod">
          <ac:chgData name="Takeuchi, Koichiro" userId="b3848a05-443b-4434-8fa5-7398ca0c03c9" providerId="ADAL" clId="{8850683F-C5FA-4FC1-A362-4C7EFCA16AE8}" dt="2024-06-18T06:08:34.274" v="3962" actId="20577"/>
          <ac:spMkLst>
            <pc:docMk/>
            <pc:sldMk cId="645900595" sldId="2147480806"/>
            <ac:spMk id="2" creationId="{C4050E0A-F4AC-8E52-FCEA-9771083801F3}"/>
          </ac:spMkLst>
        </pc:spChg>
        <pc:spChg chg="add mod">
          <ac:chgData name="Takeuchi, Koichiro" userId="b3848a05-443b-4434-8fa5-7398ca0c03c9" providerId="ADAL" clId="{8850683F-C5FA-4FC1-A362-4C7EFCA16AE8}" dt="2024-06-18T06:13:10.120" v="4164" actId="553"/>
          <ac:spMkLst>
            <pc:docMk/>
            <pc:sldMk cId="645900595" sldId="2147480806"/>
            <ac:spMk id="3" creationId="{35DB4864-CF39-26E5-F406-229F4773461B}"/>
          </ac:spMkLst>
        </pc:spChg>
        <pc:spChg chg="del">
          <ac:chgData name="Takeuchi, Koichiro" userId="b3848a05-443b-4434-8fa5-7398ca0c03c9" providerId="ADAL" clId="{8850683F-C5FA-4FC1-A362-4C7EFCA16AE8}" dt="2024-06-18T06:17:04.531" v="4178" actId="478"/>
          <ac:spMkLst>
            <pc:docMk/>
            <pc:sldMk cId="645900595" sldId="2147480806"/>
            <ac:spMk id="4" creationId="{00A5FE04-EC3A-89E5-9EA0-6E07FBF47F13}"/>
          </ac:spMkLst>
        </pc:spChg>
        <pc:spChg chg="add del mod">
          <ac:chgData name="Takeuchi, Koichiro" userId="b3848a05-443b-4434-8fa5-7398ca0c03c9" providerId="ADAL" clId="{8850683F-C5FA-4FC1-A362-4C7EFCA16AE8}" dt="2024-06-18T06:13:37.479" v="4171" actId="478"/>
          <ac:spMkLst>
            <pc:docMk/>
            <pc:sldMk cId="645900595" sldId="2147480806"/>
            <ac:spMk id="7" creationId="{3E168155-6323-82A8-DF5F-144CA4ED845D}"/>
          </ac:spMkLst>
        </pc:spChg>
        <pc:spChg chg="add mod">
          <ac:chgData name="Takeuchi, Koichiro" userId="b3848a05-443b-4434-8fa5-7398ca0c03c9" providerId="ADAL" clId="{8850683F-C5FA-4FC1-A362-4C7EFCA16AE8}" dt="2024-06-18T06:12:46.488" v="4153" actId="555"/>
          <ac:spMkLst>
            <pc:docMk/>
            <pc:sldMk cId="645900595" sldId="2147480806"/>
            <ac:spMk id="8" creationId="{74FE9A5E-6471-3857-BE36-CC048BFEB5D0}"/>
          </ac:spMkLst>
        </pc:spChg>
        <pc:spChg chg="del">
          <ac:chgData name="Takeuchi, Koichiro" userId="b3848a05-443b-4434-8fa5-7398ca0c03c9" providerId="ADAL" clId="{8850683F-C5FA-4FC1-A362-4C7EFCA16AE8}" dt="2024-06-18T06:23:05.376" v="4641" actId="478"/>
          <ac:spMkLst>
            <pc:docMk/>
            <pc:sldMk cId="645900595" sldId="2147480806"/>
            <ac:spMk id="10" creationId="{8CD5BA63-C0B2-CEB6-93FE-328B281F0AFD}"/>
          </ac:spMkLst>
        </pc:spChg>
        <pc:spChg chg="add mod">
          <ac:chgData name="Takeuchi, Koichiro" userId="b3848a05-443b-4434-8fa5-7398ca0c03c9" providerId="ADAL" clId="{8850683F-C5FA-4FC1-A362-4C7EFCA16AE8}" dt="2024-06-18T06:11:41.936" v="4087" actId="571"/>
          <ac:spMkLst>
            <pc:docMk/>
            <pc:sldMk cId="645900595" sldId="2147480806"/>
            <ac:spMk id="19" creationId="{90A6BA7D-7DE0-5A1E-41EC-73C906349284}"/>
          </ac:spMkLst>
        </pc:spChg>
        <pc:spChg chg="add del mod">
          <ac:chgData name="Takeuchi, Koichiro" userId="b3848a05-443b-4434-8fa5-7398ca0c03c9" providerId="ADAL" clId="{8850683F-C5FA-4FC1-A362-4C7EFCA16AE8}" dt="2024-06-18T06:13:37.479" v="4171" actId="478"/>
          <ac:spMkLst>
            <pc:docMk/>
            <pc:sldMk cId="645900595" sldId="2147480806"/>
            <ac:spMk id="20" creationId="{7C1775D5-A0E8-7E42-BAB2-DDA1D523C165}"/>
          </ac:spMkLst>
        </pc:spChg>
        <pc:spChg chg="add mod">
          <ac:chgData name="Takeuchi, Koichiro" userId="b3848a05-443b-4434-8fa5-7398ca0c03c9" providerId="ADAL" clId="{8850683F-C5FA-4FC1-A362-4C7EFCA16AE8}" dt="2024-06-18T06:13:44.866" v="4174" actId="552"/>
          <ac:spMkLst>
            <pc:docMk/>
            <pc:sldMk cId="645900595" sldId="2147480806"/>
            <ac:spMk id="21" creationId="{FE4EF3C7-B1F4-7B59-7035-202A207E979C}"/>
          </ac:spMkLst>
        </pc:spChg>
        <pc:spChg chg="add mod">
          <ac:chgData name="Takeuchi, Koichiro" userId="b3848a05-443b-4434-8fa5-7398ca0c03c9" providerId="ADAL" clId="{8850683F-C5FA-4FC1-A362-4C7EFCA16AE8}" dt="2024-06-18T06:13:32.228" v="4170" actId="552"/>
          <ac:spMkLst>
            <pc:docMk/>
            <pc:sldMk cId="645900595" sldId="2147480806"/>
            <ac:spMk id="24" creationId="{8D73CEC1-788E-F6C2-8FD1-9209830F9557}"/>
          </ac:spMkLst>
        </pc:spChg>
        <pc:spChg chg="add mod">
          <ac:chgData name="Takeuchi, Koichiro" userId="b3848a05-443b-4434-8fa5-7398ca0c03c9" providerId="ADAL" clId="{8850683F-C5FA-4FC1-A362-4C7EFCA16AE8}" dt="2024-06-18T06:13:49.833" v="4175" actId="14100"/>
          <ac:spMkLst>
            <pc:docMk/>
            <pc:sldMk cId="645900595" sldId="2147480806"/>
            <ac:spMk id="25" creationId="{DEBE2E18-AEC2-5234-E09B-1A65FFEC815F}"/>
          </ac:spMkLst>
        </pc:spChg>
        <pc:spChg chg="add mod">
          <ac:chgData name="Takeuchi, Koichiro" userId="b3848a05-443b-4434-8fa5-7398ca0c03c9" providerId="ADAL" clId="{8850683F-C5FA-4FC1-A362-4C7EFCA16AE8}" dt="2024-06-18T06:13:54.218" v="4177" actId="1076"/>
          <ac:spMkLst>
            <pc:docMk/>
            <pc:sldMk cId="645900595" sldId="2147480806"/>
            <ac:spMk id="26" creationId="{FD0AC82A-912B-6829-79A9-50BF8FE32785}"/>
          </ac:spMkLst>
        </pc:spChg>
        <pc:spChg chg="add mod">
          <ac:chgData name="Takeuchi, Koichiro" userId="b3848a05-443b-4434-8fa5-7398ca0c03c9" providerId="ADAL" clId="{8850683F-C5FA-4FC1-A362-4C7EFCA16AE8}" dt="2024-06-18T06:19:36.073" v="4414" actId="1038"/>
          <ac:spMkLst>
            <pc:docMk/>
            <pc:sldMk cId="645900595" sldId="2147480806"/>
            <ac:spMk id="29" creationId="{E0365940-ABB9-1947-7729-8D7A182D02C1}"/>
          </ac:spMkLst>
        </pc:spChg>
        <pc:spChg chg="add mod">
          <ac:chgData name="Takeuchi, Koichiro" userId="b3848a05-443b-4434-8fa5-7398ca0c03c9" providerId="ADAL" clId="{8850683F-C5FA-4FC1-A362-4C7EFCA16AE8}" dt="2024-06-18T06:19:36.073" v="4414" actId="1038"/>
          <ac:spMkLst>
            <pc:docMk/>
            <pc:sldMk cId="645900595" sldId="2147480806"/>
            <ac:spMk id="30" creationId="{168E0198-DAC9-B87D-E9B8-5E20901C6738}"/>
          </ac:spMkLst>
        </pc:spChg>
        <pc:spChg chg="mod">
          <ac:chgData name="Takeuchi, Koichiro" userId="b3848a05-443b-4434-8fa5-7398ca0c03c9" providerId="ADAL" clId="{8850683F-C5FA-4FC1-A362-4C7EFCA16AE8}" dt="2024-06-18T06:17:05.253" v="4179"/>
          <ac:spMkLst>
            <pc:docMk/>
            <pc:sldMk cId="645900595" sldId="2147480806"/>
            <ac:spMk id="35" creationId="{8A04221F-EAD1-D71E-FFCB-B283890F2DC5}"/>
          </ac:spMkLst>
        </pc:spChg>
        <pc:spChg chg="mod">
          <ac:chgData name="Takeuchi, Koichiro" userId="b3848a05-443b-4434-8fa5-7398ca0c03c9" providerId="ADAL" clId="{8850683F-C5FA-4FC1-A362-4C7EFCA16AE8}" dt="2024-06-18T06:17:05.253" v="4179"/>
          <ac:spMkLst>
            <pc:docMk/>
            <pc:sldMk cId="645900595" sldId="2147480806"/>
            <ac:spMk id="39" creationId="{D0BBDCB0-BAF1-BAAB-7BDE-658F3F9255B2}"/>
          </ac:spMkLst>
        </pc:spChg>
        <pc:spChg chg="mod">
          <ac:chgData name="Takeuchi, Koichiro" userId="b3848a05-443b-4434-8fa5-7398ca0c03c9" providerId="ADAL" clId="{8850683F-C5FA-4FC1-A362-4C7EFCA16AE8}" dt="2024-06-18T06:17:05.253" v="4179"/>
          <ac:spMkLst>
            <pc:docMk/>
            <pc:sldMk cId="645900595" sldId="2147480806"/>
            <ac:spMk id="43" creationId="{52C7E395-5290-89CB-0529-E60D59572C80}"/>
          </ac:spMkLst>
        </pc:spChg>
        <pc:spChg chg="add mod">
          <ac:chgData name="Takeuchi, Koichiro" userId="b3848a05-443b-4434-8fa5-7398ca0c03c9" providerId="ADAL" clId="{8850683F-C5FA-4FC1-A362-4C7EFCA16AE8}" dt="2024-06-18T06:19:36.073" v="4414" actId="1038"/>
          <ac:spMkLst>
            <pc:docMk/>
            <pc:sldMk cId="645900595" sldId="2147480806"/>
            <ac:spMk id="47" creationId="{A84A167D-B7E2-43FD-E8A1-81B749068025}"/>
          </ac:spMkLst>
        </pc:spChg>
        <pc:spChg chg="add mod">
          <ac:chgData name="Takeuchi, Koichiro" userId="b3848a05-443b-4434-8fa5-7398ca0c03c9" providerId="ADAL" clId="{8850683F-C5FA-4FC1-A362-4C7EFCA16AE8}" dt="2024-06-18T06:19:36.073" v="4414" actId="1038"/>
          <ac:spMkLst>
            <pc:docMk/>
            <pc:sldMk cId="645900595" sldId="2147480806"/>
            <ac:spMk id="48" creationId="{7A681819-57B8-20C3-AB65-AEFC10FFF384}"/>
          </ac:spMkLst>
        </pc:spChg>
        <pc:spChg chg="add mod">
          <ac:chgData name="Takeuchi, Koichiro" userId="b3848a05-443b-4434-8fa5-7398ca0c03c9" providerId="ADAL" clId="{8850683F-C5FA-4FC1-A362-4C7EFCA16AE8}" dt="2024-06-18T06:19:36.073" v="4414" actId="1038"/>
          <ac:spMkLst>
            <pc:docMk/>
            <pc:sldMk cId="645900595" sldId="2147480806"/>
            <ac:spMk id="49" creationId="{D67A12E4-3BB6-26C0-B33C-A71887E32280}"/>
          </ac:spMkLst>
        </pc:spChg>
        <pc:spChg chg="add mod">
          <ac:chgData name="Takeuchi, Koichiro" userId="b3848a05-443b-4434-8fa5-7398ca0c03c9" providerId="ADAL" clId="{8850683F-C5FA-4FC1-A362-4C7EFCA16AE8}" dt="2024-06-18T06:19:36.073" v="4414" actId="1038"/>
          <ac:spMkLst>
            <pc:docMk/>
            <pc:sldMk cId="645900595" sldId="2147480806"/>
            <ac:spMk id="54" creationId="{DE60FA66-B8A8-EF3A-24D2-EE50A21A7596}"/>
          </ac:spMkLst>
        </pc:spChg>
        <pc:spChg chg="add mod">
          <ac:chgData name="Takeuchi, Koichiro" userId="b3848a05-443b-4434-8fa5-7398ca0c03c9" providerId="ADAL" clId="{8850683F-C5FA-4FC1-A362-4C7EFCA16AE8}" dt="2024-06-18T06:19:00.584" v="4341" actId="571"/>
          <ac:spMkLst>
            <pc:docMk/>
            <pc:sldMk cId="645900595" sldId="2147480806"/>
            <ac:spMk id="68" creationId="{2B919DB9-7AB7-9491-23B4-5113E8FFF9D0}"/>
          </ac:spMkLst>
        </pc:spChg>
        <pc:spChg chg="add mod">
          <ac:chgData name="Takeuchi, Koichiro" userId="b3848a05-443b-4434-8fa5-7398ca0c03c9" providerId="ADAL" clId="{8850683F-C5FA-4FC1-A362-4C7EFCA16AE8}" dt="2024-06-18T06:23:05.942" v="4642"/>
          <ac:spMkLst>
            <pc:docMk/>
            <pc:sldMk cId="645900595" sldId="2147480806"/>
            <ac:spMk id="69" creationId="{DBF7B602-7868-E9EF-4339-61E03E401D18}"/>
          </ac:spMkLst>
        </pc:spChg>
        <pc:grpChg chg="add del mod">
          <ac:chgData name="Takeuchi, Koichiro" userId="b3848a05-443b-4434-8fa5-7398ca0c03c9" providerId="ADAL" clId="{8850683F-C5FA-4FC1-A362-4C7EFCA16AE8}" dt="2024-06-18T06:17:28.109" v="4181" actId="478"/>
          <ac:grpSpMkLst>
            <pc:docMk/>
            <pc:sldMk cId="645900595" sldId="2147480806"/>
            <ac:grpSpMk id="32" creationId="{261935C0-C43E-FF88-8DF9-6634D746A42B}"/>
          </ac:grpSpMkLst>
        </pc:grpChg>
        <pc:grpChg chg="add del mod">
          <ac:chgData name="Takeuchi, Koichiro" userId="b3848a05-443b-4434-8fa5-7398ca0c03c9" providerId="ADAL" clId="{8850683F-C5FA-4FC1-A362-4C7EFCA16AE8}" dt="2024-06-18T06:17:32.264" v="4183" actId="478"/>
          <ac:grpSpMkLst>
            <pc:docMk/>
            <pc:sldMk cId="645900595" sldId="2147480806"/>
            <ac:grpSpMk id="36" creationId="{518058C8-3184-20FC-D466-86C67D56CFC9}"/>
          </ac:grpSpMkLst>
        </pc:grpChg>
        <pc:grpChg chg="add del mod">
          <ac:chgData name="Takeuchi, Koichiro" userId="b3848a05-443b-4434-8fa5-7398ca0c03c9" providerId="ADAL" clId="{8850683F-C5FA-4FC1-A362-4C7EFCA16AE8}" dt="2024-06-18T06:17:29.530" v="4182" actId="478"/>
          <ac:grpSpMkLst>
            <pc:docMk/>
            <pc:sldMk cId="645900595" sldId="2147480806"/>
            <ac:grpSpMk id="41" creationId="{84357431-6CEA-1D6D-4991-8CCBC36272B0}"/>
          </ac:grpSpMkLst>
        </pc:grpChg>
        <pc:picChg chg="mod">
          <ac:chgData name="Takeuchi, Koichiro" userId="b3848a05-443b-4434-8fa5-7398ca0c03c9" providerId="ADAL" clId="{8850683F-C5FA-4FC1-A362-4C7EFCA16AE8}" dt="2024-06-18T06:17:05.253" v="4179"/>
          <ac:picMkLst>
            <pc:docMk/>
            <pc:sldMk cId="645900595" sldId="2147480806"/>
            <ac:picMk id="33" creationId="{397C40D6-DE90-61E4-6C86-3D8F401ADE31}"/>
          </ac:picMkLst>
        </pc:picChg>
        <pc:picChg chg="mod">
          <ac:chgData name="Takeuchi, Koichiro" userId="b3848a05-443b-4434-8fa5-7398ca0c03c9" providerId="ADAL" clId="{8850683F-C5FA-4FC1-A362-4C7EFCA16AE8}" dt="2024-06-18T06:17:05.253" v="4179"/>
          <ac:picMkLst>
            <pc:docMk/>
            <pc:sldMk cId="645900595" sldId="2147480806"/>
            <ac:picMk id="38" creationId="{7D4EC1DD-7DC4-99F2-95FC-77A3B9AC4004}"/>
          </ac:picMkLst>
        </pc:picChg>
        <pc:picChg chg="mod">
          <ac:chgData name="Takeuchi, Koichiro" userId="b3848a05-443b-4434-8fa5-7398ca0c03c9" providerId="ADAL" clId="{8850683F-C5FA-4FC1-A362-4C7EFCA16AE8}" dt="2024-06-18T06:17:05.253" v="4179"/>
          <ac:picMkLst>
            <pc:docMk/>
            <pc:sldMk cId="645900595" sldId="2147480806"/>
            <ac:picMk id="42" creationId="{7E83C75A-2826-B91B-32A9-F6C916EE5A4C}"/>
          </ac:picMkLst>
        </pc:picChg>
      </pc:sldChg>
      <pc:sldChg chg="addSp delSp modSp add mod">
        <pc:chgData name="Takeuchi, Koichiro" userId="b3848a05-443b-4434-8fa5-7398ca0c03c9" providerId="ADAL" clId="{8850683F-C5FA-4FC1-A362-4C7EFCA16AE8}" dt="2024-06-18T06:44:18.082" v="5203" actId="20577"/>
        <pc:sldMkLst>
          <pc:docMk/>
          <pc:sldMk cId="3640196775" sldId="2147480807"/>
        </pc:sldMkLst>
        <pc:spChg chg="mod">
          <ac:chgData name="Takeuchi, Koichiro" userId="b3848a05-443b-4434-8fa5-7398ca0c03c9" providerId="ADAL" clId="{8850683F-C5FA-4FC1-A362-4C7EFCA16AE8}" dt="2024-06-18T06:29:32.366" v="5085"/>
          <ac:spMkLst>
            <pc:docMk/>
            <pc:sldMk cId="3640196775" sldId="2147480807"/>
            <ac:spMk id="2" creationId="{C4050E0A-F4AC-8E52-FCEA-9771083801F3}"/>
          </ac:spMkLst>
        </pc:spChg>
        <pc:spChg chg="add mod">
          <ac:chgData name="Takeuchi, Koichiro" userId="b3848a05-443b-4434-8fa5-7398ca0c03c9" providerId="ADAL" clId="{8850683F-C5FA-4FC1-A362-4C7EFCA16AE8}" dt="2024-06-18T06:29:37.461" v="5086"/>
          <ac:spMkLst>
            <pc:docMk/>
            <pc:sldMk cId="3640196775" sldId="2147480807"/>
            <ac:spMk id="3" creationId="{5F760918-4DFC-46D7-B199-5248B6F939BB}"/>
          </ac:spMkLst>
        </pc:spChg>
        <pc:spChg chg="add del">
          <ac:chgData name="Takeuchi, Koichiro" userId="b3848a05-443b-4434-8fa5-7398ca0c03c9" providerId="ADAL" clId="{8850683F-C5FA-4FC1-A362-4C7EFCA16AE8}" dt="2024-06-18T06:29:48.030" v="5088" actId="478"/>
          <ac:spMkLst>
            <pc:docMk/>
            <pc:sldMk cId="3640196775" sldId="2147480807"/>
            <ac:spMk id="4" creationId="{00A5FE04-EC3A-89E5-9EA0-6E07FBF47F13}"/>
          </ac:spMkLst>
        </pc:spChg>
        <pc:spChg chg="add mod">
          <ac:chgData name="Takeuchi, Koichiro" userId="b3848a05-443b-4434-8fa5-7398ca0c03c9" providerId="ADAL" clId="{8850683F-C5FA-4FC1-A362-4C7EFCA16AE8}" dt="2024-06-18T06:29:37.461" v="5086"/>
          <ac:spMkLst>
            <pc:docMk/>
            <pc:sldMk cId="3640196775" sldId="2147480807"/>
            <ac:spMk id="7" creationId="{1A37444A-C75D-88A2-934B-1E575D955758}"/>
          </ac:spMkLst>
        </pc:spChg>
        <pc:spChg chg="add mod">
          <ac:chgData name="Takeuchi, Koichiro" userId="b3848a05-443b-4434-8fa5-7398ca0c03c9" providerId="ADAL" clId="{8850683F-C5FA-4FC1-A362-4C7EFCA16AE8}" dt="2024-06-18T06:29:37.461" v="5086"/>
          <ac:spMkLst>
            <pc:docMk/>
            <pc:sldMk cId="3640196775" sldId="2147480807"/>
            <ac:spMk id="8" creationId="{D12F9086-A0FA-A7AB-CD55-CE0EBE5312F3}"/>
          </ac:spMkLst>
        </pc:spChg>
        <pc:spChg chg="mod">
          <ac:chgData name="Takeuchi, Koichiro" userId="b3848a05-443b-4434-8fa5-7398ca0c03c9" providerId="ADAL" clId="{8850683F-C5FA-4FC1-A362-4C7EFCA16AE8}" dt="2024-06-18T06:30:02.102" v="5092" actId="20577"/>
          <ac:spMkLst>
            <pc:docMk/>
            <pc:sldMk cId="3640196775" sldId="2147480807"/>
            <ac:spMk id="9" creationId="{B86D8330-0B1A-E587-FA07-0AAE4A76EC6B}"/>
          </ac:spMkLst>
        </pc:spChg>
        <pc:spChg chg="del">
          <ac:chgData name="Takeuchi, Koichiro" userId="b3848a05-443b-4434-8fa5-7398ca0c03c9" providerId="ADAL" clId="{8850683F-C5FA-4FC1-A362-4C7EFCA16AE8}" dt="2024-06-18T06:29:53.209" v="5089" actId="478"/>
          <ac:spMkLst>
            <pc:docMk/>
            <pc:sldMk cId="3640196775" sldId="2147480807"/>
            <ac:spMk id="10" creationId="{8CD5BA63-C0B2-CEB6-93FE-328B281F0AFD}"/>
          </ac:spMkLst>
        </pc:spChg>
        <pc:spChg chg="add mod">
          <ac:chgData name="Takeuchi, Koichiro" userId="b3848a05-443b-4434-8fa5-7398ca0c03c9" providerId="ADAL" clId="{8850683F-C5FA-4FC1-A362-4C7EFCA16AE8}" dt="2024-06-18T06:29:37.461" v="5086"/>
          <ac:spMkLst>
            <pc:docMk/>
            <pc:sldMk cId="3640196775" sldId="2147480807"/>
            <ac:spMk id="19" creationId="{BE9FF0B7-97D7-7854-357A-7341F03E2123}"/>
          </ac:spMkLst>
        </pc:spChg>
        <pc:spChg chg="add mod">
          <ac:chgData name="Takeuchi, Koichiro" userId="b3848a05-443b-4434-8fa5-7398ca0c03c9" providerId="ADAL" clId="{8850683F-C5FA-4FC1-A362-4C7EFCA16AE8}" dt="2024-06-18T06:29:37.461" v="5086"/>
          <ac:spMkLst>
            <pc:docMk/>
            <pc:sldMk cId="3640196775" sldId="2147480807"/>
            <ac:spMk id="20" creationId="{75CE539C-3F7E-C95A-7CBF-DBCC57026FB6}"/>
          </ac:spMkLst>
        </pc:spChg>
        <pc:spChg chg="add mod">
          <ac:chgData name="Takeuchi, Koichiro" userId="b3848a05-443b-4434-8fa5-7398ca0c03c9" providerId="ADAL" clId="{8850683F-C5FA-4FC1-A362-4C7EFCA16AE8}" dt="2024-06-18T06:29:37.461" v="5086"/>
          <ac:spMkLst>
            <pc:docMk/>
            <pc:sldMk cId="3640196775" sldId="2147480807"/>
            <ac:spMk id="21" creationId="{695EE845-E928-53E7-251C-A78CDB6F7AFE}"/>
          </ac:spMkLst>
        </pc:spChg>
        <pc:spChg chg="add mod">
          <ac:chgData name="Takeuchi, Koichiro" userId="b3848a05-443b-4434-8fa5-7398ca0c03c9" providerId="ADAL" clId="{8850683F-C5FA-4FC1-A362-4C7EFCA16AE8}" dt="2024-06-18T06:29:59.532" v="5091" actId="1076"/>
          <ac:spMkLst>
            <pc:docMk/>
            <pc:sldMk cId="3640196775" sldId="2147480807"/>
            <ac:spMk id="24" creationId="{A049109C-8A49-771C-3AC7-6FB89FCB8D97}"/>
          </ac:spMkLst>
        </pc:spChg>
        <pc:spChg chg="add mod">
          <ac:chgData name="Takeuchi, Koichiro" userId="b3848a05-443b-4434-8fa5-7398ca0c03c9" providerId="ADAL" clId="{8850683F-C5FA-4FC1-A362-4C7EFCA16AE8}" dt="2024-06-18T06:29:59.532" v="5091" actId="1076"/>
          <ac:spMkLst>
            <pc:docMk/>
            <pc:sldMk cId="3640196775" sldId="2147480807"/>
            <ac:spMk id="25" creationId="{681C0CCE-694B-CA3F-C30E-105C6D49F114}"/>
          </ac:spMkLst>
        </pc:spChg>
        <pc:spChg chg="add mod">
          <ac:chgData name="Takeuchi, Koichiro" userId="b3848a05-443b-4434-8fa5-7398ca0c03c9" providerId="ADAL" clId="{8850683F-C5FA-4FC1-A362-4C7EFCA16AE8}" dt="2024-06-18T06:29:59.532" v="5091" actId="1076"/>
          <ac:spMkLst>
            <pc:docMk/>
            <pc:sldMk cId="3640196775" sldId="2147480807"/>
            <ac:spMk id="26" creationId="{4C884B2D-0256-8259-6191-833F2D6271C0}"/>
          </ac:spMkLst>
        </pc:spChg>
        <pc:spChg chg="add mod">
          <ac:chgData name="Takeuchi, Koichiro" userId="b3848a05-443b-4434-8fa5-7398ca0c03c9" providerId="ADAL" clId="{8850683F-C5FA-4FC1-A362-4C7EFCA16AE8}" dt="2024-06-18T06:29:59.532" v="5091" actId="1076"/>
          <ac:spMkLst>
            <pc:docMk/>
            <pc:sldMk cId="3640196775" sldId="2147480807"/>
            <ac:spMk id="29" creationId="{61DCEDF9-11E9-E17B-25FC-8ED8DE75CE0E}"/>
          </ac:spMkLst>
        </pc:spChg>
        <pc:spChg chg="add mod">
          <ac:chgData name="Takeuchi, Koichiro" userId="b3848a05-443b-4434-8fa5-7398ca0c03c9" providerId="ADAL" clId="{8850683F-C5FA-4FC1-A362-4C7EFCA16AE8}" dt="2024-06-18T06:29:59.532" v="5091" actId="1076"/>
          <ac:spMkLst>
            <pc:docMk/>
            <pc:sldMk cId="3640196775" sldId="2147480807"/>
            <ac:spMk id="30" creationId="{82D21246-BAF7-1C8F-F164-1F5E42BC854D}"/>
          </ac:spMkLst>
        </pc:spChg>
        <pc:spChg chg="add mod">
          <ac:chgData name="Takeuchi, Koichiro" userId="b3848a05-443b-4434-8fa5-7398ca0c03c9" providerId="ADAL" clId="{8850683F-C5FA-4FC1-A362-4C7EFCA16AE8}" dt="2024-06-18T06:29:59.532" v="5091" actId="1076"/>
          <ac:spMkLst>
            <pc:docMk/>
            <pc:sldMk cId="3640196775" sldId="2147480807"/>
            <ac:spMk id="32" creationId="{EEA71A7B-CBB9-7EE2-BDBF-BF71F8FBC682}"/>
          </ac:spMkLst>
        </pc:spChg>
        <pc:spChg chg="add mod">
          <ac:chgData name="Takeuchi, Koichiro" userId="b3848a05-443b-4434-8fa5-7398ca0c03c9" providerId="ADAL" clId="{8850683F-C5FA-4FC1-A362-4C7EFCA16AE8}" dt="2024-06-18T06:30:29.314" v="5138" actId="14100"/>
          <ac:spMkLst>
            <pc:docMk/>
            <pc:sldMk cId="3640196775" sldId="2147480807"/>
            <ac:spMk id="33" creationId="{9C6CC37E-6839-29CC-2C10-87A230234B33}"/>
          </ac:spMkLst>
        </pc:spChg>
        <pc:spChg chg="add mod">
          <ac:chgData name="Takeuchi, Koichiro" userId="b3848a05-443b-4434-8fa5-7398ca0c03c9" providerId="ADAL" clId="{8850683F-C5FA-4FC1-A362-4C7EFCA16AE8}" dt="2024-06-18T06:30:35.603" v="5147" actId="1036"/>
          <ac:spMkLst>
            <pc:docMk/>
            <pc:sldMk cId="3640196775" sldId="2147480807"/>
            <ac:spMk id="35" creationId="{6370CAED-0E81-E5E6-6914-30B46D6EA618}"/>
          </ac:spMkLst>
        </pc:spChg>
        <pc:spChg chg="add mod">
          <ac:chgData name="Takeuchi, Koichiro" userId="b3848a05-443b-4434-8fa5-7398ca0c03c9" providerId="ADAL" clId="{8850683F-C5FA-4FC1-A362-4C7EFCA16AE8}" dt="2024-06-18T06:30:42.014" v="5153" actId="1036"/>
          <ac:spMkLst>
            <pc:docMk/>
            <pc:sldMk cId="3640196775" sldId="2147480807"/>
            <ac:spMk id="36" creationId="{2032D8DC-857E-E48B-0A32-C0452C358E0E}"/>
          </ac:spMkLst>
        </pc:spChg>
        <pc:spChg chg="add mod">
          <ac:chgData name="Takeuchi, Koichiro" userId="b3848a05-443b-4434-8fa5-7398ca0c03c9" providerId="ADAL" clId="{8850683F-C5FA-4FC1-A362-4C7EFCA16AE8}" dt="2024-06-18T06:30:48.048" v="5162" actId="1035"/>
          <ac:spMkLst>
            <pc:docMk/>
            <pc:sldMk cId="3640196775" sldId="2147480807"/>
            <ac:spMk id="38" creationId="{C2EE3C2F-75B9-6CDA-D76B-4DE8BB19B768}"/>
          </ac:spMkLst>
        </pc:spChg>
        <pc:spChg chg="add mod">
          <ac:chgData name="Takeuchi, Koichiro" userId="b3848a05-443b-4434-8fa5-7398ca0c03c9" providerId="ADAL" clId="{8850683F-C5FA-4FC1-A362-4C7EFCA16AE8}" dt="2024-06-18T06:30:54.610" v="5168" actId="1035"/>
          <ac:spMkLst>
            <pc:docMk/>
            <pc:sldMk cId="3640196775" sldId="2147480807"/>
            <ac:spMk id="39" creationId="{4EDD8B37-F433-658E-DF7D-0E407E460826}"/>
          </ac:spMkLst>
        </pc:spChg>
        <pc:spChg chg="add mod">
          <ac:chgData name="Takeuchi, Koichiro" userId="b3848a05-443b-4434-8fa5-7398ca0c03c9" providerId="ADAL" clId="{8850683F-C5FA-4FC1-A362-4C7EFCA16AE8}" dt="2024-06-18T06:31:00.635" v="5172" actId="1035"/>
          <ac:spMkLst>
            <pc:docMk/>
            <pc:sldMk cId="3640196775" sldId="2147480807"/>
            <ac:spMk id="41" creationId="{C0B8BD80-3E17-1BDF-3F65-100398ADE761}"/>
          </ac:spMkLst>
        </pc:spChg>
        <pc:spChg chg="mod">
          <ac:chgData name="Takeuchi, Koichiro" userId="b3848a05-443b-4434-8fa5-7398ca0c03c9" providerId="ADAL" clId="{8850683F-C5FA-4FC1-A362-4C7EFCA16AE8}" dt="2024-06-18T06:30:08.239" v="5097" actId="20577"/>
          <ac:spMkLst>
            <pc:docMk/>
            <pc:sldMk cId="3640196775" sldId="2147480807"/>
            <ac:spMk id="66" creationId="{5A79ACBD-2299-AF46-BDD0-81EC95C2DDB0}"/>
          </ac:spMkLst>
        </pc:spChg>
        <pc:spChg chg="mod">
          <ac:chgData name="Takeuchi, Koichiro" userId="b3848a05-443b-4434-8fa5-7398ca0c03c9" providerId="ADAL" clId="{8850683F-C5FA-4FC1-A362-4C7EFCA16AE8}" dt="2024-06-18T06:44:18.082" v="5203" actId="20577"/>
          <ac:spMkLst>
            <pc:docMk/>
            <pc:sldMk cId="3640196775" sldId="2147480807"/>
            <ac:spMk id="150" creationId="{FA598032-6B2F-CF69-69B3-63D8EDD92954}"/>
          </ac:spMkLst>
        </pc:spChg>
        <pc:cxnChg chg="add mod">
          <ac:chgData name="Takeuchi, Koichiro" userId="b3848a05-443b-4434-8fa5-7398ca0c03c9" providerId="ADAL" clId="{8850683F-C5FA-4FC1-A362-4C7EFCA16AE8}" dt="2024-06-18T06:39:04.419" v="5176" actId="14100"/>
          <ac:cxnSpMkLst>
            <pc:docMk/>
            <pc:sldMk cId="3640196775" sldId="2147480807"/>
            <ac:cxnSpMk id="42" creationId="{9CA0C47B-7B34-659E-ADE8-E2FA5B3DEA26}"/>
          </ac:cxnSpMkLst>
        </pc:cxnChg>
        <pc:cxnChg chg="add mod">
          <ac:chgData name="Takeuchi, Koichiro" userId="b3848a05-443b-4434-8fa5-7398ca0c03c9" providerId="ADAL" clId="{8850683F-C5FA-4FC1-A362-4C7EFCA16AE8}" dt="2024-06-18T06:39:09.769" v="5179" actId="14100"/>
          <ac:cxnSpMkLst>
            <pc:docMk/>
            <pc:sldMk cId="3640196775" sldId="2147480807"/>
            <ac:cxnSpMk id="48" creationId="{559F14CB-7636-AD5E-E4DA-043D130C1BC7}"/>
          </ac:cxnSpMkLst>
        </pc:cxnChg>
      </pc:sldChg>
      <pc:sldMasterChg chg="delSldLayout">
        <pc:chgData name="Takeuchi, Koichiro" userId="b3848a05-443b-4434-8fa5-7398ca0c03c9" providerId="ADAL" clId="{8850683F-C5FA-4FC1-A362-4C7EFCA16AE8}" dt="2024-06-18T04:39:59.641" v="0" actId="47"/>
        <pc:sldMasterMkLst>
          <pc:docMk/>
          <pc:sldMasterMk cId="3905360133" sldId="2147483670"/>
        </pc:sldMasterMkLst>
        <pc:sldLayoutChg chg="del">
          <pc:chgData name="Takeuchi, Koichiro" userId="b3848a05-443b-4434-8fa5-7398ca0c03c9" providerId="ADAL" clId="{8850683F-C5FA-4FC1-A362-4C7EFCA16AE8}" dt="2024-06-18T04:39:59.641" v="0" actId="47"/>
          <pc:sldLayoutMkLst>
            <pc:docMk/>
            <pc:sldMasterMk cId="3905360133" sldId="2147483670"/>
            <pc:sldLayoutMk cId="10825802" sldId="2147483683"/>
          </pc:sldLayoutMkLst>
        </pc:sldLayoutChg>
      </pc:sldMasterChg>
    </pc:docChg>
  </pc:docChgLst>
  <pc:docChgLst>
    <pc:chgData name="Takeuchi, Koichiro" userId="b3848a05-443b-4434-8fa5-7398ca0c03c9" providerId="ADAL" clId="{8AE3A369-E55C-4573-8F49-6E668EF80783}"/>
    <pc:docChg chg="undo redo custSel addSld delSld modSld modSection">
      <pc:chgData name="Takeuchi, Koichiro" userId="b3848a05-443b-4434-8fa5-7398ca0c03c9" providerId="ADAL" clId="{8AE3A369-E55C-4573-8F49-6E668EF80783}" dt="2024-07-12T02:36:44.004" v="21330" actId="255"/>
      <pc:docMkLst>
        <pc:docMk/>
      </pc:docMkLst>
      <pc:sldChg chg="addSp delSp modSp mod">
        <pc:chgData name="Takeuchi, Koichiro" userId="b3848a05-443b-4434-8fa5-7398ca0c03c9" providerId="ADAL" clId="{8AE3A369-E55C-4573-8F49-6E668EF80783}" dt="2024-07-12T00:54:15.937" v="20436" actId="14100"/>
        <pc:sldMkLst>
          <pc:docMk/>
          <pc:sldMk cId="684610595" sldId="2147468582"/>
        </pc:sldMkLst>
        <pc:spChg chg="add mod">
          <ac:chgData name="Takeuchi, Koichiro" userId="b3848a05-443b-4434-8fa5-7398ca0c03c9" providerId="ADAL" clId="{8AE3A369-E55C-4573-8F49-6E668EF80783}" dt="2024-07-12T00:54:15.937" v="20436" actId="14100"/>
          <ac:spMkLst>
            <pc:docMk/>
            <pc:sldMk cId="684610595" sldId="2147468582"/>
            <ac:spMk id="4" creationId="{B5C65EEE-FE37-E77F-78A1-E3D65295E7AD}"/>
          </ac:spMkLst>
        </pc:spChg>
        <pc:spChg chg="add del mod">
          <ac:chgData name="Takeuchi, Koichiro" userId="b3848a05-443b-4434-8fa5-7398ca0c03c9" providerId="ADAL" clId="{8AE3A369-E55C-4573-8F49-6E668EF80783}" dt="2024-07-11T06:26:20.279" v="10918" actId="478"/>
          <ac:spMkLst>
            <pc:docMk/>
            <pc:sldMk cId="684610595" sldId="2147468582"/>
            <ac:spMk id="5" creationId="{522A4031-1BE4-B584-9A31-C5DE50986DEE}"/>
          </ac:spMkLst>
        </pc:spChg>
        <pc:spChg chg="mod">
          <ac:chgData name="Takeuchi, Koichiro" userId="b3848a05-443b-4434-8fa5-7398ca0c03c9" providerId="ADAL" clId="{8AE3A369-E55C-4573-8F49-6E668EF80783}" dt="2024-07-11T23:56:15.789" v="18744" actId="20577"/>
          <ac:spMkLst>
            <pc:docMk/>
            <pc:sldMk cId="684610595" sldId="2147468582"/>
            <ac:spMk id="7" creationId="{A22762E2-0815-406B-AB18-FC327E470E5A}"/>
          </ac:spMkLst>
        </pc:spChg>
        <pc:picChg chg="add del mod">
          <ac:chgData name="Takeuchi, Koichiro" userId="b3848a05-443b-4434-8fa5-7398ca0c03c9" providerId="ADAL" clId="{8AE3A369-E55C-4573-8F49-6E668EF80783}" dt="2024-07-11T06:22:11.297" v="10489" actId="478"/>
          <ac:picMkLst>
            <pc:docMk/>
            <pc:sldMk cId="684610595" sldId="2147468582"/>
            <ac:picMk id="6" creationId="{E8526E30-5D8D-A676-3612-7F9234099280}"/>
          </ac:picMkLst>
        </pc:picChg>
      </pc:sldChg>
      <pc:sldChg chg="addSp modSp mod">
        <pc:chgData name="Takeuchi, Koichiro" userId="b3848a05-443b-4434-8fa5-7398ca0c03c9" providerId="ADAL" clId="{8AE3A369-E55C-4573-8F49-6E668EF80783}" dt="2024-07-12T02:36:44.004" v="21330" actId="255"/>
        <pc:sldMkLst>
          <pc:docMk/>
          <pc:sldMk cId="4237770355" sldId="2147468622"/>
        </pc:sldMkLst>
        <pc:spChg chg="add mod">
          <ac:chgData name="Takeuchi, Koichiro" userId="b3848a05-443b-4434-8fa5-7398ca0c03c9" providerId="ADAL" clId="{8AE3A369-E55C-4573-8F49-6E668EF80783}" dt="2024-07-03T11:14:20.625" v="8032" actId="14100"/>
          <ac:spMkLst>
            <pc:docMk/>
            <pc:sldMk cId="4237770355" sldId="2147468622"/>
            <ac:spMk id="2" creationId="{4AA01A73-E4D4-B45E-C9CF-102EC92A9F22}"/>
          </ac:spMkLst>
        </pc:spChg>
        <pc:spChg chg="mod">
          <ac:chgData name="Takeuchi, Koichiro" userId="b3848a05-443b-4434-8fa5-7398ca0c03c9" providerId="ADAL" clId="{8AE3A369-E55C-4573-8F49-6E668EF80783}" dt="2024-07-12T02:36:44.004" v="21330" actId="255"/>
          <ac:spMkLst>
            <pc:docMk/>
            <pc:sldMk cId="4237770355" sldId="2147468622"/>
            <ac:spMk id="7" creationId="{00DBF748-91E7-FD60-93FE-131A3A714861}"/>
          </ac:spMkLst>
        </pc:spChg>
      </pc:sldChg>
      <pc:sldChg chg="addSp delSp modSp mod">
        <pc:chgData name="Takeuchi, Koichiro" userId="b3848a05-443b-4434-8fa5-7398ca0c03c9" providerId="ADAL" clId="{8AE3A369-E55C-4573-8F49-6E668EF80783}" dt="2024-07-12T00:02:17.963" v="19096" actId="404"/>
        <pc:sldMkLst>
          <pc:docMk/>
          <pc:sldMk cId="323859429" sldId="2147480809"/>
        </pc:sldMkLst>
        <pc:spChg chg="mod">
          <ac:chgData name="Takeuchi, Koichiro" userId="b3848a05-443b-4434-8fa5-7398ca0c03c9" providerId="ADAL" clId="{8AE3A369-E55C-4573-8F49-6E668EF80783}" dt="2024-07-12T00:02:17.963" v="19096" actId="404"/>
          <ac:spMkLst>
            <pc:docMk/>
            <pc:sldMk cId="323859429" sldId="2147480809"/>
            <ac:spMk id="2" creationId="{B2CA3B19-52FA-1D26-5F96-0D8707A7B4A4}"/>
          </ac:spMkLst>
        </pc:spChg>
        <pc:spChg chg="del mod">
          <ac:chgData name="Takeuchi, Koichiro" userId="b3848a05-443b-4434-8fa5-7398ca0c03c9" providerId="ADAL" clId="{8AE3A369-E55C-4573-8F49-6E668EF80783}" dt="2024-07-11T06:27:40.009" v="10920" actId="478"/>
          <ac:spMkLst>
            <pc:docMk/>
            <pc:sldMk cId="323859429" sldId="2147480809"/>
            <ac:spMk id="3" creationId="{74D5AF54-6C3B-624F-B9A7-63D60A5A15A8}"/>
          </ac:spMkLst>
        </pc:spChg>
        <pc:spChg chg="add del mod">
          <ac:chgData name="Takeuchi, Koichiro" userId="b3848a05-443b-4434-8fa5-7398ca0c03c9" providerId="ADAL" clId="{8AE3A369-E55C-4573-8F49-6E668EF80783}" dt="2024-07-11T23:57:49.202" v="18909" actId="478"/>
          <ac:spMkLst>
            <pc:docMk/>
            <pc:sldMk cId="323859429" sldId="2147480809"/>
            <ac:spMk id="4" creationId="{9A1F3862-8EA7-A7E5-0CE3-8AABCA3E7DEA}"/>
          </ac:spMkLst>
        </pc:spChg>
        <pc:spChg chg="add del mod">
          <ac:chgData name="Takeuchi, Koichiro" userId="b3848a05-443b-4434-8fa5-7398ca0c03c9" providerId="ADAL" clId="{8AE3A369-E55C-4573-8F49-6E668EF80783}" dt="2024-07-03T00:45:16.466" v="256" actId="478"/>
          <ac:spMkLst>
            <pc:docMk/>
            <pc:sldMk cId="323859429" sldId="2147480809"/>
            <ac:spMk id="4" creationId="{F457F9E4-B4CF-A26F-77FF-709F2E73F552}"/>
          </ac:spMkLst>
        </pc:spChg>
        <pc:spChg chg="mod">
          <ac:chgData name="Takeuchi, Koichiro" userId="b3848a05-443b-4434-8fa5-7398ca0c03c9" providerId="ADAL" clId="{8AE3A369-E55C-4573-8F49-6E668EF80783}" dt="2024-07-11T23:56:33.858" v="18764" actId="20577"/>
          <ac:spMkLst>
            <pc:docMk/>
            <pc:sldMk cId="323859429" sldId="2147480809"/>
            <ac:spMk id="8" creationId="{3211E286-9CA2-4B1C-C0C0-D5C29F350A00}"/>
          </ac:spMkLst>
        </pc:spChg>
        <pc:spChg chg="mod">
          <ac:chgData name="Takeuchi, Koichiro" userId="b3848a05-443b-4434-8fa5-7398ca0c03c9" providerId="ADAL" clId="{8AE3A369-E55C-4573-8F49-6E668EF80783}" dt="2024-07-04T01:13:00.823" v="10239" actId="20577"/>
          <ac:spMkLst>
            <pc:docMk/>
            <pc:sldMk cId="323859429" sldId="2147480809"/>
            <ac:spMk id="11" creationId="{717EA1C2-564A-F53F-F442-2C714F464DA1}"/>
          </ac:spMkLst>
        </pc:spChg>
        <pc:spChg chg="mod">
          <ac:chgData name="Takeuchi, Koichiro" userId="b3848a05-443b-4434-8fa5-7398ca0c03c9" providerId="ADAL" clId="{8AE3A369-E55C-4573-8F49-6E668EF80783}" dt="2024-07-11T23:57:43.574" v="18908" actId="20577"/>
          <ac:spMkLst>
            <pc:docMk/>
            <pc:sldMk cId="323859429" sldId="2147480809"/>
            <ac:spMk id="13" creationId="{7EA7777E-2F8C-7EAF-00B8-6D8931F3EE7D}"/>
          </ac:spMkLst>
        </pc:spChg>
        <pc:spChg chg="mod">
          <ac:chgData name="Takeuchi, Koichiro" userId="b3848a05-443b-4434-8fa5-7398ca0c03c9" providerId="ADAL" clId="{8AE3A369-E55C-4573-8F49-6E668EF80783}" dt="2024-07-03T00:47:44.347" v="367" actId="465"/>
          <ac:spMkLst>
            <pc:docMk/>
            <pc:sldMk cId="323859429" sldId="2147480809"/>
            <ac:spMk id="14" creationId="{BC179422-69D3-E378-7B3D-89D3749F8B79}"/>
          </ac:spMkLst>
        </pc:spChg>
      </pc:sldChg>
      <pc:sldChg chg="modSp mod">
        <pc:chgData name="Takeuchi, Koichiro" userId="b3848a05-443b-4434-8fa5-7398ca0c03c9" providerId="ADAL" clId="{8AE3A369-E55C-4573-8F49-6E668EF80783}" dt="2024-07-11T23:56:23.304" v="18752" actId="20577"/>
        <pc:sldMkLst>
          <pc:docMk/>
          <pc:sldMk cId="1710641726" sldId="2147480810"/>
        </pc:sldMkLst>
        <pc:spChg chg="mod">
          <ac:chgData name="Takeuchi, Koichiro" userId="b3848a05-443b-4434-8fa5-7398ca0c03c9" providerId="ADAL" clId="{8AE3A369-E55C-4573-8F49-6E668EF80783}" dt="2024-07-11T23:56:23.304" v="18752" actId="20577"/>
          <ac:spMkLst>
            <pc:docMk/>
            <pc:sldMk cId="1710641726" sldId="2147480810"/>
            <ac:spMk id="7" creationId="{4C331423-D31E-54C6-B603-3A2DCE7DE991}"/>
          </ac:spMkLst>
        </pc:spChg>
      </pc:sldChg>
      <pc:sldChg chg="modSp mod">
        <pc:chgData name="Takeuchi, Koichiro" userId="b3848a05-443b-4434-8fa5-7398ca0c03c9" providerId="ADAL" clId="{8AE3A369-E55C-4573-8F49-6E668EF80783}" dt="2024-07-11T23:56:27.467" v="18760" actId="20577"/>
        <pc:sldMkLst>
          <pc:docMk/>
          <pc:sldMk cId="197750219" sldId="2147480811"/>
        </pc:sldMkLst>
        <pc:spChg chg="mod">
          <ac:chgData name="Takeuchi, Koichiro" userId="b3848a05-443b-4434-8fa5-7398ca0c03c9" providerId="ADAL" clId="{8AE3A369-E55C-4573-8F49-6E668EF80783}" dt="2024-07-11T23:56:27.467" v="18760" actId="20577"/>
          <ac:spMkLst>
            <pc:docMk/>
            <pc:sldMk cId="197750219" sldId="2147480811"/>
            <ac:spMk id="7" creationId="{4C331423-D31E-54C6-B603-3A2DCE7DE991}"/>
          </ac:spMkLst>
        </pc:spChg>
      </pc:sldChg>
      <pc:sldChg chg="modSp mod">
        <pc:chgData name="Takeuchi, Koichiro" userId="b3848a05-443b-4434-8fa5-7398ca0c03c9" providerId="ADAL" clId="{8AE3A369-E55C-4573-8F49-6E668EF80783}" dt="2024-07-11T23:57:56.226" v="18914" actId="20577"/>
        <pc:sldMkLst>
          <pc:docMk/>
          <pc:sldMk cId="3372364919" sldId="2147480812"/>
        </pc:sldMkLst>
        <pc:spChg chg="mod">
          <ac:chgData name="Takeuchi, Koichiro" userId="b3848a05-443b-4434-8fa5-7398ca0c03c9" providerId="ADAL" clId="{8AE3A369-E55C-4573-8F49-6E668EF80783}" dt="2024-07-11T23:57:56.226" v="18914" actId="20577"/>
          <ac:spMkLst>
            <pc:docMk/>
            <pc:sldMk cId="3372364919" sldId="2147480812"/>
            <ac:spMk id="7" creationId="{4C331423-D31E-54C6-B603-3A2DCE7DE991}"/>
          </ac:spMkLst>
        </pc:spChg>
      </pc:sldChg>
      <pc:sldChg chg="modSp mod">
        <pc:chgData name="Takeuchi, Koichiro" userId="b3848a05-443b-4434-8fa5-7398ca0c03c9" providerId="ADAL" clId="{8AE3A369-E55C-4573-8F49-6E668EF80783}" dt="2024-07-12T00:51:28.726" v="20272" actId="20577"/>
        <pc:sldMkLst>
          <pc:docMk/>
          <pc:sldMk cId="982874196" sldId="2147480823"/>
        </pc:sldMkLst>
        <pc:spChg chg="mod">
          <ac:chgData name="Takeuchi, Koichiro" userId="b3848a05-443b-4434-8fa5-7398ca0c03c9" providerId="ADAL" clId="{8AE3A369-E55C-4573-8F49-6E668EF80783}" dt="2024-07-12T00:51:28.726" v="20272" actId="20577"/>
          <ac:spMkLst>
            <pc:docMk/>
            <pc:sldMk cId="982874196" sldId="2147480823"/>
            <ac:spMk id="7" creationId="{4C331423-D31E-54C6-B603-3A2DCE7DE991}"/>
          </ac:spMkLst>
        </pc:spChg>
      </pc:sldChg>
      <pc:sldChg chg="modSp mod">
        <pc:chgData name="Takeuchi, Koichiro" userId="b3848a05-443b-4434-8fa5-7398ca0c03c9" providerId="ADAL" clId="{8AE3A369-E55C-4573-8F49-6E668EF80783}" dt="2024-07-12T00:51:36.052" v="20277" actId="20577"/>
        <pc:sldMkLst>
          <pc:docMk/>
          <pc:sldMk cId="1860587498" sldId="2147480825"/>
        </pc:sldMkLst>
        <pc:spChg chg="mod">
          <ac:chgData name="Takeuchi, Koichiro" userId="b3848a05-443b-4434-8fa5-7398ca0c03c9" providerId="ADAL" clId="{8AE3A369-E55C-4573-8F49-6E668EF80783}" dt="2024-07-12T00:51:36.052" v="20277" actId="20577"/>
          <ac:spMkLst>
            <pc:docMk/>
            <pc:sldMk cId="1860587498" sldId="2147480825"/>
            <ac:spMk id="7" creationId="{4C331423-D31E-54C6-B603-3A2DCE7DE991}"/>
          </ac:spMkLst>
        </pc:spChg>
      </pc:sldChg>
      <pc:sldChg chg="modSp mod">
        <pc:chgData name="Takeuchi, Koichiro" userId="b3848a05-443b-4434-8fa5-7398ca0c03c9" providerId="ADAL" clId="{8AE3A369-E55C-4573-8F49-6E668EF80783}" dt="2024-07-12T02:36:34.835" v="21329" actId="404"/>
        <pc:sldMkLst>
          <pc:docMk/>
          <pc:sldMk cId="2654425851" sldId="2147480826"/>
        </pc:sldMkLst>
        <pc:spChg chg="mod">
          <ac:chgData name="Takeuchi, Koichiro" userId="b3848a05-443b-4434-8fa5-7398ca0c03c9" providerId="ADAL" clId="{8AE3A369-E55C-4573-8F49-6E668EF80783}" dt="2024-07-12T02:36:34.835" v="21329" actId="404"/>
          <ac:spMkLst>
            <pc:docMk/>
            <pc:sldMk cId="2654425851" sldId="2147480826"/>
            <ac:spMk id="2" creationId="{C48FEF3C-FDEA-5C42-6201-82A2ADF1F5CC}"/>
          </ac:spMkLst>
        </pc:spChg>
        <pc:spChg chg="mod">
          <ac:chgData name="Takeuchi, Koichiro" userId="b3848a05-443b-4434-8fa5-7398ca0c03c9" providerId="ADAL" clId="{8AE3A369-E55C-4573-8F49-6E668EF80783}" dt="2024-07-03T11:12:22.293" v="7914" actId="20577"/>
          <ac:spMkLst>
            <pc:docMk/>
            <pc:sldMk cId="2654425851" sldId="2147480826"/>
            <ac:spMk id="9" creationId="{0F43399E-64F5-49DB-5661-038B37BF014F}"/>
          </ac:spMkLst>
        </pc:spChg>
      </pc:sldChg>
      <pc:sldChg chg="delSp modSp mod">
        <pc:chgData name="Takeuchi, Koichiro" userId="b3848a05-443b-4434-8fa5-7398ca0c03c9" providerId="ADAL" clId="{8AE3A369-E55C-4573-8F49-6E668EF80783}" dt="2024-07-12T02:36:22.900" v="21327" actId="404"/>
        <pc:sldMkLst>
          <pc:docMk/>
          <pc:sldMk cId="3308295739" sldId="2147480828"/>
        </pc:sldMkLst>
        <pc:spChg chg="mod">
          <ac:chgData name="Takeuchi, Koichiro" userId="b3848a05-443b-4434-8fa5-7398ca0c03c9" providerId="ADAL" clId="{8AE3A369-E55C-4573-8F49-6E668EF80783}" dt="2024-07-12T02:36:22.900" v="21327" actId="404"/>
          <ac:spMkLst>
            <pc:docMk/>
            <pc:sldMk cId="3308295739" sldId="2147480828"/>
            <ac:spMk id="2" creationId="{1AB4CFF1-42CD-ACEA-E74C-1EDC16198BA8}"/>
          </ac:spMkLst>
        </pc:spChg>
        <pc:spChg chg="del">
          <ac:chgData name="Takeuchi, Koichiro" userId="b3848a05-443b-4434-8fa5-7398ca0c03c9" providerId="ADAL" clId="{8AE3A369-E55C-4573-8F49-6E668EF80783}" dt="2024-07-03T11:21:09.732" v="8480" actId="478"/>
          <ac:spMkLst>
            <pc:docMk/>
            <pc:sldMk cId="3308295739" sldId="2147480828"/>
            <ac:spMk id="7" creationId="{DF14A8A7-F1CE-4347-E4C8-984AEE651925}"/>
          </ac:spMkLst>
        </pc:spChg>
      </pc:sldChg>
      <pc:sldChg chg="modSp mod">
        <pc:chgData name="Takeuchi, Koichiro" userId="b3848a05-443b-4434-8fa5-7398ca0c03c9" providerId="ADAL" clId="{8AE3A369-E55C-4573-8F49-6E668EF80783}" dt="2024-07-12T02:36:28.935" v="21328" actId="404"/>
        <pc:sldMkLst>
          <pc:docMk/>
          <pc:sldMk cId="3580450898" sldId="2147480829"/>
        </pc:sldMkLst>
        <pc:spChg chg="mod">
          <ac:chgData name="Takeuchi, Koichiro" userId="b3848a05-443b-4434-8fa5-7398ca0c03c9" providerId="ADAL" clId="{8AE3A369-E55C-4573-8F49-6E668EF80783}" dt="2024-07-12T02:36:28.935" v="21328" actId="404"/>
          <ac:spMkLst>
            <pc:docMk/>
            <pc:sldMk cId="3580450898" sldId="2147480829"/>
            <ac:spMk id="2" creationId="{7A027AF0-345D-1D56-C59F-79D44873B091}"/>
          </ac:spMkLst>
        </pc:spChg>
        <pc:spChg chg="mod">
          <ac:chgData name="Takeuchi, Koichiro" userId="b3848a05-443b-4434-8fa5-7398ca0c03c9" providerId="ADAL" clId="{8AE3A369-E55C-4573-8F49-6E668EF80783}" dt="2024-07-03T11:36:00.692" v="8757" actId="20577"/>
          <ac:spMkLst>
            <pc:docMk/>
            <pc:sldMk cId="3580450898" sldId="2147480829"/>
            <ac:spMk id="3" creationId="{72D908B1-BE60-7B7E-7720-F2D0CCEBED44}"/>
          </ac:spMkLst>
        </pc:spChg>
        <pc:spChg chg="mod">
          <ac:chgData name="Takeuchi, Koichiro" userId="b3848a05-443b-4434-8fa5-7398ca0c03c9" providerId="ADAL" clId="{8AE3A369-E55C-4573-8F49-6E668EF80783}" dt="2024-07-03T11:21:36.814" v="8481" actId="20577"/>
          <ac:spMkLst>
            <pc:docMk/>
            <pc:sldMk cId="3580450898" sldId="2147480829"/>
            <ac:spMk id="4" creationId="{7BB57390-B03C-647E-6657-7990F778F52F}"/>
          </ac:spMkLst>
        </pc:spChg>
      </pc:sldChg>
      <pc:sldChg chg="addSp delSp modSp mod">
        <pc:chgData name="Takeuchi, Koichiro" userId="b3848a05-443b-4434-8fa5-7398ca0c03c9" providerId="ADAL" clId="{8AE3A369-E55C-4573-8F49-6E668EF80783}" dt="2024-07-12T02:21:45.586" v="21224" actId="20577"/>
        <pc:sldMkLst>
          <pc:docMk/>
          <pc:sldMk cId="2091009357" sldId="2147480830"/>
        </pc:sldMkLst>
        <pc:spChg chg="mod">
          <ac:chgData name="Takeuchi, Koichiro" userId="b3848a05-443b-4434-8fa5-7398ca0c03c9" providerId="ADAL" clId="{8AE3A369-E55C-4573-8F49-6E668EF80783}" dt="2024-07-12T00:02:22.800" v="19097" actId="404"/>
          <ac:spMkLst>
            <pc:docMk/>
            <pc:sldMk cId="2091009357" sldId="2147480830"/>
            <ac:spMk id="2" creationId="{8F3ED2D0-8C64-20C8-AA22-0C1866CAB691}"/>
          </ac:spMkLst>
        </pc:spChg>
        <pc:spChg chg="mod">
          <ac:chgData name="Takeuchi, Koichiro" userId="b3848a05-443b-4434-8fa5-7398ca0c03c9" providerId="ADAL" clId="{8AE3A369-E55C-4573-8F49-6E668EF80783}" dt="2024-07-11T23:58:23.204" v="18944" actId="20577"/>
          <ac:spMkLst>
            <pc:docMk/>
            <pc:sldMk cId="2091009357" sldId="2147480830"/>
            <ac:spMk id="3" creationId="{9E89FA11-8A6A-E7A0-58F7-719585938EF4}"/>
          </ac:spMkLst>
        </pc:spChg>
        <pc:spChg chg="mod">
          <ac:chgData name="Takeuchi, Koichiro" userId="b3848a05-443b-4434-8fa5-7398ca0c03c9" providerId="ADAL" clId="{8AE3A369-E55C-4573-8F49-6E668EF80783}" dt="2024-07-11T23:58:00.393" v="18919" actId="20577"/>
          <ac:spMkLst>
            <pc:docMk/>
            <pc:sldMk cId="2091009357" sldId="2147480830"/>
            <ac:spMk id="4" creationId="{DA0D1BCD-D64A-A21F-43D3-F982DCF0ABA1}"/>
          </ac:spMkLst>
        </pc:spChg>
        <pc:spChg chg="add del mod">
          <ac:chgData name="Takeuchi, Koichiro" userId="b3848a05-443b-4434-8fa5-7398ca0c03c9" providerId="ADAL" clId="{8AE3A369-E55C-4573-8F49-6E668EF80783}" dt="2024-07-11T06:30:22.884" v="11023" actId="478"/>
          <ac:spMkLst>
            <pc:docMk/>
            <pc:sldMk cId="2091009357" sldId="2147480830"/>
            <ac:spMk id="9" creationId="{1891528F-6FA5-C524-6A22-18CF89D19104}"/>
          </ac:spMkLst>
        </pc:spChg>
        <pc:spChg chg="add mod">
          <ac:chgData name="Takeuchi, Koichiro" userId="b3848a05-443b-4434-8fa5-7398ca0c03c9" providerId="ADAL" clId="{8AE3A369-E55C-4573-8F49-6E668EF80783}" dt="2024-07-11T06:40:40.110" v="11708" actId="14100"/>
          <ac:spMkLst>
            <pc:docMk/>
            <pc:sldMk cId="2091009357" sldId="2147480830"/>
            <ac:spMk id="11" creationId="{3D2C8A37-48AE-8E76-8264-E5A57258EE7A}"/>
          </ac:spMkLst>
        </pc:spChg>
        <pc:spChg chg="add del mod">
          <ac:chgData name="Takeuchi, Koichiro" userId="b3848a05-443b-4434-8fa5-7398ca0c03c9" providerId="ADAL" clId="{8AE3A369-E55C-4573-8F49-6E668EF80783}" dt="2024-07-03T11:26:27.801" v="8618" actId="478"/>
          <ac:spMkLst>
            <pc:docMk/>
            <pc:sldMk cId="2091009357" sldId="2147480830"/>
            <ac:spMk id="29" creationId="{33263DEC-6023-5330-3B8F-5DDA2FCF80E5}"/>
          </ac:spMkLst>
        </pc:spChg>
        <pc:spChg chg="mod">
          <ac:chgData name="Takeuchi, Koichiro" userId="b3848a05-443b-4434-8fa5-7398ca0c03c9" providerId="ADAL" clId="{8AE3A369-E55C-4573-8F49-6E668EF80783}" dt="2024-07-11T06:32:25.953" v="11103" actId="20577"/>
          <ac:spMkLst>
            <pc:docMk/>
            <pc:sldMk cId="2091009357" sldId="2147480830"/>
            <ac:spMk id="35" creationId="{98BD3226-E4CE-4491-14D7-94E99E75AD90}"/>
          </ac:spMkLst>
        </pc:spChg>
        <pc:spChg chg="mod">
          <ac:chgData name="Takeuchi, Koichiro" userId="b3848a05-443b-4434-8fa5-7398ca0c03c9" providerId="ADAL" clId="{8AE3A369-E55C-4573-8F49-6E668EF80783}" dt="2024-07-12T02:21:45.586" v="21224" actId="20577"/>
          <ac:spMkLst>
            <pc:docMk/>
            <pc:sldMk cId="2091009357" sldId="2147480830"/>
            <ac:spMk id="36" creationId="{C6E0FCCB-ED58-5A73-95F7-5CEA3CC79C7D}"/>
          </ac:spMkLst>
        </pc:spChg>
        <pc:spChg chg="add del">
          <ac:chgData name="Takeuchi, Koichiro" userId="b3848a05-443b-4434-8fa5-7398ca0c03c9" providerId="ADAL" clId="{8AE3A369-E55C-4573-8F49-6E668EF80783}" dt="2024-07-03T00:53:23.800" v="643" actId="478"/>
          <ac:spMkLst>
            <pc:docMk/>
            <pc:sldMk cId="2091009357" sldId="2147480830"/>
            <ac:spMk id="37" creationId="{025FD6C4-7A51-A19B-064F-EF915E3C564C}"/>
          </ac:spMkLst>
        </pc:spChg>
        <pc:spChg chg="mod topLvl">
          <ac:chgData name="Takeuchi, Koichiro" userId="b3848a05-443b-4434-8fa5-7398ca0c03c9" providerId="ADAL" clId="{8AE3A369-E55C-4573-8F49-6E668EF80783}" dt="2024-07-03T00:51:37.745" v="623" actId="165"/>
          <ac:spMkLst>
            <pc:docMk/>
            <pc:sldMk cId="2091009357" sldId="2147480830"/>
            <ac:spMk id="41" creationId="{561FE3DC-36C4-1185-CB12-3E8C8BCE24CE}"/>
          </ac:spMkLst>
        </pc:spChg>
        <pc:spChg chg="mod topLvl">
          <ac:chgData name="Takeuchi, Koichiro" userId="b3848a05-443b-4434-8fa5-7398ca0c03c9" providerId="ADAL" clId="{8AE3A369-E55C-4573-8F49-6E668EF80783}" dt="2024-07-12T01:55:34.007" v="20665" actId="20577"/>
          <ac:spMkLst>
            <pc:docMk/>
            <pc:sldMk cId="2091009357" sldId="2147480830"/>
            <ac:spMk id="48" creationId="{1C6BD4CC-447B-D0E2-F390-3DEDF1BD455F}"/>
          </ac:spMkLst>
        </pc:spChg>
        <pc:spChg chg="mod topLvl">
          <ac:chgData name="Takeuchi, Koichiro" userId="b3848a05-443b-4434-8fa5-7398ca0c03c9" providerId="ADAL" clId="{8AE3A369-E55C-4573-8F49-6E668EF80783}" dt="2024-07-03T00:54:52.091" v="675" actId="12789"/>
          <ac:spMkLst>
            <pc:docMk/>
            <pc:sldMk cId="2091009357" sldId="2147480830"/>
            <ac:spMk id="49" creationId="{67009D97-F9A5-F933-451D-C62EAE9FD9BE}"/>
          </ac:spMkLst>
        </pc:spChg>
        <pc:grpChg chg="del">
          <ac:chgData name="Takeuchi, Koichiro" userId="b3848a05-443b-4434-8fa5-7398ca0c03c9" providerId="ADAL" clId="{8AE3A369-E55C-4573-8F49-6E668EF80783}" dt="2024-07-03T00:51:37.745" v="623" actId="165"/>
          <ac:grpSpMkLst>
            <pc:docMk/>
            <pc:sldMk cId="2091009357" sldId="2147480830"/>
            <ac:grpSpMk id="50" creationId="{E9AD9524-7630-5F86-94DF-E58F6EB84E5F}"/>
          </ac:grpSpMkLst>
        </pc:grpChg>
        <pc:picChg chg="add mod">
          <ac:chgData name="Takeuchi, Koichiro" userId="b3848a05-443b-4434-8fa5-7398ca0c03c9" providerId="ADAL" clId="{8AE3A369-E55C-4573-8F49-6E668EF80783}" dt="2024-07-03T00:50:13.847" v="607" actId="1035"/>
          <ac:picMkLst>
            <pc:docMk/>
            <pc:sldMk cId="2091009357" sldId="2147480830"/>
            <ac:picMk id="10" creationId="{F52BB1F5-E806-CC91-F6B8-DAEC61FA7B73}"/>
          </ac:picMkLst>
        </pc:picChg>
        <pc:picChg chg="add mod">
          <ac:chgData name="Takeuchi, Koichiro" userId="b3848a05-443b-4434-8fa5-7398ca0c03c9" providerId="ADAL" clId="{8AE3A369-E55C-4573-8F49-6E668EF80783}" dt="2024-07-03T00:51:47.355" v="640" actId="1037"/>
          <ac:picMkLst>
            <pc:docMk/>
            <pc:sldMk cId="2091009357" sldId="2147480830"/>
            <ac:picMk id="12" creationId="{18E2DB79-FCB2-7767-82ED-22F4CFAF9B0E}"/>
          </ac:picMkLst>
        </pc:picChg>
        <pc:picChg chg="add del mod">
          <ac:chgData name="Takeuchi, Koichiro" userId="b3848a05-443b-4434-8fa5-7398ca0c03c9" providerId="ADAL" clId="{8AE3A369-E55C-4573-8F49-6E668EF80783}" dt="2024-07-03T00:53:25.340" v="644" actId="478"/>
          <ac:picMkLst>
            <pc:docMk/>
            <pc:sldMk cId="2091009357" sldId="2147480830"/>
            <ac:picMk id="14" creationId="{79FCA03D-F955-A2D1-7187-6F200CDD48F7}"/>
          </ac:picMkLst>
        </pc:picChg>
        <pc:picChg chg="add del mod">
          <ac:chgData name="Takeuchi, Koichiro" userId="b3848a05-443b-4434-8fa5-7398ca0c03c9" providerId="ADAL" clId="{8AE3A369-E55C-4573-8F49-6E668EF80783}" dt="2024-07-03T00:54:00.412" v="661" actId="478"/>
          <ac:picMkLst>
            <pc:docMk/>
            <pc:sldMk cId="2091009357" sldId="2147480830"/>
            <ac:picMk id="17" creationId="{FC721F39-F601-55A1-86EA-316C68870F04}"/>
          </ac:picMkLst>
        </pc:picChg>
        <pc:picChg chg="add mod">
          <ac:chgData name="Takeuchi, Koichiro" userId="b3848a05-443b-4434-8fa5-7398ca0c03c9" providerId="ADAL" clId="{8AE3A369-E55C-4573-8F49-6E668EF80783}" dt="2024-07-03T00:54:55.674" v="682" actId="1037"/>
          <ac:picMkLst>
            <pc:docMk/>
            <pc:sldMk cId="2091009357" sldId="2147480830"/>
            <ac:picMk id="19" creationId="{4F12E714-ABD5-DEC3-2B76-25B6595E1105}"/>
          </ac:picMkLst>
        </pc:picChg>
      </pc:sldChg>
      <pc:sldChg chg="addSp delSp modSp del mod modShow">
        <pc:chgData name="Takeuchi, Koichiro" userId="b3848a05-443b-4434-8fa5-7398ca0c03c9" providerId="ADAL" clId="{8AE3A369-E55C-4573-8F49-6E668EF80783}" dt="2024-07-11T07:55:29.887" v="16635" actId="47"/>
        <pc:sldMkLst>
          <pc:docMk/>
          <pc:sldMk cId="1256059550" sldId="2147480831"/>
        </pc:sldMkLst>
        <pc:spChg chg="mod">
          <ac:chgData name="Takeuchi, Koichiro" userId="b3848a05-443b-4434-8fa5-7398ca0c03c9" providerId="ADAL" clId="{8AE3A369-E55C-4573-8F49-6E668EF80783}" dt="2024-07-11T07:21:08.646" v="13737" actId="20577"/>
          <ac:spMkLst>
            <pc:docMk/>
            <pc:sldMk cId="1256059550" sldId="2147480831"/>
            <ac:spMk id="2" creationId="{C4050E0A-F4AC-8E52-FCEA-9771083801F3}"/>
          </ac:spMkLst>
        </pc:spChg>
        <pc:spChg chg="add del mod">
          <ac:chgData name="Takeuchi, Koichiro" userId="b3848a05-443b-4434-8fa5-7398ca0c03c9" providerId="ADAL" clId="{8AE3A369-E55C-4573-8F49-6E668EF80783}" dt="2024-07-11T06:40:49.508" v="11709" actId="478"/>
          <ac:spMkLst>
            <pc:docMk/>
            <pc:sldMk cId="1256059550" sldId="2147480831"/>
            <ac:spMk id="3" creationId="{49F411EC-8BF7-2ACD-A1B3-5F6F2D993F16}"/>
          </ac:spMkLst>
        </pc:spChg>
        <pc:spChg chg="mod">
          <ac:chgData name="Takeuchi, Koichiro" userId="b3848a05-443b-4434-8fa5-7398ca0c03c9" providerId="ADAL" clId="{8AE3A369-E55C-4573-8F49-6E668EF80783}" dt="2024-07-11T06:50:31.936" v="12314" actId="1076"/>
          <ac:spMkLst>
            <pc:docMk/>
            <pc:sldMk cId="1256059550" sldId="2147480831"/>
            <ac:spMk id="5" creationId="{72CCA9CC-3A88-7CAC-9089-56B0661016F1}"/>
          </ac:spMkLst>
        </pc:spChg>
        <pc:spChg chg="add del mod">
          <ac:chgData name="Takeuchi, Koichiro" userId="b3848a05-443b-4434-8fa5-7398ca0c03c9" providerId="ADAL" clId="{8AE3A369-E55C-4573-8F49-6E668EF80783}" dt="2024-07-11T07:21:13.136" v="13738" actId="478"/>
          <ac:spMkLst>
            <pc:docMk/>
            <pc:sldMk cId="1256059550" sldId="2147480831"/>
            <ac:spMk id="6" creationId="{9A5B5AA7-CD37-D6AB-42CB-30F50B1CEF78}"/>
          </ac:spMkLst>
        </pc:spChg>
        <pc:spChg chg="add del mod">
          <ac:chgData name="Takeuchi, Koichiro" userId="b3848a05-443b-4434-8fa5-7398ca0c03c9" providerId="ADAL" clId="{8AE3A369-E55C-4573-8F49-6E668EF80783}" dt="2024-07-11T06:58:28.216" v="12631" actId="478"/>
          <ac:spMkLst>
            <pc:docMk/>
            <pc:sldMk cId="1256059550" sldId="2147480831"/>
            <ac:spMk id="7" creationId="{216E948D-DE26-98E9-6D0F-CD05CA56C62E}"/>
          </ac:spMkLst>
        </pc:spChg>
        <pc:spChg chg="add del">
          <ac:chgData name="Takeuchi, Koichiro" userId="b3848a05-443b-4434-8fa5-7398ca0c03c9" providerId="ADAL" clId="{8AE3A369-E55C-4573-8F49-6E668EF80783}" dt="2024-07-03T11:26:29.280" v="8619" actId="478"/>
          <ac:spMkLst>
            <pc:docMk/>
            <pc:sldMk cId="1256059550" sldId="2147480831"/>
            <ac:spMk id="7" creationId="{545A7ACF-B9D1-EEAA-3F01-B786CDD791AC}"/>
          </ac:spMkLst>
        </pc:spChg>
        <pc:spChg chg="mod topLvl">
          <ac:chgData name="Takeuchi, Koichiro" userId="b3848a05-443b-4434-8fa5-7398ca0c03c9" providerId="ADAL" clId="{8AE3A369-E55C-4573-8F49-6E668EF80783}" dt="2024-07-03T00:57:13.852" v="700" actId="555"/>
          <ac:spMkLst>
            <pc:docMk/>
            <pc:sldMk cId="1256059550" sldId="2147480831"/>
            <ac:spMk id="12" creationId="{45EE08F6-DEC4-E349-C3D4-3A0D55311423}"/>
          </ac:spMkLst>
        </pc:spChg>
        <pc:spChg chg="mod topLvl">
          <ac:chgData name="Takeuchi, Koichiro" userId="b3848a05-443b-4434-8fa5-7398ca0c03c9" providerId="ADAL" clId="{8AE3A369-E55C-4573-8F49-6E668EF80783}" dt="2024-07-03T00:57:17.055" v="701" actId="553"/>
          <ac:spMkLst>
            <pc:docMk/>
            <pc:sldMk cId="1256059550" sldId="2147480831"/>
            <ac:spMk id="13" creationId="{F8CADEEC-4DA6-DFCA-EDD3-66F074215B62}"/>
          </ac:spMkLst>
        </pc:spChg>
        <pc:spChg chg="mod">
          <ac:chgData name="Takeuchi, Koichiro" userId="b3848a05-443b-4434-8fa5-7398ca0c03c9" providerId="ADAL" clId="{8AE3A369-E55C-4573-8F49-6E668EF80783}" dt="2024-07-03T00:59:07.048" v="807" actId="1035"/>
          <ac:spMkLst>
            <pc:docMk/>
            <pc:sldMk cId="1256059550" sldId="2147480831"/>
            <ac:spMk id="14" creationId="{EFA41AAB-2D04-0717-2656-A5F1F1A09AEE}"/>
          </ac:spMkLst>
        </pc:spChg>
        <pc:spChg chg="add del mod">
          <ac:chgData name="Takeuchi, Koichiro" userId="b3848a05-443b-4434-8fa5-7398ca0c03c9" providerId="ADAL" clId="{8AE3A369-E55C-4573-8F49-6E668EF80783}" dt="2024-07-11T06:59:09.927" v="12715" actId="478"/>
          <ac:spMkLst>
            <pc:docMk/>
            <pc:sldMk cId="1256059550" sldId="2147480831"/>
            <ac:spMk id="19" creationId="{FD3B4997-3DD1-1F86-EDB8-D20478577061}"/>
          </ac:spMkLst>
        </pc:spChg>
        <pc:spChg chg="mod topLvl">
          <ac:chgData name="Takeuchi, Koichiro" userId="b3848a05-443b-4434-8fa5-7398ca0c03c9" providerId="ADAL" clId="{8AE3A369-E55C-4573-8F49-6E668EF80783}" dt="2024-07-03T00:57:06.029" v="698" actId="555"/>
          <ac:spMkLst>
            <pc:docMk/>
            <pc:sldMk cId="1256059550" sldId="2147480831"/>
            <ac:spMk id="75" creationId="{259D5601-F7A4-9E37-5B38-041897564AC6}"/>
          </ac:spMkLst>
        </pc:spChg>
        <pc:spChg chg="mod topLvl">
          <ac:chgData name="Takeuchi, Koichiro" userId="b3848a05-443b-4434-8fa5-7398ca0c03c9" providerId="ADAL" clId="{8AE3A369-E55C-4573-8F49-6E668EF80783}" dt="2024-07-11T06:49:58.805" v="12311" actId="20577"/>
          <ac:spMkLst>
            <pc:docMk/>
            <pc:sldMk cId="1256059550" sldId="2147480831"/>
            <ac:spMk id="178" creationId="{2B563CE4-997C-0671-1FC0-EF6FB12FF81E}"/>
          </ac:spMkLst>
        </pc:spChg>
        <pc:spChg chg="mod topLvl">
          <ac:chgData name="Takeuchi, Koichiro" userId="b3848a05-443b-4434-8fa5-7398ca0c03c9" providerId="ADAL" clId="{8AE3A369-E55C-4573-8F49-6E668EF80783}" dt="2024-07-04T03:16:49.220" v="10375" actId="165"/>
          <ac:spMkLst>
            <pc:docMk/>
            <pc:sldMk cId="1256059550" sldId="2147480831"/>
            <ac:spMk id="179" creationId="{662C7231-C89D-AD70-52F5-24E6573A6A5A}"/>
          </ac:spMkLst>
        </pc:spChg>
        <pc:spChg chg="mod topLvl">
          <ac:chgData name="Takeuchi, Koichiro" userId="b3848a05-443b-4434-8fa5-7398ca0c03c9" providerId="ADAL" clId="{8AE3A369-E55C-4573-8F49-6E668EF80783}" dt="2024-07-11T06:45:19.552" v="12037" actId="20577"/>
          <ac:spMkLst>
            <pc:docMk/>
            <pc:sldMk cId="1256059550" sldId="2147480831"/>
            <ac:spMk id="181" creationId="{7CC81AB1-594D-AFC0-78BD-DD4119777380}"/>
          </ac:spMkLst>
        </pc:spChg>
        <pc:spChg chg="mod topLvl">
          <ac:chgData name="Takeuchi, Koichiro" userId="b3848a05-443b-4434-8fa5-7398ca0c03c9" providerId="ADAL" clId="{8AE3A369-E55C-4573-8F49-6E668EF80783}" dt="2024-07-04T03:16:49.220" v="10375" actId="165"/>
          <ac:spMkLst>
            <pc:docMk/>
            <pc:sldMk cId="1256059550" sldId="2147480831"/>
            <ac:spMk id="182" creationId="{7196C57E-D78B-E515-F1E1-EC3D446F3914}"/>
          </ac:spMkLst>
        </pc:spChg>
        <pc:spChg chg="mod topLvl">
          <ac:chgData name="Takeuchi, Koichiro" userId="b3848a05-443b-4434-8fa5-7398ca0c03c9" providerId="ADAL" clId="{8AE3A369-E55C-4573-8F49-6E668EF80783}" dt="2024-07-04T03:16:49.220" v="10375" actId="165"/>
          <ac:spMkLst>
            <pc:docMk/>
            <pc:sldMk cId="1256059550" sldId="2147480831"/>
            <ac:spMk id="183" creationId="{1A18D167-BC4A-F171-4B12-2CE48CBFEEBD}"/>
          </ac:spMkLst>
        </pc:spChg>
        <pc:spChg chg="mod topLvl">
          <ac:chgData name="Takeuchi, Koichiro" userId="b3848a05-443b-4434-8fa5-7398ca0c03c9" providerId="ADAL" clId="{8AE3A369-E55C-4573-8F49-6E668EF80783}" dt="2024-07-11T06:47:45.360" v="12306" actId="20577"/>
          <ac:spMkLst>
            <pc:docMk/>
            <pc:sldMk cId="1256059550" sldId="2147480831"/>
            <ac:spMk id="184" creationId="{07B6781A-0002-6C91-118A-9595F68C98A9}"/>
          </ac:spMkLst>
        </pc:spChg>
        <pc:spChg chg="mod topLvl">
          <ac:chgData name="Takeuchi, Koichiro" userId="b3848a05-443b-4434-8fa5-7398ca0c03c9" providerId="ADAL" clId="{8AE3A369-E55C-4573-8F49-6E668EF80783}" dt="2024-07-04T03:16:49.220" v="10375" actId="165"/>
          <ac:spMkLst>
            <pc:docMk/>
            <pc:sldMk cId="1256059550" sldId="2147480831"/>
            <ac:spMk id="185" creationId="{3090B859-B839-0E03-1FF5-529BE25B523D}"/>
          </ac:spMkLst>
        </pc:spChg>
        <pc:spChg chg="mod topLvl">
          <ac:chgData name="Takeuchi, Koichiro" userId="b3848a05-443b-4434-8fa5-7398ca0c03c9" providerId="ADAL" clId="{8AE3A369-E55C-4573-8F49-6E668EF80783}" dt="2024-07-04T03:16:49.220" v="10375" actId="165"/>
          <ac:spMkLst>
            <pc:docMk/>
            <pc:sldMk cId="1256059550" sldId="2147480831"/>
            <ac:spMk id="186" creationId="{F57B6D85-F5F5-2003-1A35-08ABD8FDC9F0}"/>
          </ac:spMkLst>
        </pc:spChg>
        <pc:spChg chg="mod topLvl">
          <ac:chgData name="Takeuchi, Koichiro" userId="b3848a05-443b-4434-8fa5-7398ca0c03c9" providerId="ADAL" clId="{8AE3A369-E55C-4573-8F49-6E668EF80783}" dt="2024-07-04T03:16:49.220" v="10375" actId="165"/>
          <ac:spMkLst>
            <pc:docMk/>
            <pc:sldMk cId="1256059550" sldId="2147480831"/>
            <ac:spMk id="187" creationId="{AA240F69-AE43-A9F6-02D9-3B3597305FD4}"/>
          </ac:spMkLst>
        </pc:spChg>
        <pc:spChg chg="mod topLvl">
          <ac:chgData name="Takeuchi, Koichiro" userId="b3848a05-443b-4434-8fa5-7398ca0c03c9" providerId="ADAL" clId="{8AE3A369-E55C-4573-8F49-6E668EF80783}" dt="2024-07-04T03:16:49.220" v="10375" actId="165"/>
          <ac:spMkLst>
            <pc:docMk/>
            <pc:sldMk cId="1256059550" sldId="2147480831"/>
            <ac:spMk id="188" creationId="{F4F321B6-A683-A81D-33EC-FA0B944FF201}"/>
          </ac:spMkLst>
        </pc:spChg>
        <pc:spChg chg="mod topLvl">
          <ac:chgData name="Takeuchi, Koichiro" userId="b3848a05-443b-4434-8fa5-7398ca0c03c9" providerId="ADAL" clId="{8AE3A369-E55C-4573-8F49-6E668EF80783}" dt="2024-07-04T03:16:49.220" v="10375" actId="165"/>
          <ac:spMkLst>
            <pc:docMk/>
            <pc:sldMk cId="1256059550" sldId="2147480831"/>
            <ac:spMk id="189" creationId="{E8F97E9A-8132-2D11-6001-9A3F3AECEF9F}"/>
          </ac:spMkLst>
        </pc:spChg>
        <pc:spChg chg="mod">
          <ac:chgData name="Takeuchi, Koichiro" userId="b3848a05-443b-4434-8fa5-7398ca0c03c9" providerId="ADAL" clId="{8AE3A369-E55C-4573-8F49-6E668EF80783}" dt="2024-07-11T07:05:30.106" v="12930" actId="20577"/>
          <ac:spMkLst>
            <pc:docMk/>
            <pc:sldMk cId="1256059550" sldId="2147480831"/>
            <ac:spMk id="208" creationId="{531F8940-1EFE-DA00-53F1-5015FAE21735}"/>
          </ac:spMkLst>
        </pc:spChg>
        <pc:spChg chg="mod">
          <ac:chgData name="Takeuchi, Koichiro" userId="b3848a05-443b-4434-8fa5-7398ca0c03c9" providerId="ADAL" clId="{8AE3A369-E55C-4573-8F49-6E668EF80783}" dt="2024-07-11T07:00:13.284" v="12810" actId="20577"/>
          <ac:spMkLst>
            <pc:docMk/>
            <pc:sldMk cId="1256059550" sldId="2147480831"/>
            <ac:spMk id="209" creationId="{30B282B6-9750-FA8B-6C51-A5917F777134}"/>
          </ac:spMkLst>
        </pc:spChg>
        <pc:spChg chg="mod">
          <ac:chgData name="Takeuchi, Koichiro" userId="b3848a05-443b-4434-8fa5-7398ca0c03c9" providerId="ADAL" clId="{8AE3A369-E55C-4573-8F49-6E668EF80783}" dt="2024-07-11T06:59:03.846" v="12714" actId="20577"/>
          <ac:spMkLst>
            <pc:docMk/>
            <pc:sldMk cId="1256059550" sldId="2147480831"/>
            <ac:spMk id="210" creationId="{35CE46D5-A796-E027-5CAC-CF70DF116A4B}"/>
          </ac:spMkLst>
        </pc:spChg>
        <pc:spChg chg="mod">
          <ac:chgData name="Takeuchi, Koichiro" userId="b3848a05-443b-4434-8fa5-7398ca0c03c9" providerId="ADAL" clId="{8AE3A369-E55C-4573-8F49-6E668EF80783}" dt="2024-07-11T06:59:29.389" v="12760" actId="20577"/>
          <ac:spMkLst>
            <pc:docMk/>
            <pc:sldMk cId="1256059550" sldId="2147480831"/>
            <ac:spMk id="211" creationId="{AFF9BE76-BCFA-CBD5-8E5B-971A0279D4FD}"/>
          </ac:spMkLst>
        </pc:spChg>
        <pc:spChg chg="mod">
          <ac:chgData name="Takeuchi, Koichiro" userId="b3848a05-443b-4434-8fa5-7398ca0c03c9" providerId="ADAL" clId="{8AE3A369-E55C-4573-8F49-6E668EF80783}" dt="2024-07-11T07:01:16.051" v="12878" actId="20577"/>
          <ac:spMkLst>
            <pc:docMk/>
            <pc:sldMk cId="1256059550" sldId="2147480831"/>
            <ac:spMk id="213" creationId="{4E7C820E-2345-BB83-143F-E8B2E618B28D}"/>
          </ac:spMkLst>
        </pc:spChg>
        <pc:spChg chg="mod">
          <ac:chgData name="Takeuchi, Koichiro" userId="b3848a05-443b-4434-8fa5-7398ca0c03c9" providerId="ADAL" clId="{8AE3A369-E55C-4573-8F49-6E668EF80783}" dt="2024-07-03T01:00:29.873" v="820" actId="20577"/>
          <ac:spMkLst>
            <pc:docMk/>
            <pc:sldMk cId="1256059550" sldId="2147480831"/>
            <ac:spMk id="214" creationId="{8912081A-38C7-6169-5113-49BD0264F6FF}"/>
          </ac:spMkLst>
        </pc:spChg>
        <pc:spChg chg="mod">
          <ac:chgData name="Takeuchi, Koichiro" userId="b3848a05-443b-4434-8fa5-7398ca0c03c9" providerId="ADAL" clId="{8AE3A369-E55C-4573-8F49-6E668EF80783}" dt="2024-07-11T07:01:30.726" v="12914" actId="20577"/>
          <ac:spMkLst>
            <pc:docMk/>
            <pc:sldMk cId="1256059550" sldId="2147480831"/>
            <ac:spMk id="215" creationId="{43FD22A2-8270-CE73-7B7D-6930666C3742}"/>
          </ac:spMkLst>
        </pc:spChg>
        <pc:spChg chg="mod">
          <ac:chgData name="Takeuchi, Koichiro" userId="b3848a05-443b-4434-8fa5-7398ca0c03c9" providerId="ADAL" clId="{8AE3A369-E55C-4573-8F49-6E668EF80783}" dt="2024-07-03T01:01:09.934" v="851" actId="20577"/>
          <ac:spMkLst>
            <pc:docMk/>
            <pc:sldMk cId="1256059550" sldId="2147480831"/>
            <ac:spMk id="217" creationId="{040B7B0C-2E0B-336E-FC0D-9741329C79D8}"/>
          </ac:spMkLst>
        </pc:spChg>
        <pc:spChg chg="mod topLvl">
          <ac:chgData name="Takeuchi, Koichiro" userId="b3848a05-443b-4434-8fa5-7398ca0c03c9" providerId="ADAL" clId="{8AE3A369-E55C-4573-8F49-6E668EF80783}" dt="2024-07-11T06:46:09.502" v="12062" actId="20577"/>
          <ac:spMkLst>
            <pc:docMk/>
            <pc:sldMk cId="1256059550" sldId="2147480831"/>
            <ac:spMk id="222" creationId="{35CDF988-BC75-346A-892B-F1012C18B7ED}"/>
          </ac:spMkLst>
        </pc:spChg>
        <pc:spChg chg="mod">
          <ac:chgData name="Takeuchi, Koichiro" userId="b3848a05-443b-4434-8fa5-7398ca0c03c9" providerId="ADAL" clId="{8AE3A369-E55C-4573-8F49-6E668EF80783}" dt="2024-07-11T07:00:41.409" v="12862" actId="20577"/>
          <ac:spMkLst>
            <pc:docMk/>
            <pc:sldMk cId="1256059550" sldId="2147480831"/>
            <ac:spMk id="224" creationId="{85BC9C2E-C34B-E93D-65E3-92129BE29BF3}"/>
          </ac:spMkLst>
        </pc:spChg>
        <pc:spChg chg="mod topLvl">
          <ac:chgData name="Takeuchi, Koichiro" userId="b3848a05-443b-4434-8fa5-7398ca0c03c9" providerId="ADAL" clId="{8AE3A369-E55C-4573-8F49-6E668EF80783}" dt="2024-07-04T03:16:49.220" v="10375" actId="165"/>
          <ac:spMkLst>
            <pc:docMk/>
            <pc:sldMk cId="1256059550" sldId="2147480831"/>
            <ac:spMk id="225" creationId="{513D32F9-642B-3EFA-3570-EFC5C5499E57}"/>
          </ac:spMkLst>
        </pc:spChg>
        <pc:spChg chg="mod">
          <ac:chgData name="Takeuchi, Koichiro" userId="b3848a05-443b-4434-8fa5-7398ca0c03c9" providerId="ADAL" clId="{8AE3A369-E55C-4573-8F49-6E668EF80783}" dt="2024-07-03T01:00:50.792" v="829" actId="20577"/>
          <ac:spMkLst>
            <pc:docMk/>
            <pc:sldMk cId="1256059550" sldId="2147480831"/>
            <ac:spMk id="227" creationId="{3791F0AB-B144-EA72-B581-3B967285A068}"/>
          </ac:spMkLst>
        </pc:spChg>
        <pc:spChg chg="mod topLvl">
          <ac:chgData name="Takeuchi, Koichiro" userId="b3848a05-443b-4434-8fa5-7398ca0c03c9" providerId="ADAL" clId="{8AE3A369-E55C-4573-8F49-6E668EF80783}" dt="2024-07-04T03:16:49.220" v="10375" actId="165"/>
          <ac:spMkLst>
            <pc:docMk/>
            <pc:sldMk cId="1256059550" sldId="2147480831"/>
            <ac:spMk id="251" creationId="{81507707-9F80-FF46-842A-73FC5851881F}"/>
          </ac:spMkLst>
        </pc:spChg>
        <pc:spChg chg="mod">
          <ac:chgData name="Takeuchi, Koichiro" userId="b3848a05-443b-4434-8fa5-7398ca0c03c9" providerId="ADAL" clId="{8AE3A369-E55C-4573-8F49-6E668EF80783}" dt="2024-07-04T03:16:49.220" v="10375" actId="165"/>
          <ac:spMkLst>
            <pc:docMk/>
            <pc:sldMk cId="1256059550" sldId="2147480831"/>
            <ac:spMk id="255" creationId="{8DF0C800-9480-1D55-C3A5-A90B83D54F6D}"/>
          </ac:spMkLst>
        </pc:spChg>
        <pc:spChg chg="mod topLvl">
          <ac:chgData name="Takeuchi, Koichiro" userId="b3848a05-443b-4434-8fa5-7398ca0c03c9" providerId="ADAL" clId="{8AE3A369-E55C-4573-8F49-6E668EF80783}" dt="2024-07-11T06:47:21.254" v="12248" actId="20577"/>
          <ac:spMkLst>
            <pc:docMk/>
            <pc:sldMk cId="1256059550" sldId="2147480831"/>
            <ac:spMk id="307" creationId="{A30F2A7E-74DF-AB94-8078-83D7E13CCB00}"/>
          </ac:spMkLst>
        </pc:spChg>
        <pc:spChg chg="mod">
          <ac:chgData name="Takeuchi, Koichiro" userId="b3848a05-443b-4434-8fa5-7398ca0c03c9" providerId="ADAL" clId="{8AE3A369-E55C-4573-8F49-6E668EF80783}" dt="2024-07-11T07:06:06.613" v="12990" actId="20577"/>
          <ac:spMkLst>
            <pc:docMk/>
            <pc:sldMk cId="1256059550" sldId="2147480831"/>
            <ac:spMk id="308" creationId="{48AD3ECE-2A9A-A9F8-0CBE-5B277B5774CE}"/>
          </ac:spMkLst>
        </pc:spChg>
        <pc:grpChg chg="del">
          <ac:chgData name="Takeuchi, Koichiro" userId="b3848a05-443b-4434-8fa5-7398ca0c03c9" providerId="ADAL" clId="{8AE3A369-E55C-4573-8F49-6E668EF80783}" dt="2024-07-03T00:57:01.966" v="696" actId="165"/>
          <ac:grpSpMkLst>
            <pc:docMk/>
            <pc:sldMk cId="1256059550" sldId="2147480831"/>
            <ac:grpSpMk id="3" creationId="{E7C2F6B4-B08F-1C31-681A-3B6EB5A30FD3}"/>
          </ac:grpSpMkLst>
        </pc:grpChg>
        <pc:grpChg chg="del">
          <ac:chgData name="Takeuchi, Koichiro" userId="b3848a05-443b-4434-8fa5-7398ca0c03c9" providerId="ADAL" clId="{8AE3A369-E55C-4573-8F49-6E668EF80783}" dt="2024-07-04T03:16:49.220" v="10375" actId="165"/>
          <ac:grpSpMkLst>
            <pc:docMk/>
            <pc:sldMk cId="1256059550" sldId="2147480831"/>
            <ac:grpSpMk id="6" creationId="{700CCA30-8242-5458-5993-8558AF2A708C}"/>
          </ac:grpSpMkLst>
        </pc:grpChg>
        <pc:grpChg chg="mod topLvl">
          <ac:chgData name="Takeuchi, Koichiro" userId="b3848a05-443b-4434-8fa5-7398ca0c03c9" providerId="ADAL" clId="{8AE3A369-E55C-4573-8F49-6E668EF80783}" dt="2024-07-04T03:16:49.220" v="10375" actId="165"/>
          <ac:grpSpMkLst>
            <pc:docMk/>
            <pc:sldMk cId="1256059550" sldId="2147480831"/>
            <ac:grpSpMk id="253" creationId="{57EDF151-EDB9-13C6-5073-717E1CB3AEBB}"/>
          </ac:grpSpMkLst>
        </pc:grpChg>
        <pc:picChg chg="add mod">
          <ac:chgData name="Takeuchi, Koichiro" userId="b3848a05-443b-4434-8fa5-7398ca0c03c9" providerId="ADAL" clId="{8AE3A369-E55C-4573-8F49-6E668EF80783}" dt="2024-07-03T00:57:06.029" v="698" actId="555"/>
          <ac:picMkLst>
            <pc:docMk/>
            <pc:sldMk cId="1256059550" sldId="2147480831"/>
            <ac:picMk id="8" creationId="{5D68DA90-B67E-55DC-F4BC-AD4AFF3E6148}"/>
          </ac:picMkLst>
        </pc:picChg>
        <pc:picChg chg="add mod">
          <ac:chgData name="Takeuchi, Koichiro" userId="b3848a05-443b-4434-8fa5-7398ca0c03c9" providerId="ADAL" clId="{8AE3A369-E55C-4573-8F49-6E668EF80783}" dt="2024-07-03T00:57:13.852" v="700" actId="555"/>
          <ac:picMkLst>
            <pc:docMk/>
            <pc:sldMk cId="1256059550" sldId="2147480831"/>
            <ac:picMk id="10" creationId="{BE5EFDB0-217F-F65B-CE02-B3E34096D7EA}"/>
          </ac:picMkLst>
        </pc:picChg>
        <pc:picChg chg="add mod">
          <ac:chgData name="Takeuchi, Koichiro" userId="b3848a05-443b-4434-8fa5-7398ca0c03c9" providerId="ADAL" clId="{8AE3A369-E55C-4573-8F49-6E668EF80783}" dt="2024-07-03T00:57:17.055" v="701" actId="553"/>
          <ac:picMkLst>
            <pc:docMk/>
            <pc:sldMk cId="1256059550" sldId="2147480831"/>
            <ac:picMk id="11" creationId="{6ACE522A-DB4F-19F1-338C-B761D0B2699E}"/>
          </ac:picMkLst>
        </pc:picChg>
        <pc:cxnChg chg="mod">
          <ac:chgData name="Takeuchi, Koichiro" userId="b3848a05-443b-4434-8fa5-7398ca0c03c9" providerId="ADAL" clId="{8AE3A369-E55C-4573-8F49-6E668EF80783}" dt="2024-07-03T00:57:17.055" v="701" actId="553"/>
          <ac:cxnSpMkLst>
            <pc:docMk/>
            <pc:sldMk cId="1256059550" sldId="2147480831"/>
            <ac:cxnSpMk id="22" creationId="{130F5DBF-645B-D8CF-3BD2-17554BC75219}"/>
          </ac:cxnSpMkLst>
        </pc:cxnChg>
        <pc:cxnChg chg="mod">
          <ac:chgData name="Takeuchi, Koichiro" userId="b3848a05-443b-4434-8fa5-7398ca0c03c9" providerId="ADAL" clId="{8AE3A369-E55C-4573-8F49-6E668EF80783}" dt="2024-07-03T00:57:06.029" v="698" actId="555"/>
          <ac:cxnSpMkLst>
            <pc:docMk/>
            <pc:sldMk cId="1256059550" sldId="2147480831"/>
            <ac:cxnSpMk id="23" creationId="{9A7CA008-4115-3C2A-02F7-6DD94000A43F}"/>
          </ac:cxnSpMkLst>
        </pc:cxnChg>
        <pc:cxnChg chg="mod">
          <ac:chgData name="Takeuchi, Koichiro" userId="b3848a05-443b-4434-8fa5-7398ca0c03c9" providerId="ADAL" clId="{8AE3A369-E55C-4573-8F49-6E668EF80783}" dt="2024-07-03T00:57:13.852" v="700" actId="555"/>
          <ac:cxnSpMkLst>
            <pc:docMk/>
            <pc:sldMk cId="1256059550" sldId="2147480831"/>
            <ac:cxnSpMk id="27" creationId="{DE7AA20C-F602-DBEA-0FB0-4C3CE1A0FA43}"/>
          </ac:cxnSpMkLst>
        </pc:cxnChg>
        <pc:cxnChg chg="mod">
          <ac:chgData name="Takeuchi, Koichiro" userId="b3848a05-443b-4434-8fa5-7398ca0c03c9" providerId="ADAL" clId="{8AE3A369-E55C-4573-8F49-6E668EF80783}" dt="2024-07-03T00:57:17.055" v="701" actId="553"/>
          <ac:cxnSpMkLst>
            <pc:docMk/>
            <pc:sldMk cId="1256059550" sldId="2147480831"/>
            <ac:cxnSpMk id="109" creationId="{3275AEDC-025C-4B1F-4533-4B10EE78329F}"/>
          </ac:cxnSpMkLst>
        </pc:cxnChg>
        <pc:cxnChg chg="mod">
          <ac:chgData name="Takeuchi, Koichiro" userId="b3848a05-443b-4434-8fa5-7398ca0c03c9" providerId="ADAL" clId="{8AE3A369-E55C-4573-8F49-6E668EF80783}" dt="2024-07-03T00:57:17.055" v="701" actId="553"/>
          <ac:cxnSpMkLst>
            <pc:docMk/>
            <pc:sldMk cId="1256059550" sldId="2147480831"/>
            <ac:cxnSpMk id="125" creationId="{8787CE3C-CA7A-A3BE-09AF-744A7190F664}"/>
          </ac:cxnSpMkLst>
        </pc:cxnChg>
        <pc:cxnChg chg="mod">
          <ac:chgData name="Takeuchi, Koichiro" userId="b3848a05-443b-4434-8fa5-7398ca0c03c9" providerId="ADAL" clId="{8AE3A369-E55C-4573-8F49-6E668EF80783}" dt="2024-07-03T00:57:13.852" v="700" actId="555"/>
          <ac:cxnSpMkLst>
            <pc:docMk/>
            <pc:sldMk cId="1256059550" sldId="2147480831"/>
            <ac:cxnSpMk id="139" creationId="{8DC7AD91-655E-054E-7D1E-D98A085B9247}"/>
          </ac:cxnSpMkLst>
        </pc:cxnChg>
        <pc:cxnChg chg="mod">
          <ac:chgData name="Takeuchi, Koichiro" userId="b3848a05-443b-4434-8fa5-7398ca0c03c9" providerId="ADAL" clId="{8AE3A369-E55C-4573-8F49-6E668EF80783}" dt="2024-07-03T00:57:13.852" v="700" actId="555"/>
          <ac:cxnSpMkLst>
            <pc:docMk/>
            <pc:sldMk cId="1256059550" sldId="2147480831"/>
            <ac:cxnSpMk id="143" creationId="{3D096BD8-6E6E-D250-30BE-A545DA8F82A5}"/>
          </ac:cxnSpMkLst>
        </pc:cxnChg>
        <pc:cxnChg chg="mod">
          <ac:chgData name="Takeuchi, Koichiro" userId="b3848a05-443b-4434-8fa5-7398ca0c03c9" providerId="ADAL" clId="{8AE3A369-E55C-4573-8F49-6E668EF80783}" dt="2024-07-03T00:57:06.029" v="698" actId="555"/>
          <ac:cxnSpMkLst>
            <pc:docMk/>
            <pc:sldMk cId="1256059550" sldId="2147480831"/>
            <ac:cxnSpMk id="166" creationId="{748D00FA-2792-8498-BF5D-97F9B7851A9B}"/>
          </ac:cxnSpMkLst>
        </pc:cxnChg>
        <pc:cxnChg chg="mod">
          <ac:chgData name="Takeuchi, Koichiro" userId="b3848a05-443b-4434-8fa5-7398ca0c03c9" providerId="ADAL" clId="{8AE3A369-E55C-4573-8F49-6E668EF80783}" dt="2024-07-03T00:57:06.029" v="698" actId="555"/>
          <ac:cxnSpMkLst>
            <pc:docMk/>
            <pc:sldMk cId="1256059550" sldId="2147480831"/>
            <ac:cxnSpMk id="170" creationId="{2ADDD7AE-3528-F939-719E-C0D38A3797CB}"/>
          </ac:cxnSpMkLst>
        </pc:cxnChg>
        <pc:cxnChg chg="mod">
          <ac:chgData name="Takeuchi, Koichiro" userId="b3848a05-443b-4434-8fa5-7398ca0c03c9" providerId="ADAL" clId="{8AE3A369-E55C-4573-8F49-6E668EF80783}" dt="2024-07-04T03:16:49.220" v="10375" actId="165"/>
          <ac:cxnSpMkLst>
            <pc:docMk/>
            <pc:sldMk cId="1256059550" sldId="2147480831"/>
            <ac:cxnSpMk id="254" creationId="{5C861572-EEC9-BBEF-2F11-DFB023AA7061}"/>
          </ac:cxnSpMkLst>
        </pc:cxnChg>
      </pc:sldChg>
      <pc:sldChg chg="addSp delSp modSp del mod">
        <pc:chgData name="Takeuchi, Koichiro" userId="b3848a05-443b-4434-8fa5-7398ca0c03c9" providerId="ADAL" clId="{8AE3A369-E55C-4573-8F49-6E668EF80783}" dt="2024-07-11T23:28:30.504" v="17527" actId="47"/>
        <pc:sldMkLst>
          <pc:docMk/>
          <pc:sldMk cId="3440771626" sldId="2147480832"/>
        </pc:sldMkLst>
        <pc:spChg chg="add mod">
          <ac:chgData name="Takeuchi, Koichiro" userId="b3848a05-443b-4434-8fa5-7398ca0c03c9" providerId="ADAL" clId="{8AE3A369-E55C-4573-8F49-6E668EF80783}" dt="2024-07-11T07:08:41.544" v="13097" actId="20577"/>
          <ac:spMkLst>
            <pc:docMk/>
            <pc:sldMk cId="3440771626" sldId="2147480832"/>
            <ac:spMk id="6" creationId="{90EE92DB-DBB3-C63E-C631-8747CA2DC46E}"/>
          </ac:spMkLst>
        </pc:spChg>
        <pc:spChg chg="add mod">
          <ac:chgData name="Takeuchi, Koichiro" userId="b3848a05-443b-4434-8fa5-7398ca0c03c9" providerId="ADAL" clId="{8AE3A369-E55C-4573-8F49-6E668EF80783}" dt="2024-07-11T07:11:30.483" v="13176" actId="1076"/>
          <ac:spMkLst>
            <pc:docMk/>
            <pc:sldMk cId="3440771626" sldId="2147480832"/>
            <ac:spMk id="8" creationId="{E1B1D180-8A6C-7442-250A-CC4087A6B9D5}"/>
          </ac:spMkLst>
        </pc:spChg>
        <pc:spChg chg="mod">
          <ac:chgData name="Takeuchi, Koichiro" userId="b3848a05-443b-4434-8fa5-7398ca0c03c9" providerId="ADAL" clId="{8AE3A369-E55C-4573-8F49-6E668EF80783}" dt="2024-07-03T01:09:04.111" v="872" actId="20577"/>
          <ac:spMkLst>
            <pc:docMk/>
            <pc:sldMk cId="3440771626" sldId="2147480832"/>
            <ac:spMk id="9" creationId="{B86D8330-0B1A-E587-FA07-0AAE4A76EC6B}"/>
          </ac:spMkLst>
        </pc:spChg>
        <pc:spChg chg="add del mod">
          <ac:chgData name="Takeuchi, Koichiro" userId="b3848a05-443b-4434-8fa5-7398ca0c03c9" providerId="ADAL" clId="{8AE3A369-E55C-4573-8F49-6E668EF80783}" dt="2024-07-11T07:10:20.474" v="13100" actId="478"/>
          <ac:spMkLst>
            <pc:docMk/>
            <pc:sldMk cId="3440771626" sldId="2147480832"/>
            <ac:spMk id="11" creationId="{D376799E-BBF7-F544-CFA1-BFB4EB99088D}"/>
          </ac:spMkLst>
        </pc:spChg>
        <pc:spChg chg="add mod">
          <ac:chgData name="Takeuchi, Koichiro" userId="b3848a05-443b-4434-8fa5-7398ca0c03c9" providerId="ADAL" clId="{8AE3A369-E55C-4573-8F49-6E668EF80783}" dt="2024-07-11T07:11:52.878" v="13221" actId="14100"/>
          <ac:spMkLst>
            <pc:docMk/>
            <pc:sldMk cId="3440771626" sldId="2147480832"/>
            <ac:spMk id="21" creationId="{A4DE7A8D-6B64-4CED-DAF5-F1F1D2D469D9}"/>
          </ac:spMkLst>
        </pc:spChg>
        <pc:spChg chg="add mod">
          <ac:chgData name="Takeuchi, Koichiro" userId="b3848a05-443b-4434-8fa5-7398ca0c03c9" providerId="ADAL" clId="{8AE3A369-E55C-4573-8F49-6E668EF80783}" dt="2024-07-11T07:17:15.620" v="13614" actId="1037"/>
          <ac:spMkLst>
            <pc:docMk/>
            <pc:sldMk cId="3440771626" sldId="2147480832"/>
            <ac:spMk id="26" creationId="{1DA32650-B045-D9BC-3CCD-DDEEDB2D602D}"/>
          </ac:spMkLst>
        </pc:spChg>
        <pc:spChg chg="add mod">
          <ac:chgData name="Takeuchi, Koichiro" userId="b3848a05-443b-4434-8fa5-7398ca0c03c9" providerId="ADAL" clId="{8AE3A369-E55C-4573-8F49-6E668EF80783}" dt="2024-07-11T07:17:15.620" v="13614" actId="1037"/>
          <ac:spMkLst>
            <pc:docMk/>
            <pc:sldMk cId="3440771626" sldId="2147480832"/>
            <ac:spMk id="28" creationId="{0EDA5138-D410-C67E-2E37-6B97332AEEAC}"/>
          </ac:spMkLst>
        </pc:spChg>
        <pc:spChg chg="add mod">
          <ac:chgData name="Takeuchi, Koichiro" userId="b3848a05-443b-4434-8fa5-7398ca0c03c9" providerId="ADAL" clId="{8AE3A369-E55C-4573-8F49-6E668EF80783}" dt="2024-07-11T07:17:15.620" v="13614" actId="1037"/>
          <ac:spMkLst>
            <pc:docMk/>
            <pc:sldMk cId="3440771626" sldId="2147480832"/>
            <ac:spMk id="29" creationId="{978C9B17-67C8-E6DD-A757-00973BE33D30}"/>
          </ac:spMkLst>
        </pc:spChg>
        <pc:spChg chg="add mod">
          <ac:chgData name="Takeuchi, Koichiro" userId="b3848a05-443b-4434-8fa5-7398ca0c03c9" providerId="ADAL" clId="{8AE3A369-E55C-4573-8F49-6E668EF80783}" dt="2024-07-11T07:17:23.929" v="13631" actId="20577"/>
          <ac:spMkLst>
            <pc:docMk/>
            <pc:sldMk cId="3440771626" sldId="2147480832"/>
            <ac:spMk id="30" creationId="{DC79760C-355C-E00E-F8C9-BF089296F00E}"/>
          </ac:spMkLst>
        </pc:spChg>
        <pc:spChg chg="add mod">
          <ac:chgData name="Takeuchi, Koichiro" userId="b3848a05-443b-4434-8fa5-7398ca0c03c9" providerId="ADAL" clId="{8AE3A369-E55C-4573-8F49-6E668EF80783}" dt="2024-07-11T07:17:15.620" v="13614" actId="1037"/>
          <ac:spMkLst>
            <pc:docMk/>
            <pc:sldMk cId="3440771626" sldId="2147480832"/>
            <ac:spMk id="31" creationId="{F9C953D7-060B-4103-0A38-78D36EFCE9DF}"/>
          </ac:spMkLst>
        </pc:spChg>
        <pc:spChg chg="add mod">
          <ac:chgData name="Takeuchi, Koichiro" userId="b3848a05-443b-4434-8fa5-7398ca0c03c9" providerId="ADAL" clId="{8AE3A369-E55C-4573-8F49-6E668EF80783}" dt="2024-07-11T07:17:15.620" v="13614" actId="1037"/>
          <ac:spMkLst>
            <pc:docMk/>
            <pc:sldMk cId="3440771626" sldId="2147480832"/>
            <ac:spMk id="32" creationId="{EA3D5716-DA44-36C3-FC91-611D3BEF2DC1}"/>
          </ac:spMkLst>
        </pc:spChg>
        <pc:spChg chg="add mod">
          <ac:chgData name="Takeuchi, Koichiro" userId="b3848a05-443b-4434-8fa5-7398ca0c03c9" providerId="ADAL" clId="{8AE3A369-E55C-4573-8F49-6E668EF80783}" dt="2024-07-11T07:17:15.620" v="13614" actId="1037"/>
          <ac:spMkLst>
            <pc:docMk/>
            <pc:sldMk cId="3440771626" sldId="2147480832"/>
            <ac:spMk id="33" creationId="{42702711-B423-8CC4-51E5-EA10A15B4813}"/>
          </ac:spMkLst>
        </pc:spChg>
        <pc:spChg chg="mod">
          <ac:chgData name="Takeuchi, Koichiro" userId="b3848a05-443b-4434-8fa5-7398ca0c03c9" providerId="ADAL" clId="{8AE3A369-E55C-4573-8F49-6E668EF80783}" dt="2024-07-11T07:11:35.712" v="13218" actId="1038"/>
          <ac:spMkLst>
            <pc:docMk/>
            <pc:sldMk cId="3440771626" sldId="2147480832"/>
            <ac:spMk id="37" creationId="{78CE2519-3690-9D0C-EBDA-40E10BFFA4B6}"/>
          </ac:spMkLst>
        </pc:spChg>
        <pc:spChg chg="mod">
          <ac:chgData name="Takeuchi, Koichiro" userId="b3848a05-443b-4434-8fa5-7398ca0c03c9" providerId="ADAL" clId="{8AE3A369-E55C-4573-8F49-6E668EF80783}" dt="2024-07-11T07:13:42.673" v="13243" actId="20577"/>
          <ac:spMkLst>
            <pc:docMk/>
            <pc:sldMk cId="3440771626" sldId="2147480832"/>
            <ac:spMk id="38" creationId="{5DEB7BA9-9E32-B9D5-263B-C3DB1357F0A4}"/>
          </ac:spMkLst>
        </pc:spChg>
        <pc:spChg chg="mod">
          <ac:chgData name="Takeuchi, Koichiro" userId="b3848a05-443b-4434-8fa5-7398ca0c03c9" providerId="ADAL" clId="{8AE3A369-E55C-4573-8F49-6E668EF80783}" dt="2024-07-11T07:11:35.712" v="13218" actId="1038"/>
          <ac:spMkLst>
            <pc:docMk/>
            <pc:sldMk cId="3440771626" sldId="2147480832"/>
            <ac:spMk id="39" creationId="{80627AC9-02C1-4AD6-42AA-2390DD110274}"/>
          </ac:spMkLst>
        </pc:spChg>
        <pc:spChg chg="del mod">
          <ac:chgData name="Takeuchi, Koichiro" userId="b3848a05-443b-4434-8fa5-7398ca0c03c9" providerId="ADAL" clId="{8AE3A369-E55C-4573-8F49-6E668EF80783}" dt="2024-07-11T07:10:20.474" v="13100" actId="478"/>
          <ac:spMkLst>
            <pc:docMk/>
            <pc:sldMk cId="3440771626" sldId="2147480832"/>
            <ac:spMk id="40" creationId="{85C6D18A-C021-EB48-F30E-47ADFA9791B9}"/>
          </ac:spMkLst>
        </pc:spChg>
        <pc:spChg chg="del mod">
          <ac:chgData name="Takeuchi, Koichiro" userId="b3848a05-443b-4434-8fa5-7398ca0c03c9" providerId="ADAL" clId="{8AE3A369-E55C-4573-8F49-6E668EF80783}" dt="2024-07-11T07:10:20.474" v="13100" actId="478"/>
          <ac:spMkLst>
            <pc:docMk/>
            <pc:sldMk cId="3440771626" sldId="2147480832"/>
            <ac:spMk id="41" creationId="{ED086DC3-4B3A-142A-7F46-60A4CEC174BC}"/>
          </ac:spMkLst>
        </pc:spChg>
        <pc:spChg chg="del mod">
          <ac:chgData name="Takeuchi, Koichiro" userId="b3848a05-443b-4434-8fa5-7398ca0c03c9" providerId="ADAL" clId="{8AE3A369-E55C-4573-8F49-6E668EF80783}" dt="2024-07-11T07:10:20.474" v="13100" actId="478"/>
          <ac:spMkLst>
            <pc:docMk/>
            <pc:sldMk cId="3440771626" sldId="2147480832"/>
            <ac:spMk id="42" creationId="{B8080A17-2410-D0B5-BAB5-06262A35607F}"/>
          </ac:spMkLst>
        </pc:spChg>
        <pc:spChg chg="del mod">
          <ac:chgData name="Takeuchi, Koichiro" userId="b3848a05-443b-4434-8fa5-7398ca0c03c9" providerId="ADAL" clId="{8AE3A369-E55C-4573-8F49-6E668EF80783}" dt="2024-07-11T07:10:20.474" v="13100" actId="478"/>
          <ac:spMkLst>
            <pc:docMk/>
            <pc:sldMk cId="3440771626" sldId="2147480832"/>
            <ac:spMk id="43" creationId="{0A9FC8A7-B932-2551-075A-B7962C8FA380}"/>
          </ac:spMkLst>
        </pc:spChg>
        <pc:spChg chg="del mod">
          <ac:chgData name="Takeuchi, Koichiro" userId="b3848a05-443b-4434-8fa5-7398ca0c03c9" providerId="ADAL" clId="{8AE3A369-E55C-4573-8F49-6E668EF80783}" dt="2024-07-11T07:10:20.474" v="13100" actId="478"/>
          <ac:spMkLst>
            <pc:docMk/>
            <pc:sldMk cId="3440771626" sldId="2147480832"/>
            <ac:spMk id="48" creationId="{CECBC456-FFEF-6176-F4CA-C75F5D0B31EA}"/>
          </ac:spMkLst>
        </pc:spChg>
        <pc:spChg chg="del mod">
          <ac:chgData name="Takeuchi, Koichiro" userId="b3848a05-443b-4434-8fa5-7398ca0c03c9" providerId="ADAL" clId="{8AE3A369-E55C-4573-8F49-6E668EF80783}" dt="2024-07-11T07:10:20.474" v="13100" actId="478"/>
          <ac:spMkLst>
            <pc:docMk/>
            <pc:sldMk cId="3440771626" sldId="2147480832"/>
            <ac:spMk id="53" creationId="{D64545CF-0FDC-31D7-C419-55F774764529}"/>
          </ac:spMkLst>
        </pc:spChg>
        <pc:spChg chg="mod">
          <ac:chgData name="Takeuchi, Koichiro" userId="b3848a05-443b-4434-8fa5-7398ca0c03c9" providerId="ADAL" clId="{8AE3A369-E55C-4573-8F49-6E668EF80783}" dt="2024-07-03T10:47:49.536" v="6392" actId="1582"/>
          <ac:spMkLst>
            <pc:docMk/>
            <pc:sldMk cId="3440771626" sldId="2147480832"/>
            <ac:spMk id="57" creationId="{8CB8B048-6EAE-0492-6BF5-326113B693F2}"/>
          </ac:spMkLst>
        </pc:spChg>
        <pc:spChg chg="mod">
          <ac:chgData name="Takeuchi, Koichiro" userId="b3848a05-443b-4434-8fa5-7398ca0c03c9" providerId="ADAL" clId="{8AE3A369-E55C-4573-8F49-6E668EF80783}" dt="2024-07-03T01:09:26.591" v="877" actId="164"/>
          <ac:spMkLst>
            <pc:docMk/>
            <pc:sldMk cId="3440771626" sldId="2147480832"/>
            <ac:spMk id="58" creationId="{AABD8749-57B8-AF52-1FB7-26C4A59ED276}"/>
          </ac:spMkLst>
        </pc:spChg>
        <pc:spChg chg="mod">
          <ac:chgData name="Takeuchi, Koichiro" userId="b3848a05-443b-4434-8fa5-7398ca0c03c9" providerId="ADAL" clId="{8AE3A369-E55C-4573-8F49-6E668EF80783}" dt="2024-07-03T01:09:26.591" v="877" actId="164"/>
          <ac:spMkLst>
            <pc:docMk/>
            <pc:sldMk cId="3440771626" sldId="2147480832"/>
            <ac:spMk id="59" creationId="{6001F6B1-87D8-4D8B-EC90-8427622B5573}"/>
          </ac:spMkLst>
        </pc:spChg>
        <pc:spChg chg="mod">
          <ac:chgData name="Takeuchi, Koichiro" userId="b3848a05-443b-4434-8fa5-7398ca0c03c9" providerId="ADAL" clId="{8AE3A369-E55C-4573-8F49-6E668EF80783}" dt="2024-07-03T01:09:26.591" v="877" actId="164"/>
          <ac:spMkLst>
            <pc:docMk/>
            <pc:sldMk cId="3440771626" sldId="2147480832"/>
            <ac:spMk id="60" creationId="{A5C6F4A6-C728-042C-D90A-E5F90C3F2832}"/>
          </ac:spMkLst>
        </pc:spChg>
        <pc:spChg chg="mod">
          <ac:chgData name="Takeuchi, Koichiro" userId="b3848a05-443b-4434-8fa5-7398ca0c03c9" providerId="ADAL" clId="{8AE3A369-E55C-4573-8F49-6E668EF80783}" dt="2024-07-03T01:09:26.591" v="877" actId="164"/>
          <ac:spMkLst>
            <pc:docMk/>
            <pc:sldMk cId="3440771626" sldId="2147480832"/>
            <ac:spMk id="66" creationId="{5ABF45A9-CCB1-66DA-C124-C0E52D599EA6}"/>
          </ac:spMkLst>
        </pc:spChg>
        <pc:spChg chg="mod">
          <ac:chgData name="Takeuchi, Koichiro" userId="b3848a05-443b-4434-8fa5-7398ca0c03c9" providerId="ADAL" clId="{8AE3A369-E55C-4573-8F49-6E668EF80783}" dt="2024-07-03T01:09:26.591" v="877" actId="164"/>
          <ac:spMkLst>
            <pc:docMk/>
            <pc:sldMk cId="3440771626" sldId="2147480832"/>
            <ac:spMk id="67" creationId="{886FD268-E29F-3C85-6C72-CD6DC97276EB}"/>
          </ac:spMkLst>
        </pc:spChg>
        <pc:spChg chg="mod">
          <ac:chgData name="Takeuchi, Koichiro" userId="b3848a05-443b-4434-8fa5-7398ca0c03c9" providerId="ADAL" clId="{8AE3A369-E55C-4573-8F49-6E668EF80783}" dt="2024-07-03T01:09:26.591" v="877" actId="164"/>
          <ac:spMkLst>
            <pc:docMk/>
            <pc:sldMk cId="3440771626" sldId="2147480832"/>
            <ac:spMk id="68" creationId="{E52D3180-113A-9911-EA73-5CFAAAED888F}"/>
          </ac:spMkLst>
        </pc:spChg>
        <pc:spChg chg="del">
          <ac:chgData name="Takeuchi, Koichiro" userId="b3848a05-443b-4434-8fa5-7398ca0c03c9" providerId="ADAL" clId="{8AE3A369-E55C-4573-8F49-6E668EF80783}" dt="2024-07-11T07:10:13.440" v="13099" actId="478"/>
          <ac:spMkLst>
            <pc:docMk/>
            <pc:sldMk cId="3440771626" sldId="2147480832"/>
            <ac:spMk id="73" creationId="{24229A36-26B6-143E-63E1-F8AF144C6AC1}"/>
          </ac:spMkLst>
        </pc:spChg>
        <pc:spChg chg="mod">
          <ac:chgData name="Takeuchi, Koichiro" userId="b3848a05-443b-4434-8fa5-7398ca0c03c9" providerId="ADAL" clId="{8AE3A369-E55C-4573-8F49-6E668EF80783}" dt="2024-07-11T07:13:19.435" v="13237" actId="14100"/>
          <ac:spMkLst>
            <pc:docMk/>
            <pc:sldMk cId="3440771626" sldId="2147480832"/>
            <ac:spMk id="74" creationId="{C3E3AD82-E1D5-D1A1-56BB-1922A92AC7BD}"/>
          </ac:spMkLst>
        </pc:spChg>
        <pc:spChg chg="del mod topLvl">
          <ac:chgData name="Takeuchi, Koichiro" userId="b3848a05-443b-4434-8fa5-7398ca0c03c9" providerId="ADAL" clId="{8AE3A369-E55C-4573-8F49-6E668EF80783}" dt="2024-07-11T06:50:49.950" v="12315" actId="478"/>
          <ac:spMkLst>
            <pc:docMk/>
            <pc:sldMk cId="3440771626" sldId="2147480832"/>
            <ac:spMk id="178" creationId="{2B563CE4-997C-0671-1FC0-EF6FB12FF81E}"/>
          </ac:spMkLst>
        </pc:spChg>
        <pc:spChg chg="del mod topLvl">
          <ac:chgData name="Takeuchi, Koichiro" userId="b3848a05-443b-4434-8fa5-7398ca0c03c9" providerId="ADAL" clId="{8AE3A369-E55C-4573-8F49-6E668EF80783}" dt="2024-07-11T06:50:49.950" v="12315" actId="478"/>
          <ac:spMkLst>
            <pc:docMk/>
            <pc:sldMk cId="3440771626" sldId="2147480832"/>
            <ac:spMk id="179" creationId="{662C7231-C89D-AD70-52F5-24E6573A6A5A}"/>
          </ac:spMkLst>
        </pc:spChg>
        <pc:spChg chg="del mod topLvl">
          <ac:chgData name="Takeuchi, Koichiro" userId="b3848a05-443b-4434-8fa5-7398ca0c03c9" providerId="ADAL" clId="{8AE3A369-E55C-4573-8F49-6E668EF80783}" dt="2024-07-11T06:50:49.950" v="12315" actId="478"/>
          <ac:spMkLst>
            <pc:docMk/>
            <pc:sldMk cId="3440771626" sldId="2147480832"/>
            <ac:spMk id="181" creationId="{7CC81AB1-594D-AFC0-78BD-DD4119777380}"/>
          </ac:spMkLst>
        </pc:spChg>
        <pc:spChg chg="del mod topLvl">
          <ac:chgData name="Takeuchi, Koichiro" userId="b3848a05-443b-4434-8fa5-7398ca0c03c9" providerId="ADAL" clId="{8AE3A369-E55C-4573-8F49-6E668EF80783}" dt="2024-07-11T06:50:49.950" v="12315" actId="478"/>
          <ac:spMkLst>
            <pc:docMk/>
            <pc:sldMk cId="3440771626" sldId="2147480832"/>
            <ac:spMk id="182" creationId="{7196C57E-D78B-E515-F1E1-EC3D446F3914}"/>
          </ac:spMkLst>
        </pc:spChg>
        <pc:spChg chg="del mod topLvl">
          <ac:chgData name="Takeuchi, Koichiro" userId="b3848a05-443b-4434-8fa5-7398ca0c03c9" providerId="ADAL" clId="{8AE3A369-E55C-4573-8F49-6E668EF80783}" dt="2024-07-11T06:50:49.950" v="12315" actId="478"/>
          <ac:spMkLst>
            <pc:docMk/>
            <pc:sldMk cId="3440771626" sldId="2147480832"/>
            <ac:spMk id="183" creationId="{1A18D167-BC4A-F171-4B12-2CE48CBFEEBD}"/>
          </ac:spMkLst>
        </pc:spChg>
        <pc:spChg chg="del mod topLvl">
          <ac:chgData name="Takeuchi, Koichiro" userId="b3848a05-443b-4434-8fa5-7398ca0c03c9" providerId="ADAL" clId="{8AE3A369-E55C-4573-8F49-6E668EF80783}" dt="2024-07-11T06:50:49.950" v="12315" actId="478"/>
          <ac:spMkLst>
            <pc:docMk/>
            <pc:sldMk cId="3440771626" sldId="2147480832"/>
            <ac:spMk id="184" creationId="{07B6781A-0002-6C91-118A-9595F68C98A9}"/>
          </ac:spMkLst>
        </pc:spChg>
        <pc:spChg chg="del mod topLvl">
          <ac:chgData name="Takeuchi, Koichiro" userId="b3848a05-443b-4434-8fa5-7398ca0c03c9" providerId="ADAL" clId="{8AE3A369-E55C-4573-8F49-6E668EF80783}" dt="2024-07-11T06:50:49.950" v="12315" actId="478"/>
          <ac:spMkLst>
            <pc:docMk/>
            <pc:sldMk cId="3440771626" sldId="2147480832"/>
            <ac:spMk id="185" creationId="{3090B859-B839-0E03-1FF5-529BE25B523D}"/>
          </ac:spMkLst>
        </pc:spChg>
        <pc:spChg chg="del mod topLvl">
          <ac:chgData name="Takeuchi, Koichiro" userId="b3848a05-443b-4434-8fa5-7398ca0c03c9" providerId="ADAL" clId="{8AE3A369-E55C-4573-8F49-6E668EF80783}" dt="2024-07-11T06:50:49.950" v="12315" actId="478"/>
          <ac:spMkLst>
            <pc:docMk/>
            <pc:sldMk cId="3440771626" sldId="2147480832"/>
            <ac:spMk id="186" creationId="{F57B6D85-F5F5-2003-1A35-08ABD8FDC9F0}"/>
          </ac:spMkLst>
        </pc:spChg>
        <pc:spChg chg="del mod topLvl">
          <ac:chgData name="Takeuchi, Koichiro" userId="b3848a05-443b-4434-8fa5-7398ca0c03c9" providerId="ADAL" clId="{8AE3A369-E55C-4573-8F49-6E668EF80783}" dt="2024-07-11T06:50:49.950" v="12315" actId="478"/>
          <ac:spMkLst>
            <pc:docMk/>
            <pc:sldMk cId="3440771626" sldId="2147480832"/>
            <ac:spMk id="187" creationId="{AA240F69-AE43-A9F6-02D9-3B3597305FD4}"/>
          </ac:spMkLst>
        </pc:spChg>
        <pc:spChg chg="del mod topLvl">
          <ac:chgData name="Takeuchi, Koichiro" userId="b3848a05-443b-4434-8fa5-7398ca0c03c9" providerId="ADAL" clId="{8AE3A369-E55C-4573-8F49-6E668EF80783}" dt="2024-07-11T06:50:49.950" v="12315" actId="478"/>
          <ac:spMkLst>
            <pc:docMk/>
            <pc:sldMk cId="3440771626" sldId="2147480832"/>
            <ac:spMk id="188" creationId="{F4F321B6-A683-A81D-33EC-FA0B944FF201}"/>
          </ac:spMkLst>
        </pc:spChg>
        <pc:spChg chg="del mod topLvl">
          <ac:chgData name="Takeuchi, Koichiro" userId="b3848a05-443b-4434-8fa5-7398ca0c03c9" providerId="ADAL" clId="{8AE3A369-E55C-4573-8F49-6E668EF80783}" dt="2024-07-11T06:50:49.950" v="12315" actId="478"/>
          <ac:spMkLst>
            <pc:docMk/>
            <pc:sldMk cId="3440771626" sldId="2147480832"/>
            <ac:spMk id="189" creationId="{E8F97E9A-8132-2D11-6001-9A3F3AECEF9F}"/>
          </ac:spMkLst>
        </pc:spChg>
        <pc:spChg chg="del mod topLvl">
          <ac:chgData name="Takeuchi, Koichiro" userId="b3848a05-443b-4434-8fa5-7398ca0c03c9" providerId="ADAL" clId="{8AE3A369-E55C-4573-8F49-6E668EF80783}" dt="2024-07-11T06:50:49.950" v="12315" actId="478"/>
          <ac:spMkLst>
            <pc:docMk/>
            <pc:sldMk cId="3440771626" sldId="2147480832"/>
            <ac:spMk id="222" creationId="{35CDF988-BC75-346A-892B-F1012C18B7ED}"/>
          </ac:spMkLst>
        </pc:spChg>
        <pc:spChg chg="del mod topLvl">
          <ac:chgData name="Takeuchi, Koichiro" userId="b3848a05-443b-4434-8fa5-7398ca0c03c9" providerId="ADAL" clId="{8AE3A369-E55C-4573-8F49-6E668EF80783}" dt="2024-07-11T06:50:49.950" v="12315" actId="478"/>
          <ac:spMkLst>
            <pc:docMk/>
            <pc:sldMk cId="3440771626" sldId="2147480832"/>
            <ac:spMk id="225" creationId="{513D32F9-642B-3EFA-3570-EFC5C5499E57}"/>
          </ac:spMkLst>
        </pc:spChg>
        <pc:spChg chg="del mod topLvl">
          <ac:chgData name="Takeuchi, Koichiro" userId="b3848a05-443b-4434-8fa5-7398ca0c03c9" providerId="ADAL" clId="{8AE3A369-E55C-4573-8F49-6E668EF80783}" dt="2024-07-11T06:50:49.950" v="12315" actId="478"/>
          <ac:spMkLst>
            <pc:docMk/>
            <pc:sldMk cId="3440771626" sldId="2147480832"/>
            <ac:spMk id="251" creationId="{81507707-9F80-FF46-842A-73FC5851881F}"/>
          </ac:spMkLst>
        </pc:spChg>
        <pc:spChg chg="mod">
          <ac:chgData name="Takeuchi, Koichiro" userId="b3848a05-443b-4434-8fa5-7398ca0c03c9" providerId="ADAL" clId="{8AE3A369-E55C-4573-8F49-6E668EF80783}" dt="2024-07-03T01:24:30.928" v="1787" actId="165"/>
          <ac:spMkLst>
            <pc:docMk/>
            <pc:sldMk cId="3440771626" sldId="2147480832"/>
            <ac:spMk id="255" creationId="{8DF0C800-9480-1D55-C3A5-A90B83D54F6D}"/>
          </ac:spMkLst>
        </pc:spChg>
        <pc:spChg chg="del mod topLvl">
          <ac:chgData name="Takeuchi, Koichiro" userId="b3848a05-443b-4434-8fa5-7398ca0c03c9" providerId="ADAL" clId="{8AE3A369-E55C-4573-8F49-6E668EF80783}" dt="2024-07-11T06:50:49.950" v="12315" actId="478"/>
          <ac:spMkLst>
            <pc:docMk/>
            <pc:sldMk cId="3440771626" sldId="2147480832"/>
            <ac:spMk id="307" creationId="{A30F2A7E-74DF-AB94-8078-83D7E13CCB00}"/>
          </ac:spMkLst>
        </pc:spChg>
        <pc:grpChg chg="mod">
          <ac:chgData name="Takeuchi, Koichiro" userId="b3848a05-443b-4434-8fa5-7398ca0c03c9" providerId="ADAL" clId="{8AE3A369-E55C-4573-8F49-6E668EF80783}" dt="2024-07-11T07:10:33.893" v="13165" actId="408"/>
          <ac:grpSpMkLst>
            <pc:docMk/>
            <pc:sldMk cId="3440771626" sldId="2147480832"/>
            <ac:grpSpMk id="3" creationId="{E7C2F6B4-B08F-1C31-681A-3B6EB5A30FD3}"/>
          </ac:grpSpMkLst>
        </pc:grpChg>
        <pc:grpChg chg="del">
          <ac:chgData name="Takeuchi, Koichiro" userId="b3848a05-443b-4434-8fa5-7398ca0c03c9" providerId="ADAL" clId="{8AE3A369-E55C-4573-8F49-6E668EF80783}" dt="2024-07-03T01:24:30.928" v="1787" actId="165"/>
          <ac:grpSpMkLst>
            <pc:docMk/>
            <pc:sldMk cId="3440771626" sldId="2147480832"/>
            <ac:grpSpMk id="6" creationId="{700CCA30-8242-5458-5993-8558AF2A708C}"/>
          </ac:grpSpMkLst>
        </pc:grpChg>
        <pc:grpChg chg="add mod">
          <ac:chgData name="Takeuchi, Koichiro" userId="b3848a05-443b-4434-8fa5-7398ca0c03c9" providerId="ADAL" clId="{8AE3A369-E55C-4573-8F49-6E668EF80783}" dt="2024-07-03T01:09:32.204" v="882" actId="1035"/>
          <ac:grpSpMkLst>
            <pc:docMk/>
            <pc:sldMk cId="3440771626" sldId="2147480832"/>
            <ac:grpSpMk id="7" creationId="{E336E46D-2C2A-708A-9009-89BDEB85DDBC}"/>
          </ac:grpSpMkLst>
        </pc:grpChg>
        <pc:grpChg chg="mod">
          <ac:chgData name="Takeuchi, Koichiro" userId="b3848a05-443b-4434-8fa5-7398ca0c03c9" providerId="ADAL" clId="{8AE3A369-E55C-4573-8F49-6E668EF80783}" dt="2024-07-11T07:10:28.316" v="13164" actId="1038"/>
          <ac:grpSpMkLst>
            <pc:docMk/>
            <pc:sldMk cId="3440771626" sldId="2147480832"/>
            <ac:grpSpMk id="25" creationId="{2A54FA47-0E35-1A7B-2118-B7581D0D08E2}"/>
          </ac:grpSpMkLst>
        </pc:grpChg>
        <pc:grpChg chg="mod">
          <ac:chgData name="Takeuchi, Koichiro" userId="b3848a05-443b-4434-8fa5-7398ca0c03c9" providerId="ADAL" clId="{8AE3A369-E55C-4573-8F49-6E668EF80783}" dt="2024-07-11T07:11:22.391" v="13173" actId="14100"/>
          <ac:grpSpMkLst>
            <pc:docMk/>
            <pc:sldMk cId="3440771626" sldId="2147480832"/>
            <ac:grpSpMk id="44" creationId="{0268E6E6-0163-7AB8-FE04-4731C4A726D4}"/>
          </ac:grpSpMkLst>
        </pc:grpChg>
        <pc:grpChg chg="mod">
          <ac:chgData name="Takeuchi, Koichiro" userId="b3848a05-443b-4434-8fa5-7398ca0c03c9" providerId="ADAL" clId="{8AE3A369-E55C-4573-8F49-6E668EF80783}" dt="2024-07-11T07:12:21.450" v="13235" actId="14100"/>
          <ac:grpSpMkLst>
            <pc:docMk/>
            <pc:sldMk cId="3440771626" sldId="2147480832"/>
            <ac:grpSpMk id="50" creationId="{ACEFCF3C-2616-77E0-F8EF-14862CC5C5D9}"/>
          </ac:grpSpMkLst>
        </pc:grpChg>
        <pc:grpChg chg="del mod topLvl">
          <ac:chgData name="Takeuchi, Koichiro" userId="b3848a05-443b-4434-8fa5-7398ca0c03c9" providerId="ADAL" clId="{8AE3A369-E55C-4573-8F49-6E668EF80783}" dt="2024-07-11T06:50:49.950" v="12315" actId="478"/>
          <ac:grpSpMkLst>
            <pc:docMk/>
            <pc:sldMk cId="3440771626" sldId="2147480832"/>
            <ac:grpSpMk id="253" creationId="{57EDF151-EDB9-13C6-5073-717E1CB3AEBB}"/>
          </ac:grpSpMkLst>
        </pc:grpChg>
        <pc:picChg chg="add del mod">
          <ac:chgData name="Takeuchi, Koichiro" userId="b3848a05-443b-4434-8fa5-7398ca0c03c9" providerId="ADAL" clId="{8AE3A369-E55C-4573-8F49-6E668EF80783}" dt="2024-07-11T07:11:16.393" v="13172" actId="478"/>
          <ac:picMkLst>
            <pc:docMk/>
            <pc:sldMk cId="3440771626" sldId="2147480832"/>
            <ac:picMk id="10" creationId="{1A572791-1210-CE80-87E4-E89AC22DB5C1}"/>
          </ac:picMkLst>
        </pc:picChg>
        <pc:cxnChg chg="mod">
          <ac:chgData name="Takeuchi, Koichiro" userId="b3848a05-443b-4434-8fa5-7398ca0c03c9" providerId="ADAL" clId="{8AE3A369-E55C-4573-8F49-6E668EF80783}" dt="2024-07-11T07:10:33.893" v="13165" actId="408"/>
          <ac:cxnSpMkLst>
            <pc:docMk/>
            <pc:sldMk cId="3440771626" sldId="2147480832"/>
            <ac:cxnSpMk id="22" creationId="{130F5DBF-645B-D8CF-3BD2-17554BC75219}"/>
          </ac:cxnSpMkLst>
        </pc:cxnChg>
        <pc:cxnChg chg="mod">
          <ac:chgData name="Takeuchi, Koichiro" userId="b3848a05-443b-4434-8fa5-7398ca0c03c9" providerId="ADAL" clId="{8AE3A369-E55C-4573-8F49-6E668EF80783}" dt="2024-07-11T07:10:33.893" v="13165" actId="408"/>
          <ac:cxnSpMkLst>
            <pc:docMk/>
            <pc:sldMk cId="3440771626" sldId="2147480832"/>
            <ac:cxnSpMk id="23" creationId="{9A7CA008-4115-3C2A-02F7-6DD94000A43F}"/>
          </ac:cxnSpMkLst>
        </pc:cxnChg>
        <pc:cxnChg chg="mod">
          <ac:chgData name="Takeuchi, Koichiro" userId="b3848a05-443b-4434-8fa5-7398ca0c03c9" providerId="ADAL" clId="{8AE3A369-E55C-4573-8F49-6E668EF80783}" dt="2024-07-11T07:10:33.893" v="13165" actId="408"/>
          <ac:cxnSpMkLst>
            <pc:docMk/>
            <pc:sldMk cId="3440771626" sldId="2147480832"/>
            <ac:cxnSpMk id="27" creationId="{DE7AA20C-F602-DBEA-0FB0-4C3CE1A0FA43}"/>
          </ac:cxnSpMkLst>
        </pc:cxnChg>
        <pc:cxnChg chg="mod">
          <ac:chgData name="Takeuchi, Koichiro" userId="b3848a05-443b-4434-8fa5-7398ca0c03c9" providerId="ADAL" clId="{8AE3A369-E55C-4573-8F49-6E668EF80783}" dt="2024-07-11T07:13:19.435" v="13237" actId="14100"/>
          <ac:cxnSpMkLst>
            <pc:docMk/>
            <pc:sldMk cId="3440771626" sldId="2147480832"/>
            <ac:cxnSpMk id="76" creationId="{0BAFDF68-54E0-523B-45C2-C793ED8C36BB}"/>
          </ac:cxnSpMkLst>
        </pc:cxnChg>
        <pc:cxnChg chg="mod">
          <ac:chgData name="Takeuchi, Koichiro" userId="b3848a05-443b-4434-8fa5-7398ca0c03c9" providerId="ADAL" clId="{8AE3A369-E55C-4573-8F49-6E668EF80783}" dt="2024-07-11T07:10:33.893" v="13165" actId="408"/>
          <ac:cxnSpMkLst>
            <pc:docMk/>
            <pc:sldMk cId="3440771626" sldId="2147480832"/>
            <ac:cxnSpMk id="109" creationId="{3275AEDC-025C-4B1F-4533-4B10EE78329F}"/>
          </ac:cxnSpMkLst>
        </pc:cxnChg>
        <pc:cxnChg chg="mod">
          <ac:chgData name="Takeuchi, Koichiro" userId="b3848a05-443b-4434-8fa5-7398ca0c03c9" providerId="ADAL" clId="{8AE3A369-E55C-4573-8F49-6E668EF80783}" dt="2024-07-11T07:10:33.893" v="13165" actId="408"/>
          <ac:cxnSpMkLst>
            <pc:docMk/>
            <pc:sldMk cId="3440771626" sldId="2147480832"/>
            <ac:cxnSpMk id="125" creationId="{8787CE3C-CA7A-A3BE-09AF-744A7190F664}"/>
          </ac:cxnSpMkLst>
        </pc:cxnChg>
        <pc:cxnChg chg="mod">
          <ac:chgData name="Takeuchi, Koichiro" userId="b3848a05-443b-4434-8fa5-7398ca0c03c9" providerId="ADAL" clId="{8AE3A369-E55C-4573-8F49-6E668EF80783}" dt="2024-07-11T07:10:33.893" v="13165" actId="408"/>
          <ac:cxnSpMkLst>
            <pc:docMk/>
            <pc:sldMk cId="3440771626" sldId="2147480832"/>
            <ac:cxnSpMk id="139" creationId="{8DC7AD91-655E-054E-7D1E-D98A085B9247}"/>
          </ac:cxnSpMkLst>
        </pc:cxnChg>
        <pc:cxnChg chg="mod">
          <ac:chgData name="Takeuchi, Koichiro" userId="b3848a05-443b-4434-8fa5-7398ca0c03c9" providerId="ADAL" clId="{8AE3A369-E55C-4573-8F49-6E668EF80783}" dt="2024-07-11T07:10:33.893" v="13165" actId="408"/>
          <ac:cxnSpMkLst>
            <pc:docMk/>
            <pc:sldMk cId="3440771626" sldId="2147480832"/>
            <ac:cxnSpMk id="143" creationId="{3D096BD8-6E6E-D250-30BE-A545DA8F82A5}"/>
          </ac:cxnSpMkLst>
        </pc:cxnChg>
        <pc:cxnChg chg="mod">
          <ac:chgData name="Takeuchi, Koichiro" userId="b3848a05-443b-4434-8fa5-7398ca0c03c9" providerId="ADAL" clId="{8AE3A369-E55C-4573-8F49-6E668EF80783}" dt="2024-07-11T07:11:03.242" v="13170" actId="14100"/>
          <ac:cxnSpMkLst>
            <pc:docMk/>
            <pc:sldMk cId="3440771626" sldId="2147480832"/>
            <ac:cxnSpMk id="157" creationId="{764E6D94-9419-4754-ED19-BFD46C6C1A65}"/>
          </ac:cxnSpMkLst>
        </pc:cxnChg>
        <pc:cxnChg chg="mod">
          <ac:chgData name="Takeuchi, Koichiro" userId="b3848a05-443b-4434-8fa5-7398ca0c03c9" providerId="ADAL" clId="{8AE3A369-E55C-4573-8F49-6E668EF80783}" dt="2024-07-11T07:10:33.893" v="13165" actId="408"/>
          <ac:cxnSpMkLst>
            <pc:docMk/>
            <pc:sldMk cId="3440771626" sldId="2147480832"/>
            <ac:cxnSpMk id="166" creationId="{748D00FA-2792-8498-BF5D-97F9B7851A9B}"/>
          </ac:cxnSpMkLst>
        </pc:cxnChg>
        <pc:cxnChg chg="mod">
          <ac:chgData name="Takeuchi, Koichiro" userId="b3848a05-443b-4434-8fa5-7398ca0c03c9" providerId="ADAL" clId="{8AE3A369-E55C-4573-8F49-6E668EF80783}" dt="2024-07-11T07:11:09.785" v="13171" actId="14100"/>
          <ac:cxnSpMkLst>
            <pc:docMk/>
            <pc:sldMk cId="3440771626" sldId="2147480832"/>
            <ac:cxnSpMk id="170" creationId="{2ADDD7AE-3528-F939-719E-C0D38A3797CB}"/>
          </ac:cxnSpMkLst>
        </pc:cxnChg>
        <pc:cxnChg chg="mod">
          <ac:chgData name="Takeuchi, Koichiro" userId="b3848a05-443b-4434-8fa5-7398ca0c03c9" providerId="ADAL" clId="{8AE3A369-E55C-4573-8F49-6E668EF80783}" dt="2024-07-03T01:24:30.928" v="1787" actId="165"/>
          <ac:cxnSpMkLst>
            <pc:docMk/>
            <pc:sldMk cId="3440771626" sldId="2147480832"/>
            <ac:cxnSpMk id="254" creationId="{5C861572-EEC9-BBEF-2F11-DFB023AA7061}"/>
          </ac:cxnSpMkLst>
        </pc:cxnChg>
        <pc:cxnChg chg="del mod">
          <ac:chgData name="Takeuchi, Koichiro" userId="b3848a05-443b-4434-8fa5-7398ca0c03c9" providerId="ADAL" clId="{8AE3A369-E55C-4573-8F49-6E668EF80783}" dt="2024-07-11T06:51:10.360" v="12318" actId="478"/>
          <ac:cxnSpMkLst>
            <pc:docMk/>
            <pc:sldMk cId="3440771626" sldId="2147480832"/>
            <ac:cxnSpMk id="264" creationId="{385B9B26-B71D-9B4C-F7A0-8961317E1B61}"/>
          </ac:cxnSpMkLst>
        </pc:cxnChg>
        <pc:cxnChg chg="del mod">
          <ac:chgData name="Takeuchi, Koichiro" userId="b3848a05-443b-4434-8fa5-7398ca0c03c9" providerId="ADAL" clId="{8AE3A369-E55C-4573-8F49-6E668EF80783}" dt="2024-07-11T06:51:08.161" v="12317" actId="478"/>
          <ac:cxnSpMkLst>
            <pc:docMk/>
            <pc:sldMk cId="3440771626" sldId="2147480832"/>
            <ac:cxnSpMk id="267" creationId="{7E1275D6-8FA2-56D3-B25F-A5E28E63D9E7}"/>
          </ac:cxnSpMkLst>
        </pc:cxnChg>
        <pc:cxnChg chg="del mod">
          <ac:chgData name="Takeuchi, Koichiro" userId="b3848a05-443b-4434-8fa5-7398ca0c03c9" providerId="ADAL" clId="{8AE3A369-E55C-4573-8F49-6E668EF80783}" dt="2024-07-11T06:51:08.161" v="12317" actId="478"/>
          <ac:cxnSpMkLst>
            <pc:docMk/>
            <pc:sldMk cId="3440771626" sldId="2147480832"/>
            <ac:cxnSpMk id="270" creationId="{4FD0BED1-7F6D-FC1C-A1A1-6E4499C52AA9}"/>
          </ac:cxnSpMkLst>
        </pc:cxnChg>
        <pc:cxnChg chg="del mod">
          <ac:chgData name="Takeuchi, Koichiro" userId="b3848a05-443b-4434-8fa5-7398ca0c03c9" providerId="ADAL" clId="{8AE3A369-E55C-4573-8F49-6E668EF80783}" dt="2024-07-11T06:51:02.115" v="12316" actId="478"/>
          <ac:cxnSpMkLst>
            <pc:docMk/>
            <pc:sldMk cId="3440771626" sldId="2147480832"/>
            <ac:cxnSpMk id="273" creationId="{7ED6C6F1-6270-F8AB-F2C3-61EDDCEDB5FF}"/>
          </ac:cxnSpMkLst>
        </pc:cxnChg>
        <pc:cxnChg chg="del mod">
          <ac:chgData name="Takeuchi, Koichiro" userId="b3848a05-443b-4434-8fa5-7398ca0c03c9" providerId="ADAL" clId="{8AE3A369-E55C-4573-8F49-6E668EF80783}" dt="2024-07-11T06:51:02.115" v="12316" actId="478"/>
          <ac:cxnSpMkLst>
            <pc:docMk/>
            <pc:sldMk cId="3440771626" sldId="2147480832"/>
            <ac:cxnSpMk id="276" creationId="{B7276D31-C93D-296A-6B31-EE4D9C0BAEF7}"/>
          </ac:cxnSpMkLst>
        </pc:cxnChg>
        <pc:cxnChg chg="del mod">
          <ac:chgData name="Takeuchi, Koichiro" userId="b3848a05-443b-4434-8fa5-7398ca0c03c9" providerId="ADAL" clId="{8AE3A369-E55C-4573-8F49-6E668EF80783}" dt="2024-07-11T06:51:02.115" v="12316" actId="478"/>
          <ac:cxnSpMkLst>
            <pc:docMk/>
            <pc:sldMk cId="3440771626" sldId="2147480832"/>
            <ac:cxnSpMk id="279" creationId="{EA21D8E7-AC6E-5461-1DE2-318A1AEB9EB4}"/>
          </ac:cxnSpMkLst>
        </pc:cxnChg>
        <pc:cxnChg chg="del mod">
          <ac:chgData name="Takeuchi, Koichiro" userId="b3848a05-443b-4434-8fa5-7398ca0c03c9" providerId="ADAL" clId="{8AE3A369-E55C-4573-8F49-6E668EF80783}" dt="2024-07-11T06:51:02.115" v="12316" actId="478"/>
          <ac:cxnSpMkLst>
            <pc:docMk/>
            <pc:sldMk cId="3440771626" sldId="2147480832"/>
            <ac:cxnSpMk id="282" creationId="{41FC49F5-5EF5-27B0-D673-189168D5938B}"/>
          </ac:cxnSpMkLst>
        </pc:cxnChg>
        <pc:cxnChg chg="del mod">
          <ac:chgData name="Takeuchi, Koichiro" userId="b3848a05-443b-4434-8fa5-7398ca0c03c9" providerId="ADAL" clId="{8AE3A369-E55C-4573-8F49-6E668EF80783}" dt="2024-07-11T06:51:02.115" v="12316" actId="478"/>
          <ac:cxnSpMkLst>
            <pc:docMk/>
            <pc:sldMk cId="3440771626" sldId="2147480832"/>
            <ac:cxnSpMk id="285" creationId="{5B0750F1-A170-B72D-56A7-FE74DB211E79}"/>
          </ac:cxnSpMkLst>
        </pc:cxnChg>
        <pc:cxnChg chg="del mod">
          <ac:chgData name="Takeuchi, Koichiro" userId="b3848a05-443b-4434-8fa5-7398ca0c03c9" providerId="ADAL" clId="{8AE3A369-E55C-4573-8F49-6E668EF80783}" dt="2024-07-11T06:51:02.115" v="12316" actId="478"/>
          <ac:cxnSpMkLst>
            <pc:docMk/>
            <pc:sldMk cId="3440771626" sldId="2147480832"/>
            <ac:cxnSpMk id="288" creationId="{EFE089F9-0576-7D01-B1DA-10EDEB39A5E6}"/>
          </ac:cxnSpMkLst>
        </pc:cxnChg>
        <pc:cxnChg chg="del mod">
          <ac:chgData name="Takeuchi, Koichiro" userId="b3848a05-443b-4434-8fa5-7398ca0c03c9" providerId="ADAL" clId="{8AE3A369-E55C-4573-8F49-6E668EF80783}" dt="2024-07-11T06:51:02.115" v="12316" actId="478"/>
          <ac:cxnSpMkLst>
            <pc:docMk/>
            <pc:sldMk cId="3440771626" sldId="2147480832"/>
            <ac:cxnSpMk id="291" creationId="{1E4027AE-5EAE-20A0-0ED0-05364FF26DA6}"/>
          </ac:cxnSpMkLst>
        </pc:cxnChg>
        <pc:cxnChg chg="del mod">
          <ac:chgData name="Takeuchi, Koichiro" userId="b3848a05-443b-4434-8fa5-7398ca0c03c9" providerId="ADAL" clId="{8AE3A369-E55C-4573-8F49-6E668EF80783}" dt="2024-07-11T06:51:02.115" v="12316" actId="478"/>
          <ac:cxnSpMkLst>
            <pc:docMk/>
            <pc:sldMk cId="3440771626" sldId="2147480832"/>
            <ac:cxnSpMk id="294" creationId="{314DE63A-1CB0-461A-F339-45D9651EB506}"/>
          </ac:cxnSpMkLst>
        </pc:cxnChg>
        <pc:cxnChg chg="del mod">
          <ac:chgData name="Takeuchi, Koichiro" userId="b3848a05-443b-4434-8fa5-7398ca0c03c9" providerId="ADAL" clId="{8AE3A369-E55C-4573-8F49-6E668EF80783}" dt="2024-07-11T06:51:02.115" v="12316" actId="478"/>
          <ac:cxnSpMkLst>
            <pc:docMk/>
            <pc:sldMk cId="3440771626" sldId="2147480832"/>
            <ac:cxnSpMk id="297" creationId="{A1B46B9E-66AA-6CF7-1245-5EAAC32721DA}"/>
          </ac:cxnSpMkLst>
        </pc:cxnChg>
        <pc:cxnChg chg="del mod">
          <ac:chgData name="Takeuchi, Koichiro" userId="b3848a05-443b-4434-8fa5-7398ca0c03c9" providerId="ADAL" clId="{8AE3A369-E55C-4573-8F49-6E668EF80783}" dt="2024-07-11T06:51:02.115" v="12316" actId="478"/>
          <ac:cxnSpMkLst>
            <pc:docMk/>
            <pc:sldMk cId="3440771626" sldId="2147480832"/>
            <ac:cxnSpMk id="301" creationId="{77B0A4DE-FBEB-9B25-9D1E-898256CCED89}"/>
          </ac:cxnSpMkLst>
        </pc:cxnChg>
        <pc:cxnChg chg="del mod">
          <ac:chgData name="Takeuchi, Koichiro" userId="b3848a05-443b-4434-8fa5-7398ca0c03c9" providerId="ADAL" clId="{8AE3A369-E55C-4573-8F49-6E668EF80783}" dt="2024-07-11T06:51:02.115" v="12316" actId="478"/>
          <ac:cxnSpMkLst>
            <pc:docMk/>
            <pc:sldMk cId="3440771626" sldId="2147480832"/>
            <ac:cxnSpMk id="304" creationId="{428FDA51-AF2D-DB73-D5BF-5ECB0BEC3EB2}"/>
          </ac:cxnSpMkLst>
        </pc:cxnChg>
        <pc:cxnChg chg="del mod">
          <ac:chgData name="Takeuchi, Koichiro" userId="b3848a05-443b-4434-8fa5-7398ca0c03c9" providerId="ADAL" clId="{8AE3A369-E55C-4573-8F49-6E668EF80783}" dt="2024-07-11T06:51:02.115" v="12316" actId="478"/>
          <ac:cxnSpMkLst>
            <pc:docMk/>
            <pc:sldMk cId="3440771626" sldId="2147480832"/>
            <ac:cxnSpMk id="309" creationId="{4973AAB7-99A5-EED4-289B-5F9EA26BE47C}"/>
          </ac:cxnSpMkLst>
        </pc:cxnChg>
      </pc:sldChg>
      <pc:sldChg chg="addSp delSp modSp add mod">
        <pc:chgData name="Takeuchi, Koichiro" userId="b3848a05-443b-4434-8fa5-7398ca0c03c9" providerId="ADAL" clId="{8AE3A369-E55C-4573-8F49-6E668EF80783}" dt="2024-07-12T00:58:24.069" v="20565" actId="1076"/>
        <pc:sldMkLst>
          <pc:docMk/>
          <pc:sldMk cId="4048553935" sldId="2147480833"/>
        </pc:sldMkLst>
        <pc:spChg chg="mod">
          <ac:chgData name="Takeuchi, Koichiro" userId="b3848a05-443b-4434-8fa5-7398ca0c03c9" providerId="ADAL" clId="{8AE3A369-E55C-4573-8F49-6E668EF80783}" dt="2024-07-12T00:02:41.156" v="19101" actId="404"/>
          <ac:spMkLst>
            <pc:docMk/>
            <pc:sldMk cId="4048553935" sldId="2147480833"/>
            <ac:spMk id="2" creationId="{C4050E0A-F4AC-8E52-FCEA-9771083801F3}"/>
          </ac:spMkLst>
        </pc:spChg>
        <pc:spChg chg="mod">
          <ac:chgData name="Takeuchi, Koichiro" userId="b3848a05-443b-4434-8fa5-7398ca0c03c9" providerId="ADAL" clId="{8AE3A369-E55C-4573-8F49-6E668EF80783}" dt="2024-07-11T23:59:11.173" v="19024" actId="20577"/>
          <ac:spMkLst>
            <pc:docMk/>
            <pc:sldMk cId="4048553935" sldId="2147480833"/>
            <ac:spMk id="4" creationId="{00A5FE04-EC3A-89E5-9EA0-6E07FBF47F13}"/>
          </ac:spMkLst>
        </pc:spChg>
        <pc:spChg chg="mod">
          <ac:chgData name="Takeuchi, Koichiro" userId="b3848a05-443b-4434-8fa5-7398ca0c03c9" providerId="ADAL" clId="{8AE3A369-E55C-4573-8F49-6E668EF80783}" dt="2024-07-03T01:24:37.613" v="1789" actId="1076"/>
          <ac:spMkLst>
            <pc:docMk/>
            <pc:sldMk cId="4048553935" sldId="2147480833"/>
            <ac:spMk id="5" creationId="{72CCA9CC-3A88-7CAC-9089-56B0661016F1}"/>
          </ac:spMkLst>
        </pc:spChg>
        <pc:spChg chg="add del mod">
          <ac:chgData name="Takeuchi, Koichiro" userId="b3848a05-443b-4434-8fa5-7398ca0c03c9" providerId="ADAL" clId="{8AE3A369-E55C-4573-8F49-6E668EF80783}" dt="2024-07-12T00:01:40.581" v="19095" actId="478"/>
          <ac:spMkLst>
            <pc:docMk/>
            <pc:sldMk cId="4048553935" sldId="2147480833"/>
            <ac:spMk id="6" creationId="{C2568709-3613-50F7-E24F-25302E80B19C}"/>
          </ac:spMkLst>
        </pc:spChg>
        <pc:spChg chg="add del mod">
          <ac:chgData name="Takeuchi, Koichiro" userId="b3848a05-443b-4434-8fa5-7398ca0c03c9" providerId="ADAL" clId="{8AE3A369-E55C-4573-8F49-6E668EF80783}" dt="2024-07-03T10:28:58.605" v="5500" actId="478"/>
          <ac:spMkLst>
            <pc:docMk/>
            <pc:sldMk cId="4048553935" sldId="2147480833"/>
            <ac:spMk id="6" creationId="{EF58D58B-91E7-9BE7-919D-1DCD6B7B10F0}"/>
          </ac:spMkLst>
        </pc:spChg>
        <pc:spChg chg="del">
          <ac:chgData name="Takeuchi, Koichiro" userId="b3848a05-443b-4434-8fa5-7398ca0c03c9" providerId="ADAL" clId="{8AE3A369-E55C-4573-8F49-6E668EF80783}" dt="2024-07-03T01:14:50.057" v="1314" actId="478"/>
          <ac:spMkLst>
            <pc:docMk/>
            <pc:sldMk cId="4048553935" sldId="2147480833"/>
            <ac:spMk id="7" creationId="{545A7ACF-B9D1-EEAA-3F01-B786CDD791AC}"/>
          </ac:spMkLst>
        </pc:spChg>
        <pc:spChg chg="add mod">
          <ac:chgData name="Takeuchi, Koichiro" userId="b3848a05-443b-4434-8fa5-7398ca0c03c9" providerId="ADAL" clId="{8AE3A369-E55C-4573-8F49-6E668EF80783}" dt="2024-07-03T10:32:16.727" v="5632" actId="1037"/>
          <ac:spMkLst>
            <pc:docMk/>
            <pc:sldMk cId="4048553935" sldId="2147480833"/>
            <ac:spMk id="7" creationId="{FDB5C035-5C42-3749-E7F8-532EF2D9112C}"/>
          </ac:spMkLst>
        </pc:spChg>
        <pc:spChg chg="add mod ord">
          <ac:chgData name="Takeuchi, Koichiro" userId="b3848a05-443b-4434-8fa5-7398ca0c03c9" providerId="ADAL" clId="{8AE3A369-E55C-4573-8F49-6E668EF80783}" dt="2024-07-03T10:34:04.070" v="5640" actId="166"/>
          <ac:spMkLst>
            <pc:docMk/>
            <pc:sldMk cId="4048553935" sldId="2147480833"/>
            <ac:spMk id="8" creationId="{C0E637D8-E78D-3CB8-DD4A-8FEC858C1A94}"/>
          </ac:spMkLst>
        </pc:spChg>
        <pc:spChg chg="add mod">
          <ac:chgData name="Takeuchi, Koichiro" userId="b3848a05-443b-4434-8fa5-7398ca0c03c9" providerId="ADAL" clId="{8AE3A369-E55C-4573-8F49-6E668EF80783}" dt="2024-07-03T10:32:16.727" v="5632" actId="1037"/>
          <ac:spMkLst>
            <pc:docMk/>
            <pc:sldMk cId="4048553935" sldId="2147480833"/>
            <ac:spMk id="9" creationId="{7D613C7A-A2E6-268A-62E8-B2BC0D0FF0F5}"/>
          </ac:spMkLst>
        </pc:spChg>
        <pc:spChg chg="del">
          <ac:chgData name="Takeuchi, Koichiro" userId="b3848a05-443b-4434-8fa5-7398ca0c03c9" providerId="ADAL" clId="{8AE3A369-E55C-4573-8F49-6E668EF80783}" dt="2024-07-03T01:14:44.211" v="1312" actId="478"/>
          <ac:spMkLst>
            <pc:docMk/>
            <pc:sldMk cId="4048553935" sldId="2147480833"/>
            <ac:spMk id="9" creationId="{B86D8330-0B1A-E587-FA07-0AAE4A76EC6B}"/>
          </ac:spMkLst>
        </pc:spChg>
        <pc:spChg chg="add mod">
          <ac:chgData name="Takeuchi, Koichiro" userId="b3848a05-443b-4434-8fa5-7398ca0c03c9" providerId="ADAL" clId="{8AE3A369-E55C-4573-8F49-6E668EF80783}" dt="2024-07-03T10:32:16.727" v="5632" actId="1037"/>
          <ac:spMkLst>
            <pc:docMk/>
            <pc:sldMk cId="4048553935" sldId="2147480833"/>
            <ac:spMk id="10" creationId="{F2F677A4-4DCF-7BA6-86A3-62943AF9BAC1}"/>
          </ac:spMkLst>
        </pc:spChg>
        <pc:spChg chg="add mod">
          <ac:chgData name="Takeuchi, Koichiro" userId="b3848a05-443b-4434-8fa5-7398ca0c03c9" providerId="ADAL" clId="{8AE3A369-E55C-4573-8F49-6E668EF80783}" dt="2024-07-03T11:30:29.358" v="8631" actId="208"/>
          <ac:spMkLst>
            <pc:docMk/>
            <pc:sldMk cId="4048553935" sldId="2147480833"/>
            <ac:spMk id="11" creationId="{0FFB9ADA-42A4-8006-6EEB-3E138A678307}"/>
          </ac:spMkLst>
        </pc:spChg>
        <pc:spChg chg="del">
          <ac:chgData name="Takeuchi, Koichiro" userId="b3848a05-443b-4434-8fa5-7398ca0c03c9" providerId="ADAL" clId="{8AE3A369-E55C-4573-8F49-6E668EF80783}" dt="2024-07-03T01:14:44.211" v="1312" actId="478"/>
          <ac:spMkLst>
            <pc:docMk/>
            <pc:sldMk cId="4048553935" sldId="2147480833"/>
            <ac:spMk id="12" creationId="{45EE08F6-DEC4-E349-C3D4-3A0D55311423}"/>
          </ac:spMkLst>
        </pc:spChg>
        <pc:spChg chg="add del mod">
          <ac:chgData name="Takeuchi, Koichiro" userId="b3848a05-443b-4434-8fa5-7398ca0c03c9" providerId="ADAL" clId="{8AE3A369-E55C-4573-8F49-6E668EF80783}" dt="2024-07-12T00:01:40.581" v="19095" actId="478"/>
          <ac:spMkLst>
            <pc:docMk/>
            <pc:sldMk cId="4048553935" sldId="2147480833"/>
            <ac:spMk id="12" creationId="{9600964C-C933-CD21-D6C4-26CD09653D7F}"/>
          </ac:spMkLst>
        </pc:spChg>
        <pc:spChg chg="add del mod">
          <ac:chgData name="Takeuchi, Koichiro" userId="b3848a05-443b-4434-8fa5-7398ca0c03c9" providerId="ADAL" clId="{8AE3A369-E55C-4573-8F49-6E668EF80783}" dt="2024-07-03T10:34:38.256" v="5646" actId="478"/>
          <ac:spMkLst>
            <pc:docMk/>
            <pc:sldMk cId="4048553935" sldId="2147480833"/>
            <ac:spMk id="12" creationId="{DC1B8B49-8B2A-643F-6E7F-7B0A756D0EA8}"/>
          </ac:spMkLst>
        </pc:spChg>
        <pc:spChg chg="add del mod">
          <ac:chgData name="Takeuchi, Koichiro" userId="b3848a05-443b-4434-8fa5-7398ca0c03c9" providerId="ADAL" clId="{8AE3A369-E55C-4573-8F49-6E668EF80783}" dt="2024-07-12T00:01:40.581" v="19095" actId="478"/>
          <ac:spMkLst>
            <pc:docMk/>
            <pc:sldMk cId="4048553935" sldId="2147480833"/>
            <ac:spMk id="13" creationId="{21D780A7-B960-4434-A847-9048E6FF26B4}"/>
          </ac:spMkLst>
        </pc:spChg>
        <pc:spChg chg="del">
          <ac:chgData name="Takeuchi, Koichiro" userId="b3848a05-443b-4434-8fa5-7398ca0c03c9" providerId="ADAL" clId="{8AE3A369-E55C-4573-8F49-6E668EF80783}" dt="2024-07-03T01:14:44.211" v="1312" actId="478"/>
          <ac:spMkLst>
            <pc:docMk/>
            <pc:sldMk cId="4048553935" sldId="2147480833"/>
            <ac:spMk id="13" creationId="{F8CADEEC-4DA6-DFCA-EDD3-66F074215B62}"/>
          </ac:spMkLst>
        </pc:spChg>
        <pc:spChg chg="mod topLvl">
          <ac:chgData name="Takeuchi, Koichiro" userId="b3848a05-443b-4434-8fa5-7398ca0c03c9" providerId="ADAL" clId="{8AE3A369-E55C-4573-8F49-6E668EF80783}" dt="2024-07-03T10:36:43.905" v="5792" actId="14100"/>
          <ac:spMkLst>
            <pc:docMk/>
            <pc:sldMk cId="4048553935" sldId="2147480833"/>
            <ac:spMk id="14" creationId="{44CD1C24-3350-0235-0EC4-1A3E738F7A79}"/>
          </ac:spMkLst>
        </pc:spChg>
        <pc:spChg chg="del">
          <ac:chgData name="Takeuchi, Koichiro" userId="b3848a05-443b-4434-8fa5-7398ca0c03c9" providerId="ADAL" clId="{8AE3A369-E55C-4573-8F49-6E668EF80783}" dt="2024-07-03T01:14:39.895" v="1311" actId="478"/>
          <ac:spMkLst>
            <pc:docMk/>
            <pc:sldMk cId="4048553935" sldId="2147480833"/>
            <ac:spMk id="14" creationId="{EFA41AAB-2D04-0717-2656-A5F1F1A09AEE}"/>
          </ac:spMkLst>
        </pc:spChg>
        <pc:spChg chg="mod topLvl">
          <ac:chgData name="Takeuchi, Koichiro" userId="b3848a05-443b-4434-8fa5-7398ca0c03c9" providerId="ADAL" clId="{8AE3A369-E55C-4573-8F49-6E668EF80783}" dt="2024-07-03T10:36:43.905" v="5792" actId="14100"/>
          <ac:spMkLst>
            <pc:docMk/>
            <pc:sldMk cId="4048553935" sldId="2147480833"/>
            <ac:spMk id="15" creationId="{1E1D342F-0594-BE79-1C64-81C5EB7B0FFF}"/>
          </ac:spMkLst>
        </pc:spChg>
        <pc:spChg chg="mod topLvl">
          <ac:chgData name="Takeuchi, Koichiro" userId="b3848a05-443b-4434-8fa5-7398ca0c03c9" providerId="ADAL" clId="{8AE3A369-E55C-4573-8F49-6E668EF80783}" dt="2024-07-03T10:36:58.437" v="5819" actId="20577"/>
          <ac:spMkLst>
            <pc:docMk/>
            <pc:sldMk cId="4048553935" sldId="2147480833"/>
            <ac:spMk id="16" creationId="{7FCF0E5E-1F19-3185-C141-A5BE671C7B15}"/>
          </ac:spMkLst>
        </pc:spChg>
        <pc:spChg chg="del mod topLvl">
          <ac:chgData name="Takeuchi, Koichiro" userId="b3848a05-443b-4434-8fa5-7398ca0c03c9" providerId="ADAL" clId="{8AE3A369-E55C-4573-8F49-6E668EF80783}" dt="2024-07-03T10:35:02.622" v="5651" actId="478"/>
          <ac:spMkLst>
            <pc:docMk/>
            <pc:sldMk cId="4048553935" sldId="2147480833"/>
            <ac:spMk id="17" creationId="{77C333A5-09F8-889F-022B-FA082B5B5111}"/>
          </ac:spMkLst>
        </pc:spChg>
        <pc:spChg chg="add del mod">
          <ac:chgData name="Takeuchi, Koichiro" userId="b3848a05-443b-4434-8fa5-7398ca0c03c9" providerId="ADAL" clId="{8AE3A369-E55C-4573-8F49-6E668EF80783}" dt="2024-07-12T00:01:40.581" v="19095" actId="478"/>
          <ac:spMkLst>
            <pc:docMk/>
            <pc:sldMk cId="4048553935" sldId="2147480833"/>
            <ac:spMk id="17" creationId="{DF4C559D-D981-0904-117D-12E33A80D630}"/>
          </ac:spMkLst>
        </pc:spChg>
        <pc:spChg chg="add del mod">
          <ac:chgData name="Takeuchi, Koichiro" userId="b3848a05-443b-4434-8fa5-7398ca0c03c9" providerId="ADAL" clId="{8AE3A369-E55C-4573-8F49-6E668EF80783}" dt="2024-07-12T00:01:40.581" v="19095" actId="478"/>
          <ac:spMkLst>
            <pc:docMk/>
            <pc:sldMk cId="4048553935" sldId="2147480833"/>
            <ac:spMk id="18" creationId="{7422DC1E-681E-7405-EE3D-1E0A7D8F4DD2}"/>
          </ac:spMkLst>
        </pc:spChg>
        <pc:spChg chg="del mod topLvl">
          <ac:chgData name="Takeuchi, Koichiro" userId="b3848a05-443b-4434-8fa5-7398ca0c03c9" providerId="ADAL" clId="{8AE3A369-E55C-4573-8F49-6E668EF80783}" dt="2024-07-03T10:35:00.473" v="5650" actId="478"/>
          <ac:spMkLst>
            <pc:docMk/>
            <pc:sldMk cId="4048553935" sldId="2147480833"/>
            <ac:spMk id="18" creationId="{B2C7A117-D55E-EF28-E016-AD6F9845F5C9}"/>
          </ac:spMkLst>
        </pc:spChg>
        <pc:spChg chg="mod">
          <ac:chgData name="Takeuchi, Koichiro" userId="b3848a05-443b-4434-8fa5-7398ca0c03c9" providerId="ADAL" clId="{8AE3A369-E55C-4573-8F49-6E668EF80783}" dt="2024-07-12T00:00:10.806" v="19065" actId="20577"/>
          <ac:spMkLst>
            <pc:docMk/>
            <pc:sldMk cId="4048553935" sldId="2147480833"/>
            <ac:spMk id="20" creationId="{D192C52C-576B-2748-47A5-A50393D62D26}"/>
          </ac:spMkLst>
        </pc:spChg>
        <pc:spChg chg="del mod topLvl">
          <ac:chgData name="Takeuchi, Koichiro" userId="b3848a05-443b-4434-8fa5-7398ca0c03c9" providerId="ADAL" clId="{8AE3A369-E55C-4573-8F49-6E668EF80783}" dt="2024-07-03T10:35:00.473" v="5650" actId="478"/>
          <ac:spMkLst>
            <pc:docMk/>
            <pc:sldMk cId="4048553935" sldId="2147480833"/>
            <ac:spMk id="22" creationId="{62CC717A-5A94-D33F-33AE-6D412C9D8697}"/>
          </ac:spMkLst>
        </pc:spChg>
        <pc:spChg chg="add del mod">
          <ac:chgData name="Takeuchi, Koichiro" userId="b3848a05-443b-4434-8fa5-7398ca0c03c9" providerId="ADAL" clId="{8AE3A369-E55C-4573-8F49-6E668EF80783}" dt="2024-07-12T00:01:40.581" v="19095" actId="478"/>
          <ac:spMkLst>
            <pc:docMk/>
            <pc:sldMk cId="4048553935" sldId="2147480833"/>
            <ac:spMk id="22" creationId="{E3C38DEA-7E85-1AA7-91C7-8E70128791EA}"/>
          </ac:spMkLst>
        </pc:spChg>
        <pc:spChg chg="add mod">
          <ac:chgData name="Takeuchi, Koichiro" userId="b3848a05-443b-4434-8fa5-7398ca0c03c9" providerId="ADAL" clId="{8AE3A369-E55C-4573-8F49-6E668EF80783}" dt="2024-07-03T11:30:37.230" v="8632" actId="208"/>
          <ac:spMkLst>
            <pc:docMk/>
            <pc:sldMk cId="4048553935" sldId="2147480833"/>
            <ac:spMk id="23" creationId="{07609FEF-6838-93C2-4660-8221F445D9C9}"/>
          </ac:spMkLst>
        </pc:spChg>
        <pc:spChg chg="add mod">
          <ac:chgData name="Takeuchi, Koichiro" userId="b3848a05-443b-4434-8fa5-7398ca0c03c9" providerId="ADAL" clId="{8AE3A369-E55C-4573-8F49-6E668EF80783}" dt="2024-07-03T10:47:58.689" v="6394" actId="1582"/>
          <ac:spMkLst>
            <pc:docMk/>
            <pc:sldMk cId="4048553935" sldId="2147480833"/>
            <ac:spMk id="25" creationId="{F023A492-9DAF-BE19-05B8-996206114230}"/>
          </ac:spMkLst>
        </pc:spChg>
        <pc:spChg chg="mod">
          <ac:chgData name="Takeuchi, Koichiro" userId="b3848a05-443b-4434-8fa5-7398ca0c03c9" providerId="ADAL" clId="{8AE3A369-E55C-4573-8F49-6E668EF80783}" dt="2024-07-03T01:24:53.747" v="1794" actId="165"/>
          <ac:spMkLst>
            <pc:docMk/>
            <pc:sldMk cId="4048553935" sldId="2147480833"/>
            <ac:spMk id="26" creationId="{2A0BEBC1-3926-5791-E072-D5E323549DEE}"/>
          </ac:spMkLst>
        </pc:spChg>
        <pc:spChg chg="add del mod">
          <ac:chgData name="Takeuchi, Koichiro" userId="b3848a05-443b-4434-8fa5-7398ca0c03c9" providerId="ADAL" clId="{8AE3A369-E55C-4573-8F49-6E668EF80783}" dt="2024-07-12T00:01:40.581" v="19095" actId="478"/>
          <ac:spMkLst>
            <pc:docMk/>
            <pc:sldMk cId="4048553935" sldId="2147480833"/>
            <ac:spMk id="27" creationId="{5D3067A1-69FC-C60E-A67B-287AEDEFD7FA}"/>
          </ac:spMkLst>
        </pc:spChg>
        <pc:spChg chg="add mod topLvl">
          <ac:chgData name="Takeuchi, Koichiro" userId="b3848a05-443b-4434-8fa5-7398ca0c03c9" providerId="ADAL" clId="{8AE3A369-E55C-4573-8F49-6E668EF80783}" dt="2024-07-03T10:31:04.432" v="5590" actId="1037"/>
          <ac:spMkLst>
            <pc:docMk/>
            <pc:sldMk cId="4048553935" sldId="2147480833"/>
            <ac:spMk id="28" creationId="{510DA44F-02B5-7AF2-814A-D16A3DD48465}"/>
          </ac:spMkLst>
        </pc:spChg>
        <pc:spChg chg="add mod topLvl">
          <ac:chgData name="Takeuchi, Koichiro" userId="b3848a05-443b-4434-8fa5-7398ca0c03c9" providerId="ADAL" clId="{8AE3A369-E55C-4573-8F49-6E668EF80783}" dt="2024-07-03T10:42:51.849" v="6200" actId="465"/>
          <ac:spMkLst>
            <pc:docMk/>
            <pc:sldMk cId="4048553935" sldId="2147480833"/>
            <ac:spMk id="29" creationId="{9DAE2696-52E4-67EB-674A-E5289C91652E}"/>
          </ac:spMkLst>
        </pc:spChg>
        <pc:spChg chg="add mod topLvl">
          <ac:chgData name="Takeuchi, Koichiro" userId="b3848a05-443b-4434-8fa5-7398ca0c03c9" providerId="ADAL" clId="{8AE3A369-E55C-4573-8F49-6E668EF80783}" dt="2024-07-03T10:42:51.849" v="6200" actId="465"/>
          <ac:spMkLst>
            <pc:docMk/>
            <pc:sldMk cId="4048553935" sldId="2147480833"/>
            <ac:spMk id="30" creationId="{D07BFEEC-92E2-72C4-E8D5-3E227B064688}"/>
          </ac:spMkLst>
        </pc:spChg>
        <pc:spChg chg="add mod topLvl">
          <ac:chgData name="Takeuchi, Koichiro" userId="b3848a05-443b-4434-8fa5-7398ca0c03c9" providerId="ADAL" clId="{8AE3A369-E55C-4573-8F49-6E668EF80783}" dt="2024-07-03T10:42:51.849" v="6200" actId="465"/>
          <ac:spMkLst>
            <pc:docMk/>
            <pc:sldMk cId="4048553935" sldId="2147480833"/>
            <ac:spMk id="31" creationId="{E72F0E76-16CC-8AC2-A68C-5440BD678842}"/>
          </ac:spMkLst>
        </pc:spChg>
        <pc:spChg chg="add mod topLvl">
          <ac:chgData name="Takeuchi, Koichiro" userId="b3848a05-443b-4434-8fa5-7398ca0c03c9" providerId="ADAL" clId="{8AE3A369-E55C-4573-8F49-6E668EF80783}" dt="2024-07-03T10:42:51.849" v="6200" actId="465"/>
          <ac:spMkLst>
            <pc:docMk/>
            <pc:sldMk cId="4048553935" sldId="2147480833"/>
            <ac:spMk id="32" creationId="{C464F41F-2A60-B1E0-85F3-A288757537DC}"/>
          </ac:spMkLst>
        </pc:spChg>
        <pc:spChg chg="add mod topLvl">
          <ac:chgData name="Takeuchi, Koichiro" userId="b3848a05-443b-4434-8fa5-7398ca0c03c9" providerId="ADAL" clId="{8AE3A369-E55C-4573-8F49-6E668EF80783}" dt="2024-07-03T10:42:51.849" v="6200" actId="465"/>
          <ac:spMkLst>
            <pc:docMk/>
            <pc:sldMk cId="4048553935" sldId="2147480833"/>
            <ac:spMk id="33" creationId="{8D774EA4-80B7-0473-0A01-03208167E016}"/>
          </ac:spMkLst>
        </pc:spChg>
        <pc:spChg chg="add mod topLvl">
          <ac:chgData name="Takeuchi, Koichiro" userId="b3848a05-443b-4434-8fa5-7398ca0c03c9" providerId="ADAL" clId="{8AE3A369-E55C-4573-8F49-6E668EF80783}" dt="2024-07-03T10:42:51.849" v="6200" actId="465"/>
          <ac:spMkLst>
            <pc:docMk/>
            <pc:sldMk cId="4048553935" sldId="2147480833"/>
            <ac:spMk id="34" creationId="{495779AA-0B6A-BAF4-DC47-92E1DE94398D}"/>
          </ac:spMkLst>
        </pc:spChg>
        <pc:spChg chg="add mod topLvl">
          <ac:chgData name="Takeuchi, Koichiro" userId="b3848a05-443b-4434-8fa5-7398ca0c03c9" providerId="ADAL" clId="{8AE3A369-E55C-4573-8F49-6E668EF80783}" dt="2024-07-03T10:42:51.849" v="6200" actId="465"/>
          <ac:spMkLst>
            <pc:docMk/>
            <pc:sldMk cId="4048553935" sldId="2147480833"/>
            <ac:spMk id="35" creationId="{F12AD671-0833-F58A-9CD7-DB7B5965F594}"/>
          </ac:spMkLst>
        </pc:spChg>
        <pc:spChg chg="add mod topLvl">
          <ac:chgData name="Takeuchi, Koichiro" userId="b3848a05-443b-4434-8fa5-7398ca0c03c9" providerId="ADAL" clId="{8AE3A369-E55C-4573-8F49-6E668EF80783}" dt="2024-07-03T10:42:51.849" v="6200" actId="465"/>
          <ac:spMkLst>
            <pc:docMk/>
            <pc:sldMk cId="4048553935" sldId="2147480833"/>
            <ac:spMk id="36" creationId="{3061A659-358A-11D8-67A3-909B619B34A6}"/>
          </ac:spMkLst>
        </pc:spChg>
        <pc:spChg chg="add mod topLvl">
          <ac:chgData name="Takeuchi, Koichiro" userId="b3848a05-443b-4434-8fa5-7398ca0c03c9" providerId="ADAL" clId="{8AE3A369-E55C-4573-8F49-6E668EF80783}" dt="2024-07-03T10:42:51.849" v="6200" actId="465"/>
          <ac:spMkLst>
            <pc:docMk/>
            <pc:sldMk cId="4048553935" sldId="2147480833"/>
            <ac:spMk id="37" creationId="{07A85324-BB1D-1DA4-42FD-F22B70743A75}"/>
          </ac:spMkLst>
        </pc:spChg>
        <pc:spChg chg="add mod topLvl">
          <ac:chgData name="Takeuchi, Koichiro" userId="b3848a05-443b-4434-8fa5-7398ca0c03c9" providerId="ADAL" clId="{8AE3A369-E55C-4573-8F49-6E668EF80783}" dt="2024-07-03T10:42:51.849" v="6200" actId="465"/>
          <ac:spMkLst>
            <pc:docMk/>
            <pc:sldMk cId="4048553935" sldId="2147480833"/>
            <ac:spMk id="38" creationId="{70128370-8098-ABE3-4B63-77E4C3647556}"/>
          </ac:spMkLst>
        </pc:spChg>
        <pc:spChg chg="add mod topLvl">
          <ac:chgData name="Takeuchi, Koichiro" userId="b3848a05-443b-4434-8fa5-7398ca0c03c9" providerId="ADAL" clId="{8AE3A369-E55C-4573-8F49-6E668EF80783}" dt="2024-07-03T10:42:51.849" v="6200" actId="465"/>
          <ac:spMkLst>
            <pc:docMk/>
            <pc:sldMk cId="4048553935" sldId="2147480833"/>
            <ac:spMk id="39" creationId="{11628D6F-0F90-92F0-16BC-F690CE2D9A0B}"/>
          </ac:spMkLst>
        </pc:spChg>
        <pc:spChg chg="add mod topLvl">
          <ac:chgData name="Takeuchi, Koichiro" userId="b3848a05-443b-4434-8fa5-7398ca0c03c9" providerId="ADAL" clId="{8AE3A369-E55C-4573-8F49-6E668EF80783}" dt="2024-07-03T10:42:51.849" v="6200" actId="465"/>
          <ac:spMkLst>
            <pc:docMk/>
            <pc:sldMk cId="4048553935" sldId="2147480833"/>
            <ac:spMk id="40" creationId="{01A019AC-7EF6-C9C4-77E7-B8D9B577E6A0}"/>
          </ac:spMkLst>
        </pc:spChg>
        <pc:spChg chg="add mod topLvl">
          <ac:chgData name="Takeuchi, Koichiro" userId="b3848a05-443b-4434-8fa5-7398ca0c03c9" providerId="ADAL" clId="{8AE3A369-E55C-4573-8F49-6E668EF80783}" dt="2024-07-03T10:42:24.006" v="6195" actId="1035"/>
          <ac:spMkLst>
            <pc:docMk/>
            <pc:sldMk cId="4048553935" sldId="2147480833"/>
            <ac:spMk id="41" creationId="{4C24F8FA-3580-DBD9-5474-7C52EADE9C85}"/>
          </ac:spMkLst>
        </pc:spChg>
        <pc:spChg chg="add mod topLvl">
          <ac:chgData name="Takeuchi, Koichiro" userId="b3848a05-443b-4434-8fa5-7398ca0c03c9" providerId="ADAL" clId="{8AE3A369-E55C-4573-8F49-6E668EF80783}" dt="2024-07-03T10:42:51.849" v="6200" actId="465"/>
          <ac:spMkLst>
            <pc:docMk/>
            <pc:sldMk cId="4048553935" sldId="2147480833"/>
            <ac:spMk id="42" creationId="{7B5BC3BB-1150-A9EE-0E00-6A9EE0121F3D}"/>
          </ac:spMkLst>
        </pc:spChg>
        <pc:spChg chg="add del mod">
          <ac:chgData name="Takeuchi, Koichiro" userId="b3848a05-443b-4434-8fa5-7398ca0c03c9" providerId="ADAL" clId="{8AE3A369-E55C-4573-8F49-6E668EF80783}" dt="2024-07-12T00:01:40.581" v="19095" actId="478"/>
          <ac:spMkLst>
            <pc:docMk/>
            <pc:sldMk cId="4048553935" sldId="2147480833"/>
            <ac:spMk id="43" creationId="{19A87071-085C-0C71-B16A-96D8F4517775}"/>
          </ac:spMkLst>
        </pc:spChg>
        <pc:spChg chg="add del mod">
          <ac:chgData name="Takeuchi, Koichiro" userId="b3848a05-443b-4434-8fa5-7398ca0c03c9" providerId="ADAL" clId="{8AE3A369-E55C-4573-8F49-6E668EF80783}" dt="2024-07-12T00:01:40.581" v="19095" actId="478"/>
          <ac:spMkLst>
            <pc:docMk/>
            <pc:sldMk cId="4048553935" sldId="2147480833"/>
            <ac:spMk id="44" creationId="{FED3F289-7A0B-DA76-03AC-06B7FA847CCF}"/>
          </ac:spMkLst>
        </pc:spChg>
        <pc:spChg chg="add del mod">
          <ac:chgData name="Takeuchi, Koichiro" userId="b3848a05-443b-4434-8fa5-7398ca0c03c9" providerId="ADAL" clId="{8AE3A369-E55C-4573-8F49-6E668EF80783}" dt="2024-07-12T00:01:40.581" v="19095" actId="478"/>
          <ac:spMkLst>
            <pc:docMk/>
            <pc:sldMk cId="4048553935" sldId="2147480833"/>
            <ac:spMk id="45" creationId="{32FF10FC-CD44-BFB7-14F1-99A2A2C3A169}"/>
          </ac:spMkLst>
        </pc:spChg>
        <pc:spChg chg="add del mod">
          <ac:chgData name="Takeuchi, Koichiro" userId="b3848a05-443b-4434-8fa5-7398ca0c03c9" providerId="ADAL" clId="{8AE3A369-E55C-4573-8F49-6E668EF80783}" dt="2024-07-12T00:01:40.581" v="19095" actId="478"/>
          <ac:spMkLst>
            <pc:docMk/>
            <pc:sldMk cId="4048553935" sldId="2147480833"/>
            <ac:spMk id="46" creationId="{FCC8EEAF-28B9-9FCA-F77C-CF91F3FC74C5}"/>
          </ac:spMkLst>
        </pc:spChg>
        <pc:spChg chg="add del mod">
          <ac:chgData name="Takeuchi, Koichiro" userId="b3848a05-443b-4434-8fa5-7398ca0c03c9" providerId="ADAL" clId="{8AE3A369-E55C-4573-8F49-6E668EF80783}" dt="2024-07-12T00:01:40.581" v="19095" actId="478"/>
          <ac:spMkLst>
            <pc:docMk/>
            <pc:sldMk cId="4048553935" sldId="2147480833"/>
            <ac:spMk id="47" creationId="{4C9018D0-6749-806E-FD41-7B3722E4803F}"/>
          </ac:spMkLst>
        </pc:spChg>
        <pc:spChg chg="add del mod">
          <ac:chgData name="Takeuchi, Koichiro" userId="b3848a05-443b-4434-8fa5-7398ca0c03c9" providerId="ADAL" clId="{8AE3A369-E55C-4573-8F49-6E668EF80783}" dt="2024-07-12T00:01:40.581" v="19095" actId="478"/>
          <ac:spMkLst>
            <pc:docMk/>
            <pc:sldMk cId="4048553935" sldId="2147480833"/>
            <ac:spMk id="48" creationId="{E14C1DC2-0328-A4C2-9E67-57FB19BA09EA}"/>
          </ac:spMkLst>
        </pc:spChg>
        <pc:spChg chg="add mod">
          <ac:chgData name="Takeuchi, Koichiro" userId="b3848a05-443b-4434-8fa5-7398ca0c03c9" providerId="ADAL" clId="{8AE3A369-E55C-4573-8F49-6E668EF80783}" dt="2024-07-03T11:30:05.002" v="8629" actId="207"/>
          <ac:spMkLst>
            <pc:docMk/>
            <pc:sldMk cId="4048553935" sldId="2147480833"/>
            <ac:spMk id="49" creationId="{A75C6212-14F7-8248-16B4-8C6FF8EB5BF7}"/>
          </ac:spMkLst>
        </pc:spChg>
        <pc:spChg chg="add del mod">
          <ac:chgData name="Takeuchi, Koichiro" userId="b3848a05-443b-4434-8fa5-7398ca0c03c9" providerId="ADAL" clId="{8AE3A369-E55C-4573-8F49-6E668EF80783}" dt="2024-07-12T00:01:40.581" v="19095" actId="478"/>
          <ac:spMkLst>
            <pc:docMk/>
            <pc:sldMk cId="4048553935" sldId="2147480833"/>
            <ac:spMk id="50" creationId="{CB8E9E37-1612-F267-41BF-C75B2C9FC81E}"/>
          </ac:spMkLst>
        </pc:spChg>
        <pc:spChg chg="add mod">
          <ac:chgData name="Takeuchi, Koichiro" userId="b3848a05-443b-4434-8fa5-7398ca0c03c9" providerId="ADAL" clId="{8AE3A369-E55C-4573-8F49-6E668EF80783}" dt="2024-07-03T11:30:05.002" v="8629" actId="207"/>
          <ac:spMkLst>
            <pc:docMk/>
            <pc:sldMk cId="4048553935" sldId="2147480833"/>
            <ac:spMk id="53" creationId="{69F9B7B4-9037-9389-C720-9D3F7FB92155}"/>
          </ac:spMkLst>
        </pc:spChg>
        <pc:spChg chg="add mod">
          <ac:chgData name="Takeuchi, Koichiro" userId="b3848a05-443b-4434-8fa5-7398ca0c03c9" providerId="ADAL" clId="{8AE3A369-E55C-4573-8F49-6E668EF80783}" dt="2024-07-03T11:30:20.993" v="8630" actId="207"/>
          <ac:spMkLst>
            <pc:docMk/>
            <pc:sldMk cId="4048553935" sldId="2147480833"/>
            <ac:spMk id="54" creationId="{20E8816E-B6F2-6649-AE24-63169D4C7A4D}"/>
          </ac:spMkLst>
        </pc:spChg>
        <pc:spChg chg="add mod">
          <ac:chgData name="Takeuchi, Koichiro" userId="b3848a05-443b-4434-8fa5-7398ca0c03c9" providerId="ADAL" clId="{8AE3A369-E55C-4573-8F49-6E668EF80783}" dt="2024-07-03T11:30:05.002" v="8629" actId="207"/>
          <ac:spMkLst>
            <pc:docMk/>
            <pc:sldMk cId="4048553935" sldId="2147480833"/>
            <ac:spMk id="55" creationId="{471C1036-55B1-00A6-EF71-3B3CA3B2CC00}"/>
          </ac:spMkLst>
        </pc:spChg>
        <pc:spChg chg="add mod">
          <ac:chgData name="Takeuchi, Koichiro" userId="b3848a05-443b-4434-8fa5-7398ca0c03c9" providerId="ADAL" clId="{8AE3A369-E55C-4573-8F49-6E668EF80783}" dt="2024-07-03T11:30:05.002" v="8629" actId="207"/>
          <ac:spMkLst>
            <pc:docMk/>
            <pc:sldMk cId="4048553935" sldId="2147480833"/>
            <ac:spMk id="56" creationId="{CB18D79F-F01C-DA1F-64C9-1A07FD5FB997}"/>
          </ac:spMkLst>
        </pc:spChg>
        <pc:spChg chg="add mod">
          <ac:chgData name="Takeuchi, Koichiro" userId="b3848a05-443b-4434-8fa5-7398ca0c03c9" providerId="ADAL" clId="{8AE3A369-E55C-4573-8F49-6E668EF80783}" dt="2024-07-03T11:30:05.002" v="8629" actId="207"/>
          <ac:spMkLst>
            <pc:docMk/>
            <pc:sldMk cId="4048553935" sldId="2147480833"/>
            <ac:spMk id="57" creationId="{9A8A523C-F519-8EDF-2BFE-39D3D400E8B6}"/>
          </ac:spMkLst>
        </pc:spChg>
        <pc:spChg chg="add mod">
          <ac:chgData name="Takeuchi, Koichiro" userId="b3848a05-443b-4434-8fa5-7398ca0c03c9" providerId="ADAL" clId="{8AE3A369-E55C-4573-8F49-6E668EF80783}" dt="2024-07-03T11:30:05.002" v="8629" actId="207"/>
          <ac:spMkLst>
            <pc:docMk/>
            <pc:sldMk cId="4048553935" sldId="2147480833"/>
            <ac:spMk id="58" creationId="{AF262FBE-E372-52E8-572A-5E9128293FFD}"/>
          </ac:spMkLst>
        </pc:spChg>
        <pc:spChg chg="add mod">
          <ac:chgData name="Takeuchi, Koichiro" userId="b3848a05-443b-4434-8fa5-7398ca0c03c9" providerId="ADAL" clId="{8AE3A369-E55C-4573-8F49-6E668EF80783}" dt="2024-07-03T11:30:05.002" v="8629" actId="207"/>
          <ac:spMkLst>
            <pc:docMk/>
            <pc:sldMk cId="4048553935" sldId="2147480833"/>
            <ac:spMk id="59" creationId="{282DB6E1-7718-AC05-01CA-F1F9993AAE73}"/>
          </ac:spMkLst>
        </pc:spChg>
        <pc:spChg chg="add mod">
          <ac:chgData name="Takeuchi, Koichiro" userId="b3848a05-443b-4434-8fa5-7398ca0c03c9" providerId="ADAL" clId="{8AE3A369-E55C-4573-8F49-6E668EF80783}" dt="2024-07-03T11:30:20.993" v="8630" actId="207"/>
          <ac:spMkLst>
            <pc:docMk/>
            <pc:sldMk cId="4048553935" sldId="2147480833"/>
            <ac:spMk id="60" creationId="{8DC4E122-EBD7-8B74-4122-C2D5ADA26C01}"/>
          </ac:spMkLst>
        </pc:spChg>
        <pc:spChg chg="add mod">
          <ac:chgData name="Takeuchi, Koichiro" userId="b3848a05-443b-4434-8fa5-7398ca0c03c9" providerId="ADAL" clId="{8AE3A369-E55C-4573-8F49-6E668EF80783}" dt="2024-07-03T11:30:05.002" v="8629" actId="207"/>
          <ac:spMkLst>
            <pc:docMk/>
            <pc:sldMk cId="4048553935" sldId="2147480833"/>
            <ac:spMk id="61" creationId="{2484D56B-E34B-4E8E-47C2-2471626707FA}"/>
          </ac:spMkLst>
        </pc:spChg>
        <pc:spChg chg="add mod">
          <ac:chgData name="Takeuchi, Koichiro" userId="b3848a05-443b-4434-8fa5-7398ca0c03c9" providerId="ADAL" clId="{8AE3A369-E55C-4573-8F49-6E668EF80783}" dt="2024-07-03T11:30:05.002" v="8629" actId="207"/>
          <ac:spMkLst>
            <pc:docMk/>
            <pc:sldMk cId="4048553935" sldId="2147480833"/>
            <ac:spMk id="62" creationId="{F2E29107-A1BE-8E91-E320-73AB83D50739}"/>
          </ac:spMkLst>
        </pc:spChg>
        <pc:spChg chg="add mod">
          <ac:chgData name="Takeuchi, Koichiro" userId="b3848a05-443b-4434-8fa5-7398ca0c03c9" providerId="ADAL" clId="{8AE3A369-E55C-4573-8F49-6E668EF80783}" dt="2024-07-03T11:30:05.002" v="8629" actId="207"/>
          <ac:spMkLst>
            <pc:docMk/>
            <pc:sldMk cId="4048553935" sldId="2147480833"/>
            <ac:spMk id="63" creationId="{0F3FEEE5-2AC4-3DAB-D181-58A946C14C2F}"/>
          </ac:spMkLst>
        </pc:spChg>
        <pc:spChg chg="add mod">
          <ac:chgData name="Takeuchi, Koichiro" userId="b3848a05-443b-4434-8fa5-7398ca0c03c9" providerId="ADAL" clId="{8AE3A369-E55C-4573-8F49-6E668EF80783}" dt="2024-07-12T00:03:02.917" v="19105"/>
          <ac:spMkLst>
            <pc:docMk/>
            <pc:sldMk cId="4048553935" sldId="2147480833"/>
            <ac:spMk id="64" creationId="{F6C949E7-D8EE-07D6-1DA6-EEE2E60C3B3B}"/>
          </ac:spMkLst>
        </pc:spChg>
        <pc:spChg chg="add mod">
          <ac:chgData name="Takeuchi, Koichiro" userId="b3848a05-443b-4434-8fa5-7398ca0c03c9" providerId="ADAL" clId="{8AE3A369-E55C-4573-8F49-6E668EF80783}" dt="2024-07-03T11:30:05.002" v="8629" actId="207"/>
          <ac:spMkLst>
            <pc:docMk/>
            <pc:sldMk cId="4048553935" sldId="2147480833"/>
            <ac:spMk id="65" creationId="{49AB85B6-7E04-2D34-2CEA-A9623C459CE9}"/>
          </ac:spMkLst>
        </pc:spChg>
        <pc:spChg chg="add mod">
          <ac:chgData name="Takeuchi, Koichiro" userId="b3848a05-443b-4434-8fa5-7398ca0c03c9" providerId="ADAL" clId="{8AE3A369-E55C-4573-8F49-6E668EF80783}" dt="2024-07-03T11:30:20.993" v="8630" actId="207"/>
          <ac:spMkLst>
            <pc:docMk/>
            <pc:sldMk cId="4048553935" sldId="2147480833"/>
            <ac:spMk id="66" creationId="{E7A5AA01-3CE1-B271-743B-F7B017EB099F}"/>
          </ac:spMkLst>
        </pc:spChg>
        <pc:spChg chg="add mod">
          <ac:chgData name="Takeuchi, Koichiro" userId="b3848a05-443b-4434-8fa5-7398ca0c03c9" providerId="ADAL" clId="{8AE3A369-E55C-4573-8F49-6E668EF80783}" dt="2024-07-03T10:31:04.432" v="5590" actId="1037"/>
          <ac:spMkLst>
            <pc:docMk/>
            <pc:sldMk cId="4048553935" sldId="2147480833"/>
            <ac:spMk id="67" creationId="{3A1C4440-FED8-DF1C-9F53-3C386FBF895A}"/>
          </ac:spMkLst>
        </pc:spChg>
        <pc:spChg chg="add mod">
          <ac:chgData name="Takeuchi, Koichiro" userId="b3848a05-443b-4434-8fa5-7398ca0c03c9" providerId="ADAL" clId="{8AE3A369-E55C-4573-8F49-6E668EF80783}" dt="2024-07-03T10:42:37.739" v="6197" actId="465"/>
          <ac:spMkLst>
            <pc:docMk/>
            <pc:sldMk cId="4048553935" sldId="2147480833"/>
            <ac:spMk id="68" creationId="{B404D93B-51B2-B1FD-1ACA-80A2DA72A2BA}"/>
          </ac:spMkLst>
        </pc:spChg>
        <pc:spChg chg="add mod">
          <ac:chgData name="Takeuchi, Koichiro" userId="b3848a05-443b-4434-8fa5-7398ca0c03c9" providerId="ADAL" clId="{8AE3A369-E55C-4573-8F49-6E668EF80783}" dt="2024-07-03T10:42:37.739" v="6197" actId="465"/>
          <ac:spMkLst>
            <pc:docMk/>
            <pc:sldMk cId="4048553935" sldId="2147480833"/>
            <ac:spMk id="69" creationId="{61764C8A-A166-829B-FC1A-810A5620C1E3}"/>
          </ac:spMkLst>
        </pc:spChg>
        <pc:spChg chg="add mod">
          <ac:chgData name="Takeuchi, Koichiro" userId="b3848a05-443b-4434-8fa5-7398ca0c03c9" providerId="ADAL" clId="{8AE3A369-E55C-4573-8F49-6E668EF80783}" dt="2024-07-03T10:42:37.739" v="6197" actId="465"/>
          <ac:spMkLst>
            <pc:docMk/>
            <pc:sldMk cId="4048553935" sldId="2147480833"/>
            <ac:spMk id="70" creationId="{8D6B50F1-D31F-31FD-BF6F-6379176FE413}"/>
          </ac:spMkLst>
        </pc:spChg>
        <pc:spChg chg="add mod">
          <ac:chgData name="Takeuchi, Koichiro" userId="b3848a05-443b-4434-8fa5-7398ca0c03c9" providerId="ADAL" clId="{8AE3A369-E55C-4573-8F49-6E668EF80783}" dt="2024-07-03T10:42:37.739" v="6197" actId="465"/>
          <ac:spMkLst>
            <pc:docMk/>
            <pc:sldMk cId="4048553935" sldId="2147480833"/>
            <ac:spMk id="71" creationId="{5D0A430A-8D2B-FA23-A223-086A02356E19}"/>
          </ac:spMkLst>
        </pc:spChg>
        <pc:spChg chg="add mod">
          <ac:chgData name="Takeuchi, Koichiro" userId="b3848a05-443b-4434-8fa5-7398ca0c03c9" providerId="ADAL" clId="{8AE3A369-E55C-4573-8F49-6E668EF80783}" dt="2024-07-03T10:42:37.739" v="6197" actId="465"/>
          <ac:spMkLst>
            <pc:docMk/>
            <pc:sldMk cId="4048553935" sldId="2147480833"/>
            <ac:spMk id="72" creationId="{6EBD7034-538D-D8D5-2960-1D9D4B7829AF}"/>
          </ac:spMkLst>
        </pc:spChg>
        <pc:spChg chg="add mod">
          <ac:chgData name="Takeuchi, Koichiro" userId="b3848a05-443b-4434-8fa5-7398ca0c03c9" providerId="ADAL" clId="{8AE3A369-E55C-4573-8F49-6E668EF80783}" dt="2024-07-03T11:31:06.975" v="8653"/>
          <ac:spMkLst>
            <pc:docMk/>
            <pc:sldMk cId="4048553935" sldId="2147480833"/>
            <ac:spMk id="73" creationId="{6A31A565-3E4A-0907-DEFE-258657F63D60}"/>
          </ac:spMkLst>
        </pc:spChg>
        <pc:spChg chg="add mod">
          <ac:chgData name="Takeuchi, Koichiro" userId="b3848a05-443b-4434-8fa5-7398ca0c03c9" providerId="ADAL" clId="{8AE3A369-E55C-4573-8F49-6E668EF80783}" dt="2024-07-03T10:42:37.739" v="6197" actId="465"/>
          <ac:spMkLst>
            <pc:docMk/>
            <pc:sldMk cId="4048553935" sldId="2147480833"/>
            <ac:spMk id="74" creationId="{D18F1ECA-D541-9B0D-509C-11292B1C707F}"/>
          </ac:spMkLst>
        </pc:spChg>
        <pc:spChg chg="del">
          <ac:chgData name="Takeuchi, Koichiro" userId="b3848a05-443b-4434-8fa5-7398ca0c03c9" providerId="ADAL" clId="{8AE3A369-E55C-4573-8F49-6E668EF80783}" dt="2024-07-03T01:14:44.211" v="1312" actId="478"/>
          <ac:spMkLst>
            <pc:docMk/>
            <pc:sldMk cId="4048553935" sldId="2147480833"/>
            <ac:spMk id="75" creationId="{259D5601-F7A4-9E37-5B38-041897564AC6}"/>
          </ac:spMkLst>
        </pc:spChg>
        <pc:spChg chg="mod">
          <ac:chgData name="Takeuchi, Koichiro" userId="b3848a05-443b-4434-8fa5-7398ca0c03c9" providerId="ADAL" clId="{8AE3A369-E55C-4573-8F49-6E668EF80783}" dt="2024-07-12T00:00:49.835" v="19066"/>
          <ac:spMkLst>
            <pc:docMk/>
            <pc:sldMk cId="4048553935" sldId="2147480833"/>
            <ac:spMk id="75" creationId="{4D28DCD2-3B38-C242-9FC6-493D0D964D34}"/>
          </ac:spMkLst>
        </pc:spChg>
        <pc:spChg chg="add mod">
          <ac:chgData name="Takeuchi, Koichiro" userId="b3848a05-443b-4434-8fa5-7398ca0c03c9" providerId="ADAL" clId="{8AE3A369-E55C-4573-8F49-6E668EF80783}" dt="2024-07-03T10:42:37.739" v="6197" actId="465"/>
          <ac:spMkLst>
            <pc:docMk/>
            <pc:sldMk cId="4048553935" sldId="2147480833"/>
            <ac:spMk id="76" creationId="{17E8C073-662A-502D-2202-B793038E4FB2}"/>
          </ac:spMkLst>
        </pc:spChg>
        <pc:spChg chg="add del mod">
          <ac:chgData name="Takeuchi, Koichiro" userId="b3848a05-443b-4434-8fa5-7398ca0c03c9" providerId="ADAL" clId="{8AE3A369-E55C-4573-8F49-6E668EF80783}" dt="2024-07-12T00:01:40.581" v="19095" actId="478"/>
          <ac:spMkLst>
            <pc:docMk/>
            <pc:sldMk cId="4048553935" sldId="2147480833"/>
            <ac:spMk id="77" creationId="{77563EB6-2893-0B67-1344-974C8E77DF8D}"/>
          </ac:spMkLst>
        </pc:spChg>
        <pc:spChg chg="add mod">
          <ac:chgData name="Takeuchi, Koichiro" userId="b3848a05-443b-4434-8fa5-7398ca0c03c9" providerId="ADAL" clId="{8AE3A369-E55C-4573-8F49-6E668EF80783}" dt="2024-07-12T00:58:24.069" v="20565" actId="1076"/>
          <ac:spMkLst>
            <pc:docMk/>
            <pc:sldMk cId="4048553935" sldId="2147480833"/>
            <ac:spMk id="78" creationId="{E4AEAC44-03FC-0C44-1F4E-E3EBFDF5071E}"/>
          </ac:spMkLst>
        </pc:spChg>
        <pc:spChg chg="add mod">
          <ac:chgData name="Takeuchi, Koichiro" userId="b3848a05-443b-4434-8fa5-7398ca0c03c9" providerId="ADAL" clId="{8AE3A369-E55C-4573-8F49-6E668EF80783}" dt="2024-07-03T10:42:37.739" v="6197" actId="465"/>
          <ac:spMkLst>
            <pc:docMk/>
            <pc:sldMk cId="4048553935" sldId="2147480833"/>
            <ac:spMk id="79" creationId="{0AD0D53D-8684-9D05-89E1-0C1366B5C32A}"/>
          </ac:spMkLst>
        </pc:spChg>
        <pc:spChg chg="add mod">
          <ac:chgData name="Takeuchi, Koichiro" userId="b3848a05-443b-4434-8fa5-7398ca0c03c9" providerId="ADAL" clId="{8AE3A369-E55C-4573-8F49-6E668EF80783}" dt="2024-07-03T10:42:37.739" v="6197" actId="465"/>
          <ac:spMkLst>
            <pc:docMk/>
            <pc:sldMk cId="4048553935" sldId="2147480833"/>
            <ac:spMk id="80" creationId="{983D8F6A-BD52-10FC-030A-EBB13BDDA401}"/>
          </ac:spMkLst>
        </pc:spChg>
        <pc:spChg chg="add mod">
          <ac:chgData name="Takeuchi, Koichiro" userId="b3848a05-443b-4434-8fa5-7398ca0c03c9" providerId="ADAL" clId="{8AE3A369-E55C-4573-8F49-6E668EF80783}" dt="2024-07-03T10:42:37.739" v="6197" actId="465"/>
          <ac:spMkLst>
            <pc:docMk/>
            <pc:sldMk cId="4048553935" sldId="2147480833"/>
            <ac:spMk id="81" creationId="{EFFEDC3F-1BED-EB59-2797-D5C7F42501F0}"/>
          </ac:spMkLst>
        </pc:spChg>
        <pc:spChg chg="add mod">
          <ac:chgData name="Takeuchi, Koichiro" userId="b3848a05-443b-4434-8fa5-7398ca0c03c9" providerId="ADAL" clId="{8AE3A369-E55C-4573-8F49-6E668EF80783}" dt="2024-07-12T00:08:10.486" v="19351" actId="207"/>
          <ac:spMkLst>
            <pc:docMk/>
            <pc:sldMk cId="4048553935" sldId="2147480833"/>
            <ac:spMk id="82" creationId="{658DB428-1FDD-A7D2-46D1-C508DE96081A}"/>
          </ac:spMkLst>
        </pc:spChg>
        <pc:spChg chg="add mod">
          <ac:chgData name="Takeuchi, Koichiro" userId="b3848a05-443b-4434-8fa5-7398ca0c03c9" providerId="ADAL" clId="{8AE3A369-E55C-4573-8F49-6E668EF80783}" dt="2024-07-03T10:42:37.739" v="6197" actId="465"/>
          <ac:spMkLst>
            <pc:docMk/>
            <pc:sldMk cId="4048553935" sldId="2147480833"/>
            <ac:spMk id="83" creationId="{BF1CB10D-9064-A79F-ECB1-4665A25F1DFD}"/>
          </ac:spMkLst>
        </pc:spChg>
        <pc:spChg chg="add mod">
          <ac:chgData name="Takeuchi, Koichiro" userId="b3848a05-443b-4434-8fa5-7398ca0c03c9" providerId="ADAL" clId="{8AE3A369-E55C-4573-8F49-6E668EF80783}" dt="2024-07-03T10:42:24.006" v="6195" actId="1035"/>
          <ac:spMkLst>
            <pc:docMk/>
            <pc:sldMk cId="4048553935" sldId="2147480833"/>
            <ac:spMk id="84" creationId="{A54D528C-5D56-F96E-2EEB-63AE7C5041F9}"/>
          </ac:spMkLst>
        </pc:spChg>
        <pc:spChg chg="mod">
          <ac:chgData name="Takeuchi, Koichiro" userId="b3848a05-443b-4434-8fa5-7398ca0c03c9" providerId="ADAL" clId="{8AE3A369-E55C-4573-8F49-6E668EF80783}" dt="2024-07-03T01:45:11.237" v="3888" actId="20577"/>
          <ac:spMkLst>
            <pc:docMk/>
            <pc:sldMk cId="4048553935" sldId="2147480833"/>
            <ac:spMk id="87" creationId="{52308AAA-23D3-4DBA-059D-30065E6873DA}"/>
          </ac:spMkLst>
        </pc:spChg>
        <pc:spChg chg="mod">
          <ac:chgData name="Takeuchi, Koichiro" userId="b3848a05-443b-4434-8fa5-7398ca0c03c9" providerId="ADAL" clId="{8AE3A369-E55C-4573-8F49-6E668EF80783}" dt="2024-07-03T01:45:51.882" v="3913" actId="20577"/>
          <ac:spMkLst>
            <pc:docMk/>
            <pc:sldMk cId="4048553935" sldId="2147480833"/>
            <ac:spMk id="90" creationId="{2234EB1F-7358-0707-BBAC-D0DD65331314}"/>
          </ac:spMkLst>
        </pc:spChg>
        <pc:spChg chg="add mod">
          <ac:chgData name="Takeuchi, Koichiro" userId="b3848a05-443b-4434-8fa5-7398ca0c03c9" providerId="ADAL" clId="{8AE3A369-E55C-4573-8F49-6E668EF80783}" dt="2024-07-03T11:32:09.406" v="8686" actId="20577"/>
          <ac:spMkLst>
            <pc:docMk/>
            <pc:sldMk cId="4048553935" sldId="2147480833"/>
            <ac:spMk id="91" creationId="{D5494E2A-554C-9928-A636-2F5C1D207D34}"/>
          </ac:spMkLst>
        </pc:spChg>
        <pc:spChg chg="add mod">
          <ac:chgData name="Takeuchi, Koichiro" userId="b3848a05-443b-4434-8fa5-7398ca0c03c9" providerId="ADAL" clId="{8AE3A369-E55C-4573-8F49-6E668EF80783}" dt="2024-07-03T10:42:32.233" v="6196" actId="465"/>
          <ac:spMkLst>
            <pc:docMk/>
            <pc:sldMk cId="4048553935" sldId="2147480833"/>
            <ac:spMk id="92" creationId="{6C260746-7787-3B65-0EA6-C78282F0808A}"/>
          </ac:spMkLst>
        </pc:spChg>
        <pc:spChg chg="add mod">
          <ac:chgData name="Takeuchi, Koichiro" userId="b3848a05-443b-4434-8fa5-7398ca0c03c9" providerId="ADAL" clId="{8AE3A369-E55C-4573-8F49-6E668EF80783}" dt="2024-07-03T11:32:11.510" v="8688" actId="20577"/>
          <ac:spMkLst>
            <pc:docMk/>
            <pc:sldMk cId="4048553935" sldId="2147480833"/>
            <ac:spMk id="93" creationId="{03DCCEF6-EDAE-E03E-60EB-D6AA5475BA19}"/>
          </ac:spMkLst>
        </pc:spChg>
        <pc:spChg chg="add mod">
          <ac:chgData name="Takeuchi, Koichiro" userId="b3848a05-443b-4434-8fa5-7398ca0c03c9" providerId="ADAL" clId="{8AE3A369-E55C-4573-8F49-6E668EF80783}" dt="2024-07-03T10:42:32.233" v="6196" actId="465"/>
          <ac:spMkLst>
            <pc:docMk/>
            <pc:sldMk cId="4048553935" sldId="2147480833"/>
            <ac:spMk id="94" creationId="{F53D39E3-3C64-0C3E-F86F-61E3FD1492C3}"/>
          </ac:spMkLst>
        </pc:spChg>
        <pc:spChg chg="add mod">
          <ac:chgData name="Takeuchi, Koichiro" userId="b3848a05-443b-4434-8fa5-7398ca0c03c9" providerId="ADAL" clId="{8AE3A369-E55C-4573-8F49-6E668EF80783}" dt="2024-07-03T10:42:32.233" v="6196" actId="465"/>
          <ac:spMkLst>
            <pc:docMk/>
            <pc:sldMk cId="4048553935" sldId="2147480833"/>
            <ac:spMk id="95" creationId="{8A9E3F86-BBA2-CD50-C086-E9AAD831185D}"/>
          </ac:spMkLst>
        </pc:spChg>
        <pc:spChg chg="add mod">
          <ac:chgData name="Takeuchi, Koichiro" userId="b3848a05-443b-4434-8fa5-7398ca0c03c9" providerId="ADAL" clId="{8AE3A369-E55C-4573-8F49-6E668EF80783}" dt="2024-07-03T10:42:32.233" v="6196" actId="465"/>
          <ac:spMkLst>
            <pc:docMk/>
            <pc:sldMk cId="4048553935" sldId="2147480833"/>
            <ac:spMk id="96" creationId="{8B422858-1781-34DD-5893-487D4ABE2569}"/>
          </ac:spMkLst>
        </pc:spChg>
        <pc:spChg chg="add mod">
          <ac:chgData name="Takeuchi, Koichiro" userId="b3848a05-443b-4434-8fa5-7398ca0c03c9" providerId="ADAL" clId="{8AE3A369-E55C-4573-8F49-6E668EF80783}" dt="2024-07-03T10:42:32.233" v="6196" actId="465"/>
          <ac:spMkLst>
            <pc:docMk/>
            <pc:sldMk cId="4048553935" sldId="2147480833"/>
            <ac:spMk id="97" creationId="{D36755E5-E797-E8C9-6F06-E3345C787E8F}"/>
          </ac:spMkLst>
        </pc:spChg>
        <pc:spChg chg="add mod">
          <ac:chgData name="Takeuchi, Koichiro" userId="b3848a05-443b-4434-8fa5-7398ca0c03c9" providerId="ADAL" clId="{8AE3A369-E55C-4573-8F49-6E668EF80783}" dt="2024-07-03T10:42:32.233" v="6196" actId="465"/>
          <ac:spMkLst>
            <pc:docMk/>
            <pc:sldMk cId="4048553935" sldId="2147480833"/>
            <ac:spMk id="98" creationId="{094EA698-24DD-2D64-B461-322B47F30378}"/>
          </ac:spMkLst>
        </pc:spChg>
        <pc:spChg chg="add mod">
          <ac:chgData name="Takeuchi, Koichiro" userId="b3848a05-443b-4434-8fa5-7398ca0c03c9" providerId="ADAL" clId="{8AE3A369-E55C-4573-8F49-6E668EF80783}" dt="2024-07-03T10:42:32.233" v="6196" actId="465"/>
          <ac:spMkLst>
            <pc:docMk/>
            <pc:sldMk cId="4048553935" sldId="2147480833"/>
            <ac:spMk id="99" creationId="{8EA22104-19FC-9FA7-2EB8-684ED287A52D}"/>
          </ac:spMkLst>
        </pc:spChg>
        <pc:spChg chg="add mod">
          <ac:chgData name="Takeuchi, Koichiro" userId="b3848a05-443b-4434-8fa5-7398ca0c03c9" providerId="ADAL" clId="{8AE3A369-E55C-4573-8F49-6E668EF80783}" dt="2024-07-03T10:42:32.233" v="6196" actId="465"/>
          <ac:spMkLst>
            <pc:docMk/>
            <pc:sldMk cId="4048553935" sldId="2147480833"/>
            <ac:spMk id="100" creationId="{FDB668D4-20A6-D4E5-CA60-79393E041CDA}"/>
          </ac:spMkLst>
        </pc:spChg>
        <pc:spChg chg="add mod">
          <ac:chgData name="Takeuchi, Koichiro" userId="b3848a05-443b-4434-8fa5-7398ca0c03c9" providerId="ADAL" clId="{8AE3A369-E55C-4573-8F49-6E668EF80783}" dt="2024-07-03T11:32:29.404" v="8739" actId="20577"/>
          <ac:spMkLst>
            <pc:docMk/>
            <pc:sldMk cId="4048553935" sldId="2147480833"/>
            <ac:spMk id="101" creationId="{53DEB7EA-547D-0D41-2105-639D6406EB78}"/>
          </ac:spMkLst>
        </pc:spChg>
        <pc:spChg chg="add mod">
          <ac:chgData name="Takeuchi, Koichiro" userId="b3848a05-443b-4434-8fa5-7398ca0c03c9" providerId="ADAL" clId="{8AE3A369-E55C-4573-8F49-6E668EF80783}" dt="2024-07-03T10:42:32.233" v="6196" actId="465"/>
          <ac:spMkLst>
            <pc:docMk/>
            <pc:sldMk cId="4048553935" sldId="2147480833"/>
            <ac:spMk id="102" creationId="{65AF4625-EB88-757F-CB69-0651DAA91ECA}"/>
          </ac:spMkLst>
        </pc:spChg>
        <pc:spChg chg="add mod">
          <ac:chgData name="Takeuchi, Koichiro" userId="b3848a05-443b-4434-8fa5-7398ca0c03c9" providerId="ADAL" clId="{8AE3A369-E55C-4573-8F49-6E668EF80783}" dt="2024-07-03T10:42:32.233" v="6196" actId="465"/>
          <ac:spMkLst>
            <pc:docMk/>
            <pc:sldMk cId="4048553935" sldId="2147480833"/>
            <ac:spMk id="103" creationId="{982A4875-0261-2419-8867-1FF5AF269E77}"/>
          </ac:spMkLst>
        </pc:spChg>
        <pc:spChg chg="add mod">
          <ac:chgData name="Takeuchi, Koichiro" userId="b3848a05-443b-4434-8fa5-7398ca0c03c9" providerId="ADAL" clId="{8AE3A369-E55C-4573-8F49-6E668EF80783}" dt="2024-07-03T10:42:32.233" v="6196" actId="465"/>
          <ac:spMkLst>
            <pc:docMk/>
            <pc:sldMk cId="4048553935" sldId="2147480833"/>
            <ac:spMk id="104" creationId="{53354AB1-71B9-CD59-E83B-003057016691}"/>
          </ac:spMkLst>
        </pc:spChg>
        <pc:spChg chg="add mod">
          <ac:chgData name="Takeuchi, Koichiro" userId="b3848a05-443b-4434-8fa5-7398ca0c03c9" providerId="ADAL" clId="{8AE3A369-E55C-4573-8F49-6E668EF80783}" dt="2024-07-03T10:42:24.006" v="6195" actId="1035"/>
          <ac:spMkLst>
            <pc:docMk/>
            <pc:sldMk cId="4048553935" sldId="2147480833"/>
            <ac:spMk id="105" creationId="{99B22893-E6B8-7B22-AA88-BB875987B864}"/>
          </ac:spMkLst>
        </pc:spChg>
        <pc:spChg chg="mod">
          <ac:chgData name="Takeuchi, Koichiro" userId="b3848a05-443b-4434-8fa5-7398ca0c03c9" providerId="ADAL" clId="{8AE3A369-E55C-4573-8F49-6E668EF80783}" dt="2024-07-03T06:36:29.535" v="5084" actId="20577"/>
          <ac:spMkLst>
            <pc:docMk/>
            <pc:sldMk cId="4048553935" sldId="2147480833"/>
            <ac:spMk id="108" creationId="{45F6A10C-B452-1078-4979-B91ED759C15D}"/>
          </ac:spMkLst>
        </pc:spChg>
        <pc:spChg chg="add del mod">
          <ac:chgData name="Takeuchi, Koichiro" userId="b3848a05-443b-4434-8fa5-7398ca0c03c9" providerId="ADAL" clId="{8AE3A369-E55C-4573-8F49-6E668EF80783}" dt="2024-07-03T11:16:58.671" v="8033" actId="21"/>
          <ac:spMkLst>
            <pc:docMk/>
            <pc:sldMk cId="4048553935" sldId="2147480833"/>
            <ac:spMk id="110" creationId="{FAF3144E-B0A2-F9B7-3447-FE8D88991A4B}"/>
          </ac:spMkLst>
        </pc:spChg>
        <pc:spChg chg="mod topLvl">
          <ac:chgData name="Takeuchi, Koichiro" userId="b3848a05-443b-4434-8fa5-7398ca0c03c9" providerId="ADAL" clId="{8AE3A369-E55C-4573-8F49-6E668EF80783}" dt="2024-07-12T00:01:02.253" v="19090" actId="20577"/>
          <ac:spMkLst>
            <pc:docMk/>
            <pc:sldMk cId="4048553935" sldId="2147480833"/>
            <ac:spMk id="178" creationId="{2B563CE4-997C-0671-1FC0-EF6FB12FF81E}"/>
          </ac:spMkLst>
        </pc:spChg>
        <pc:spChg chg="mod topLvl">
          <ac:chgData name="Takeuchi, Koichiro" userId="b3848a05-443b-4434-8fa5-7398ca0c03c9" providerId="ADAL" clId="{8AE3A369-E55C-4573-8F49-6E668EF80783}" dt="2024-07-03T10:42:47.254" v="6199" actId="465"/>
          <ac:spMkLst>
            <pc:docMk/>
            <pc:sldMk cId="4048553935" sldId="2147480833"/>
            <ac:spMk id="179" creationId="{662C7231-C89D-AD70-52F5-24E6573A6A5A}"/>
          </ac:spMkLst>
        </pc:spChg>
        <pc:spChg chg="mod topLvl">
          <ac:chgData name="Takeuchi, Koichiro" userId="b3848a05-443b-4434-8fa5-7398ca0c03c9" providerId="ADAL" clId="{8AE3A369-E55C-4573-8F49-6E668EF80783}" dt="2024-07-12T00:01:08.897" v="19091"/>
          <ac:spMkLst>
            <pc:docMk/>
            <pc:sldMk cId="4048553935" sldId="2147480833"/>
            <ac:spMk id="181" creationId="{7CC81AB1-594D-AFC0-78BD-DD4119777380}"/>
          </ac:spMkLst>
        </pc:spChg>
        <pc:spChg chg="mod topLvl">
          <ac:chgData name="Takeuchi, Koichiro" userId="b3848a05-443b-4434-8fa5-7398ca0c03c9" providerId="ADAL" clId="{8AE3A369-E55C-4573-8F49-6E668EF80783}" dt="2024-07-03T10:42:47.254" v="6199" actId="465"/>
          <ac:spMkLst>
            <pc:docMk/>
            <pc:sldMk cId="4048553935" sldId="2147480833"/>
            <ac:spMk id="182" creationId="{7196C57E-D78B-E515-F1E1-EC3D446F3914}"/>
          </ac:spMkLst>
        </pc:spChg>
        <pc:spChg chg="mod topLvl">
          <ac:chgData name="Takeuchi, Koichiro" userId="b3848a05-443b-4434-8fa5-7398ca0c03c9" providerId="ADAL" clId="{8AE3A369-E55C-4573-8F49-6E668EF80783}" dt="2024-07-03T10:42:47.254" v="6199" actId="465"/>
          <ac:spMkLst>
            <pc:docMk/>
            <pc:sldMk cId="4048553935" sldId="2147480833"/>
            <ac:spMk id="183" creationId="{1A18D167-BC4A-F171-4B12-2CE48CBFEEBD}"/>
          </ac:spMkLst>
        </pc:spChg>
        <pc:spChg chg="mod topLvl">
          <ac:chgData name="Takeuchi, Koichiro" userId="b3848a05-443b-4434-8fa5-7398ca0c03c9" providerId="ADAL" clId="{8AE3A369-E55C-4573-8F49-6E668EF80783}" dt="2024-07-12T00:01:35.516" v="19094"/>
          <ac:spMkLst>
            <pc:docMk/>
            <pc:sldMk cId="4048553935" sldId="2147480833"/>
            <ac:spMk id="184" creationId="{07B6781A-0002-6C91-118A-9595F68C98A9}"/>
          </ac:spMkLst>
        </pc:spChg>
        <pc:spChg chg="mod topLvl">
          <ac:chgData name="Takeuchi, Koichiro" userId="b3848a05-443b-4434-8fa5-7398ca0c03c9" providerId="ADAL" clId="{8AE3A369-E55C-4573-8F49-6E668EF80783}" dt="2024-07-03T10:42:47.254" v="6199" actId="465"/>
          <ac:spMkLst>
            <pc:docMk/>
            <pc:sldMk cId="4048553935" sldId="2147480833"/>
            <ac:spMk id="185" creationId="{3090B859-B839-0E03-1FF5-529BE25B523D}"/>
          </ac:spMkLst>
        </pc:spChg>
        <pc:spChg chg="mod topLvl">
          <ac:chgData name="Takeuchi, Koichiro" userId="b3848a05-443b-4434-8fa5-7398ca0c03c9" providerId="ADAL" clId="{8AE3A369-E55C-4573-8F49-6E668EF80783}" dt="2024-07-03T10:42:47.254" v="6199" actId="465"/>
          <ac:spMkLst>
            <pc:docMk/>
            <pc:sldMk cId="4048553935" sldId="2147480833"/>
            <ac:spMk id="186" creationId="{F57B6D85-F5F5-2003-1A35-08ABD8FDC9F0}"/>
          </ac:spMkLst>
        </pc:spChg>
        <pc:spChg chg="mod topLvl">
          <ac:chgData name="Takeuchi, Koichiro" userId="b3848a05-443b-4434-8fa5-7398ca0c03c9" providerId="ADAL" clId="{8AE3A369-E55C-4573-8F49-6E668EF80783}" dt="2024-07-03T10:42:47.254" v="6199" actId="465"/>
          <ac:spMkLst>
            <pc:docMk/>
            <pc:sldMk cId="4048553935" sldId="2147480833"/>
            <ac:spMk id="187" creationId="{AA240F69-AE43-A9F6-02D9-3B3597305FD4}"/>
          </ac:spMkLst>
        </pc:spChg>
        <pc:spChg chg="mod topLvl">
          <ac:chgData name="Takeuchi, Koichiro" userId="b3848a05-443b-4434-8fa5-7398ca0c03c9" providerId="ADAL" clId="{8AE3A369-E55C-4573-8F49-6E668EF80783}" dt="2024-07-03T10:42:47.254" v="6199" actId="465"/>
          <ac:spMkLst>
            <pc:docMk/>
            <pc:sldMk cId="4048553935" sldId="2147480833"/>
            <ac:spMk id="188" creationId="{F4F321B6-A683-A81D-33EC-FA0B944FF201}"/>
          </ac:spMkLst>
        </pc:spChg>
        <pc:spChg chg="mod topLvl">
          <ac:chgData name="Takeuchi, Koichiro" userId="b3848a05-443b-4434-8fa5-7398ca0c03c9" providerId="ADAL" clId="{8AE3A369-E55C-4573-8F49-6E668EF80783}" dt="2024-07-03T10:42:47.254" v="6199" actId="465"/>
          <ac:spMkLst>
            <pc:docMk/>
            <pc:sldMk cId="4048553935" sldId="2147480833"/>
            <ac:spMk id="189" creationId="{E8F97E9A-8132-2D11-6001-9A3F3AECEF9F}"/>
          </ac:spMkLst>
        </pc:spChg>
        <pc:spChg chg="del">
          <ac:chgData name="Takeuchi, Koichiro" userId="b3848a05-443b-4434-8fa5-7398ca0c03c9" providerId="ADAL" clId="{8AE3A369-E55C-4573-8F49-6E668EF80783}" dt="2024-07-03T01:17:44.875" v="1469" actId="478"/>
          <ac:spMkLst>
            <pc:docMk/>
            <pc:sldMk cId="4048553935" sldId="2147480833"/>
            <ac:spMk id="208" creationId="{531F8940-1EFE-DA00-53F1-5015FAE21735}"/>
          </ac:spMkLst>
        </pc:spChg>
        <pc:spChg chg="del">
          <ac:chgData name="Takeuchi, Koichiro" userId="b3848a05-443b-4434-8fa5-7398ca0c03c9" providerId="ADAL" clId="{8AE3A369-E55C-4573-8F49-6E668EF80783}" dt="2024-07-03T01:17:44.875" v="1469" actId="478"/>
          <ac:spMkLst>
            <pc:docMk/>
            <pc:sldMk cId="4048553935" sldId="2147480833"/>
            <ac:spMk id="209" creationId="{30B282B6-9750-FA8B-6C51-A5917F777134}"/>
          </ac:spMkLst>
        </pc:spChg>
        <pc:spChg chg="del">
          <ac:chgData name="Takeuchi, Koichiro" userId="b3848a05-443b-4434-8fa5-7398ca0c03c9" providerId="ADAL" clId="{8AE3A369-E55C-4573-8F49-6E668EF80783}" dt="2024-07-03T01:17:44.875" v="1469" actId="478"/>
          <ac:spMkLst>
            <pc:docMk/>
            <pc:sldMk cId="4048553935" sldId="2147480833"/>
            <ac:spMk id="210" creationId="{35CE46D5-A796-E027-5CAC-CF70DF116A4B}"/>
          </ac:spMkLst>
        </pc:spChg>
        <pc:spChg chg="del">
          <ac:chgData name="Takeuchi, Koichiro" userId="b3848a05-443b-4434-8fa5-7398ca0c03c9" providerId="ADAL" clId="{8AE3A369-E55C-4573-8F49-6E668EF80783}" dt="2024-07-03T01:17:44.875" v="1469" actId="478"/>
          <ac:spMkLst>
            <pc:docMk/>
            <pc:sldMk cId="4048553935" sldId="2147480833"/>
            <ac:spMk id="211" creationId="{AFF9BE76-BCFA-CBD5-8E5B-971A0279D4FD}"/>
          </ac:spMkLst>
        </pc:spChg>
        <pc:spChg chg="del">
          <ac:chgData name="Takeuchi, Koichiro" userId="b3848a05-443b-4434-8fa5-7398ca0c03c9" providerId="ADAL" clId="{8AE3A369-E55C-4573-8F49-6E668EF80783}" dt="2024-07-03T01:17:44.875" v="1469" actId="478"/>
          <ac:spMkLst>
            <pc:docMk/>
            <pc:sldMk cId="4048553935" sldId="2147480833"/>
            <ac:spMk id="212" creationId="{14A9D9A1-4AEE-599B-32A1-C126CF147B38}"/>
          </ac:spMkLst>
        </pc:spChg>
        <pc:spChg chg="del">
          <ac:chgData name="Takeuchi, Koichiro" userId="b3848a05-443b-4434-8fa5-7398ca0c03c9" providerId="ADAL" clId="{8AE3A369-E55C-4573-8F49-6E668EF80783}" dt="2024-07-03T01:17:44.875" v="1469" actId="478"/>
          <ac:spMkLst>
            <pc:docMk/>
            <pc:sldMk cId="4048553935" sldId="2147480833"/>
            <ac:spMk id="213" creationId="{4E7C820E-2345-BB83-143F-E8B2E618B28D}"/>
          </ac:spMkLst>
        </pc:spChg>
        <pc:spChg chg="del">
          <ac:chgData name="Takeuchi, Koichiro" userId="b3848a05-443b-4434-8fa5-7398ca0c03c9" providerId="ADAL" clId="{8AE3A369-E55C-4573-8F49-6E668EF80783}" dt="2024-07-03T01:17:44.875" v="1469" actId="478"/>
          <ac:spMkLst>
            <pc:docMk/>
            <pc:sldMk cId="4048553935" sldId="2147480833"/>
            <ac:spMk id="214" creationId="{8912081A-38C7-6169-5113-49BD0264F6FF}"/>
          </ac:spMkLst>
        </pc:spChg>
        <pc:spChg chg="del">
          <ac:chgData name="Takeuchi, Koichiro" userId="b3848a05-443b-4434-8fa5-7398ca0c03c9" providerId="ADAL" clId="{8AE3A369-E55C-4573-8F49-6E668EF80783}" dt="2024-07-03T01:17:44.875" v="1469" actId="478"/>
          <ac:spMkLst>
            <pc:docMk/>
            <pc:sldMk cId="4048553935" sldId="2147480833"/>
            <ac:spMk id="215" creationId="{43FD22A2-8270-CE73-7B7D-6930666C3742}"/>
          </ac:spMkLst>
        </pc:spChg>
        <pc:spChg chg="del">
          <ac:chgData name="Takeuchi, Koichiro" userId="b3848a05-443b-4434-8fa5-7398ca0c03c9" providerId="ADAL" clId="{8AE3A369-E55C-4573-8F49-6E668EF80783}" dt="2024-07-03T01:17:44.875" v="1469" actId="478"/>
          <ac:spMkLst>
            <pc:docMk/>
            <pc:sldMk cId="4048553935" sldId="2147480833"/>
            <ac:spMk id="216" creationId="{D1D443BD-5FF5-0466-8254-D380AA63B39F}"/>
          </ac:spMkLst>
        </pc:spChg>
        <pc:spChg chg="del">
          <ac:chgData name="Takeuchi, Koichiro" userId="b3848a05-443b-4434-8fa5-7398ca0c03c9" providerId="ADAL" clId="{8AE3A369-E55C-4573-8F49-6E668EF80783}" dt="2024-07-03T01:17:44.875" v="1469" actId="478"/>
          <ac:spMkLst>
            <pc:docMk/>
            <pc:sldMk cId="4048553935" sldId="2147480833"/>
            <ac:spMk id="217" creationId="{040B7B0C-2E0B-336E-FC0D-9741329C79D8}"/>
          </ac:spMkLst>
        </pc:spChg>
        <pc:spChg chg="del">
          <ac:chgData name="Takeuchi, Koichiro" userId="b3848a05-443b-4434-8fa5-7398ca0c03c9" providerId="ADAL" clId="{8AE3A369-E55C-4573-8F49-6E668EF80783}" dt="2024-07-03T01:17:44.875" v="1469" actId="478"/>
          <ac:spMkLst>
            <pc:docMk/>
            <pc:sldMk cId="4048553935" sldId="2147480833"/>
            <ac:spMk id="218" creationId="{C5672CB1-C2C8-588F-CB81-5A4F126EB313}"/>
          </ac:spMkLst>
        </pc:spChg>
        <pc:spChg chg="mod topLvl">
          <ac:chgData name="Takeuchi, Koichiro" userId="b3848a05-443b-4434-8fa5-7398ca0c03c9" providerId="ADAL" clId="{8AE3A369-E55C-4573-8F49-6E668EF80783}" dt="2024-07-12T00:01:20.009" v="19092"/>
          <ac:spMkLst>
            <pc:docMk/>
            <pc:sldMk cId="4048553935" sldId="2147480833"/>
            <ac:spMk id="222" creationId="{35CDF988-BC75-346A-892B-F1012C18B7ED}"/>
          </ac:spMkLst>
        </pc:spChg>
        <pc:spChg chg="del">
          <ac:chgData name="Takeuchi, Koichiro" userId="b3848a05-443b-4434-8fa5-7398ca0c03c9" providerId="ADAL" clId="{8AE3A369-E55C-4573-8F49-6E668EF80783}" dt="2024-07-03T01:17:44.875" v="1469" actId="478"/>
          <ac:spMkLst>
            <pc:docMk/>
            <pc:sldMk cId="4048553935" sldId="2147480833"/>
            <ac:spMk id="224" creationId="{85BC9C2E-C34B-E93D-65E3-92129BE29BF3}"/>
          </ac:spMkLst>
        </pc:spChg>
        <pc:spChg chg="mod topLvl">
          <ac:chgData name="Takeuchi, Koichiro" userId="b3848a05-443b-4434-8fa5-7398ca0c03c9" providerId="ADAL" clId="{8AE3A369-E55C-4573-8F49-6E668EF80783}" dt="2024-07-03T10:42:47.254" v="6199" actId="465"/>
          <ac:spMkLst>
            <pc:docMk/>
            <pc:sldMk cId="4048553935" sldId="2147480833"/>
            <ac:spMk id="225" creationId="{513D32F9-642B-3EFA-3570-EFC5C5499E57}"/>
          </ac:spMkLst>
        </pc:spChg>
        <pc:spChg chg="del">
          <ac:chgData name="Takeuchi, Koichiro" userId="b3848a05-443b-4434-8fa5-7398ca0c03c9" providerId="ADAL" clId="{8AE3A369-E55C-4573-8F49-6E668EF80783}" dt="2024-07-03T01:17:44.875" v="1469" actId="478"/>
          <ac:spMkLst>
            <pc:docMk/>
            <pc:sldMk cId="4048553935" sldId="2147480833"/>
            <ac:spMk id="227" creationId="{3791F0AB-B144-EA72-B581-3B967285A068}"/>
          </ac:spMkLst>
        </pc:spChg>
        <pc:spChg chg="mod topLvl">
          <ac:chgData name="Takeuchi, Koichiro" userId="b3848a05-443b-4434-8fa5-7398ca0c03c9" providerId="ADAL" clId="{8AE3A369-E55C-4573-8F49-6E668EF80783}" dt="2024-07-03T10:42:24.006" v="6195" actId="1035"/>
          <ac:spMkLst>
            <pc:docMk/>
            <pc:sldMk cId="4048553935" sldId="2147480833"/>
            <ac:spMk id="251" creationId="{81507707-9F80-FF46-842A-73FC5851881F}"/>
          </ac:spMkLst>
        </pc:spChg>
        <pc:spChg chg="mod">
          <ac:chgData name="Takeuchi, Koichiro" userId="b3848a05-443b-4434-8fa5-7398ca0c03c9" providerId="ADAL" clId="{8AE3A369-E55C-4573-8F49-6E668EF80783}" dt="2024-07-03T01:17:51.123" v="1470" actId="165"/>
          <ac:spMkLst>
            <pc:docMk/>
            <pc:sldMk cId="4048553935" sldId="2147480833"/>
            <ac:spMk id="255" creationId="{8DF0C800-9480-1D55-C3A5-A90B83D54F6D}"/>
          </ac:spMkLst>
        </pc:spChg>
        <pc:spChg chg="del">
          <ac:chgData name="Takeuchi, Koichiro" userId="b3848a05-443b-4434-8fa5-7398ca0c03c9" providerId="ADAL" clId="{8AE3A369-E55C-4573-8F49-6E668EF80783}" dt="2024-07-03T01:17:44.875" v="1469" actId="478"/>
          <ac:spMkLst>
            <pc:docMk/>
            <pc:sldMk cId="4048553935" sldId="2147480833"/>
            <ac:spMk id="263" creationId="{23249CE0-6054-8C26-59F0-EDA6D641ABCC}"/>
          </ac:spMkLst>
        </pc:spChg>
        <pc:spChg chg="mod topLvl">
          <ac:chgData name="Takeuchi, Koichiro" userId="b3848a05-443b-4434-8fa5-7398ca0c03c9" providerId="ADAL" clId="{8AE3A369-E55C-4573-8F49-6E668EF80783}" dt="2024-07-12T00:01:28.187" v="19093"/>
          <ac:spMkLst>
            <pc:docMk/>
            <pc:sldMk cId="4048553935" sldId="2147480833"/>
            <ac:spMk id="307" creationId="{A30F2A7E-74DF-AB94-8078-83D7E13CCB00}"/>
          </ac:spMkLst>
        </pc:spChg>
        <pc:spChg chg="del">
          <ac:chgData name="Takeuchi, Koichiro" userId="b3848a05-443b-4434-8fa5-7398ca0c03c9" providerId="ADAL" clId="{8AE3A369-E55C-4573-8F49-6E668EF80783}" dt="2024-07-03T01:17:44.875" v="1469" actId="478"/>
          <ac:spMkLst>
            <pc:docMk/>
            <pc:sldMk cId="4048553935" sldId="2147480833"/>
            <ac:spMk id="308" creationId="{48AD3ECE-2A9A-A9F8-0CBE-5B277B5774CE}"/>
          </ac:spMkLst>
        </pc:spChg>
        <pc:grpChg chg="add mod topLvl">
          <ac:chgData name="Takeuchi, Koichiro" userId="b3848a05-443b-4434-8fa5-7398ca0c03c9" providerId="ADAL" clId="{8AE3A369-E55C-4573-8F49-6E668EF80783}" dt="2024-07-03T10:31:04.432" v="5590" actId="1037"/>
          <ac:grpSpMkLst>
            <pc:docMk/>
            <pc:sldMk cId="4048553935" sldId="2147480833"/>
            <ac:grpSpMk id="3" creationId="{BC747C5B-1258-1B05-6052-A8E54E4A9C23}"/>
          </ac:grpSpMkLst>
        </pc:grpChg>
        <pc:grpChg chg="del">
          <ac:chgData name="Takeuchi, Koichiro" userId="b3848a05-443b-4434-8fa5-7398ca0c03c9" providerId="ADAL" clId="{8AE3A369-E55C-4573-8F49-6E668EF80783}" dt="2024-07-03T01:17:51.123" v="1470" actId="165"/>
          <ac:grpSpMkLst>
            <pc:docMk/>
            <pc:sldMk cId="4048553935" sldId="2147480833"/>
            <ac:grpSpMk id="6" creationId="{700CCA30-8242-5458-5993-8558AF2A708C}"/>
          </ac:grpSpMkLst>
        </pc:grpChg>
        <pc:grpChg chg="add del mod">
          <ac:chgData name="Takeuchi, Koichiro" userId="b3848a05-443b-4434-8fa5-7398ca0c03c9" providerId="ADAL" clId="{8AE3A369-E55C-4573-8F49-6E668EF80783}" dt="2024-07-03T10:34:58.229" v="5649" actId="165"/>
          <ac:grpSpMkLst>
            <pc:docMk/>
            <pc:sldMk cId="4048553935" sldId="2147480833"/>
            <ac:grpSpMk id="13" creationId="{A015F0B9-DAAB-7DBB-3E7B-47048048FDAC}"/>
          </ac:grpSpMkLst>
        </pc:grpChg>
        <pc:grpChg chg="add mod topLvl">
          <ac:chgData name="Takeuchi, Koichiro" userId="b3848a05-443b-4434-8fa5-7398ca0c03c9" providerId="ADAL" clId="{8AE3A369-E55C-4573-8F49-6E668EF80783}" dt="2024-07-03T10:31:04.432" v="5590" actId="1037"/>
          <ac:grpSpMkLst>
            <pc:docMk/>
            <pc:sldMk cId="4048553935" sldId="2147480833"/>
            <ac:grpSpMk id="21" creationId="{23ACB24F-859D-466D-63FA-84FA93ED89E9}"/>
          </ac:grpSpMkLst>
        </pc:grpChg>
        <pc:grpChg chg="del">
          <ac:chgData name="Takeuchi, Koichiro" userId="b3848a05-443b-4434-8fa5-7398ca0c03c9" providerId="ADAL" clId="{8AE3A369-E55C-4573-8F49-6E668EF80783}" dt="2024-07-03T01:14:46.884" v="1313" actId="478"/>
          <ac:grpSpMkLst>
            <pc:docMk/>
            <pc:sldMk cId="4048553935" sldId="2147480833"/>
            <ac:grpSpMk id="25" creationId="{2A54FA47-0E35-1A7B-2118-B7581D0D08E2}"/>
          </ac:grpSpMkLst>
        </pc:grpChg>
        <pc:grpChg chg="add mod">
          <ac:chgData name="Takeuchi, Koichiro" userId="b3848a05-443b-4434-8fa5-7398ca0c03c9" providerId="ADAL" clId="{8AE3A369-E55C-4573-8F49-6E668EF80783}" dt="2024-07-03T01:23:08.709" v="1757" actId="164"/>
          <ac:grpSpMkLst>
            <pc:docMk/>
            <pc:sldMk cId="4048553935" sldId="2147480833"/>
            <ac:grpSpMk id="43" creationId="{02F94A99-A38C-F5EB-A733-072F858017E7}"/>
          </ac:grpSpMkLst>
        </pc:grpChg>
        <pc:grpChg chg="del">
          <ac:chgData name="Takeuchi, Koichiro" userId="b3848a05-443b-4434-8fa5-7398ca0c03c9" providerId="ADAL" clId="{8AE3A369-E55C-4573-8F49-6E668EF80783}" dt="2024-07-03T01:14:44.211" v="1312" actId="478"/>
          <ac:grpSpMkLst>
            <pc:docMk/>
            <pc:sldMk cId="4048553935" sldId="2147480833"/>
            <ac:grpSpMk id="44" creationId="{0268E6E6-0163-7AB8-FE04-4731C4A726D4}"/>
          </ac:grpSpMkLst>
        </pc:grpChg>
        <pc:grpChg chg="add del mod">
          <ac:chgData name="Takeuchi, Koichiro" userId="b3848a05-443b-4434-8fa5-7398ca0c03c9" providerId="ADAL" clId="{8AE3A369-E55C-4573-8F49-6E668EF80783}" dt="2024-07-03T01:24:53.747" v="1794" actId="165"/>
          <ac:grpSpMkLst>
            <pc:docMk/>
            <pc:sldMk cId="4048553935" sldId="2147480833"/>
            <ac:grpSpMk id="47" creationId="{D61502B3-B286-BB41-0C7E-9B37B162FDC0}"/>
          </ac:grpSpMkLst>
        </pc:grpChg>
        <pc:grpChg chg="add del mod">
          <ac:chgData name="Takeuchi, Koichiro" userId="b3848a05-443b-4434-8fa5-7398ca0c03c9" providerId="ADAL" clId="{8AE3A369-E55C-4573-8F49-6E668EF80783}" dt="2024-07-03T01:24:13.823" v="1783" actId="165"/>
          <ac:grpSpMkLst>
            <pc:docMk/>
            <pc:sldMk cId="4048553935" sldId="2147480833"/>
            <ac:grpSpMk id="48" creationId="{289A364C-2C1C-41C8-5384-2F9E0736E121}"/>
          </ac:grpSpMkLst>
        </pc:grpChg>
        <pc:grpChg chg="del">
          <ac:chgData name="Takeuchi, Koichiro" userId="b3848a05-443b-4434-8fa5-7398ca0c03c9" providerId="ADAL" clId="{8AE3A369-E55C-4573-8F49-6E668EF80783}" dt="2024-07-03T01:14:44.211" v="1312" actId="478"/>
          <ac:grpSpMkLst>
            <pc:docMk/>
            <pc:sldMk cId="4048553935" sldId="2147480833"/>
            <ac:grpSpMk id="50" creationId="{ACEFCF3C-2616-77E0-F8EF-14862CC5C5D9}"/>
          </ac:grpSpMkLst>
        </pc:grpChg>
        <pc:grpChg chg="add del mod">
          <ac:chgData name="Takeuchi, Koichiro" userId="b3848a05-443b-4434-8fa5-7398ca0c03c9" providerId="ADAL" clId="{8AE3A369-E55C-4573-8F49-6E668EF80783}" dt="2024-07-12T00:01:40.581" v="19095" actId="478"/>
          <ac:grpSpMkLst>
            <pc:docMk/>
            <pc:sldMk cId="4048553935" sldId="2147480833"/>
            <ac:grpSpMk id="51" creationId="{CB9F3C42-5461-A972-FC12-B5C2A9025688}"/>
          </ac:grpSpMkLst>
        </pc:grpChg>
        <pc:grpChg chg="add mod">
          <ac:chgData name="Takeuchi, Koichiro" userId="b3848a05-443b-4434-8fa5-7398ca0c03c9" providerId="ADAL" clId="{8AE3A369-E55C-4573-8F49-6E668EF80783}" dt="2024-07-03T10:31:04.432" v="5590" actId="1037"/>
          <ac:grpSpMkLst>
            <pc:docMk/>
            <pc:sldMk cId="4048553935" sldId="2147480833"/>
            <ac:grpSpMk id="85" creationId="{98EA902E-C8F2-3E15-9B22-E2836288E1CE}"/>
          </ac:grpSpMkLst>
        </pc:grpChg>
        <pc:grpChg chg="add mod">
          <ac:chgData name="Takeuchi, Koichiro" userId="b3848a05-443b-4434-8fa5-7398ca0c03c9" providerId="ADAL" clId="{8AE3A369-E55C-4573-8F49-6E668EF80783}" dt="2024-07-03T10:31:04.432" v="5590" actId="1037"/>
          <ac:grpSpMkLst>
            <pc:docMk/>
            <pc:sldMk cId="4048553935" sldId="2147480833"/>
            <ac:grpSpMk id="88" creationId="{9BBF723B-F9B0-CAE4-3F2F-7F24AD2A065A}"/>
          </ac:grpSpMkLst>
        </pc:grpChg>
        <pc:grpChg chg="add mod">
          <ac:chgData name="Takeuchi, Koichiro" userId="b3848a05-443b-4434-8fa5-7398ca0c03c9" providerId="ADAL" clId="{8AE3A369-E55C-4573-8F49-6E668EF80783}" dt="2024-07-03T10:31:04.432" v="5590" actId="1037"/>
          <ac:grpSpMkLst>
            <pc:docMk/>
            <pc:sldMk cId="4048553935" sldId="2147480833"/>
            <ac:grpSpMk id="106" creationId="{BF88E2C6-2D5E-4B37-BD68-06527234AD6E}"/>
          </ac:grpSpMkLst>
        </pc:grpChg>
        <pc:grpChg chg="del mod topLvl">
          <ac:chgData name="Takeuchi, Koichiro" userId="b3848a05-443b-4434-8fa5-7398ca0c03c9" providerId="ADAL" clId="{8AE3A369-E55C-4573-8F49-6E668EF80783}" dt="2024-07-03T01:19:26.501" v="1535" actId="478"/>
          <ac:grpSpMkLst>
            <pc:docMk/>
            <pc:sldMk cId="4048553935" sldId="2147480833"/>
            <ac:grpSpMk id="253" creationId="{57EDF151-EDB9-13C6-5073-717E1CB3AEBB}"/>
          </ac:grpSpMkLst>
        </pc:grpChg>
        <pc:grpChg chg="del">
          <ac:chgData name="Takeuchi, Koichiro" userId="b3848a05-443b-4434-8fa5-7398ca0c03c9" providerId="ADAL" clId="{8AE3A369-E55C-4573-8F49-6E668EF80783}" dt="2024-07-03T01:17:44.875" v="1469" actId="478"/>
          <ac:grpSpMkLst>
            <pc:docMk/>
            <pc:sldMk cId="4048553935" sldId="2147480833"/>
            <ac:grpSpMk id="259" creationId="{BD742AFC-913D-9D9A-8B50-52664690A895}"/>
          </ac:grpSpMkLst>
        </pc:grpChg>
        <pc:picChg chg="del">
          <ac:chgData name="Takeuchi, Koichiro" userId="b3848a05-443b-4434-8fa5-7398ca0c03c9" providerId="ADAL" clId="{8AE3A369-E55C-4573-8F49-6E668EF80783}" dt="2024-07-03T01:14:44.211" v="1312" actId="478"/>
          <ac:picMkLst>
            <pc:docMk/>
            <pc:sldMk cId="4048553935" sldId="2147480833"/>
            <ac:picMk id="8" creationId="{5D68DA90-B67E-55DC-F4BC-AD4AFF3E6148}"/>
          </ac:picMkLst>
        </pc:picChg>
        <pc:picChg chg="del">
          <ac:chgData name="Takeuchi, Koichiro" userId="b3848a05-443b-4434-8fa5-7398ca0c03c9" providerId="ADAL" clId="{8AE3A369-E55C-4573-8F49-6E668EF80783}" dt="2024-07-03T01:14:44.211" v="1312" actId="478"/>
          <ac:picMkLst>
            <pc:docMk/>
            <pc:sldMk cId="4048553935" sldId="2147480833"/>
            <ac:picMk id="10" creationId="{BE5EFDB0-217F-F65B-CE02-B3E34096D7EA}"/>
          </ac:picMkLst>
        </pc:picChg>
        <pc:picChg chg="del">
          <ac:chgData name="Takeuchi, Koichiro" userId="b3848a05-443b-4434-8fa5-7398ca0c03c9" providerId="ADAL" clId="{8AE3A369-E55C-4573-8F49-6E668EF80783}" dt="2024-07-03T01:14:44.211" v="1312" actId="478"/>
          <ac:picMkLst>
            <pc:docMk/>
            <pc:sldMk cId="4048553935" sldId="2147480833"/>
            <ac:picMk id="11" creationId="{6ACE522A-DB4F-19F1-338C-B761D0B2699E}"/>
          </ac:picMkLst>
        </pc:picChg>
        <pc:cxnChg chg="mod">
          <ac:chgData name="Takeuchi, Koichiro" userId="b3848a05-443b-4434-8fa5-7398ca0c03c9" providerId="ADAL" clId="{8AE3A369-E55C-4573-8F49-6E668EF80783}" dt="2024-07-03T01:24:13.823" v="1783" actId="165"/>
          <ac:cxnSpMkLst>
            <pc:docMk/>
            <pc:sldMk cId="4048553935" sldId="2147480833"/>
            <ac:cxnSpMk id="19" creationId="{65AF378D-5419-089A-8201-184A7561AD20}"/>
          </ac:cxnSpMkLst>
        </pc:cxnChg>
        <pc:cxnChg chg="del mod">
          <ac:chgData name="Takeuchi, Koichiro" userId="b3848a05-443b-4434-8fa5-7398ca0c03c9" providerId="ADAL" clId="{8AE3A369-E55C-4573-8F49-6E668EF80783}" dt="2024-07-03T01:14:44.211" v="1312" actId="478"/>
          <ac:cxnSpMkLst>
            <pc:docMk/>
            <pc:sldMk cId="4048553935" sldId="2147480833"/>
            <ac:cxnSpMk id="22" creationId="{130F5DBF-645B-D8CF-3BD2-17554BC75219}"/>
          </ac:cxnSpMkLst>
        </pc:cxnChg>
        <pc:cxnChg chg="del mod">
          <ac:chgData name="Takeuchi, Koichiro" userId="b3848a05-443b-4434-8fa5-7398ca0c03c9" providerId="ADAL" clId="{8AE3A369-E55C-4573-8F49-6E668EF80783}" dt="2024-07-03T01:14:44.211" v="1312" actId="478"/>
          <ac:cxnSpMkLst>
            <pc:docMk/>
            <pc:sldMk cId="4048553935" sldId="2147480833"/>
            <ac:cxnSpMk id="23" creationId="{9A7CA008-4115-3C2A-02F7-6DD94000A43F}"/>
          </ac:cxnSpMkLst>
        </pc:cxnChg>
        <pc:cxnChg chg="mod">
          <ac:chgData name="Takeuchi, Koichiro" userId="b3848a05-443b-4434-8fa5-7398ca0c03c9" providerId="ADAL" clId="{8AE3A369-E55C-4573-8F49-6E668EF80783}" dt="2024-07-03T01:24:53.747" v="1794" actId="165"/>
          <ac:cxnSpMkLst>
            <pc:docMk/>
            <pc:sldMk cId="4048553935" sldId="2147480833"/>
            <ac:cxnSpMk id="24" creationId="{AF3EDF4C-9621-E6A0-D1EB-FD9B98A6A8C2}"/>
          </ac:cxnSpMkLst>
        </pc:cxnChg>
        <pc:cxnChg chg="del mod">
          <ac:chgData name="Takeuchi, Koichiro" userId="b3848a05-443b-4434-8fa5-7398ca0c03c9" providerId="ADAL" clId="{8AE3A369-E55C-4573-8F49-6E668EF80783}" dt="2024-07-03T01:14:44.211" v="1312" actId="478"/>
          <ac:cxnSpMkLst>
            <pc:docMk/>
            <pc:sldMk cId="4048553935" sldId="2147480833"/>
            <ac:cxnSpMk id="27" creationId="{DE7AA20C-F602-DBEA-0FB0-4C3CE1A0FA43}"/>
          </ac:cxnSpMkLst>
        </pc:cxnChg>
        <pc:cxnChg chg="mod">
          <ac:chgData name="Takeuchi, Koichiro" userId="b3848a05-443b-4434-8fa5-7398ca0c03c9" providerId="ADAL" clId="{8AE3A369-E55C-4573-8F49-6E668EF80783}" dt="2024-07-12T00:00:49.835" v="19066"/>
          <ac:cxnSpMkLst>
            <pc:docMk/>
            <pc:sldMk cId="4048553935" sldId="2147480833"/>
            <ac:cxnSpMk id="52" creationId="{7080A427-6443-C68C-363A-26CE0E2B9567}"/>
          </ac:cxnSpMkLst>
        </pc:cxnChg>
        <pc:cxnChg chg="mod">
          <ac:chgData name="Takeuchi, Koichiro" userId="b3848a05-443b-4434-8fa5-7398ca0c03c9" providerId="ADAL" clId="{8AE3A369-E55C-4573-8F49-6E668EF80783}" dt="2024-07-03T01:44:59.569" v="3848"/>
          <ac:cxnSpMkLst>
            <pc:docMk/>
            <pc:sldMk cId="4048553935" sldId="2147480833"/>
            <ac:cxnSpMk id="86" creationId="{1D96E83D-FF7F-0149-8951-0AF1CE59535D}"/>
          </ac:cxnSpMkLst>
        </pc:cxnChg>
        <pc:cxnChg chg="mod">
          <ac:chgData name="Takeuchi, Koichiro" userId="b3848a05-443b-4434-8fa5-7398ca0c03c9" providerId="ADAL" clId="{8AE3A369-E55C-4573-8F49-6E668EF80783}" dt="2024-07-03T01:45:34.284" v="3902"/>
          <ac:cxnSpMkLst>
            <pc:docMk/>
            <pc:sldMk cId="4048553935" sldId="2147480833"/>
            <ac:cxnSpMk id="89" creationId="{3D77DB7D-1FD1-7025-CED9-DADB0D93D7BC}"/>
          </ac:cxnSpMkLst>
        </pc:cxnChg>
        <pc:cxnChg chg="mod">
          <ac:chgData name="Takeuchi, Koichiro" userId="b3848a05-443b-4434-8fa5-7398ca0c03c9" providerId="ADAL" clId="{8AE3A369-E55C-4573-8F49-6E668EF80783}" dt="2024-07-03T01:45:57.363" v="3914"/>
          <ac:cxnSpMkLst>
            <pc:docMk/>
            <pc:sldMk cId="4048553935" sldId="2147480833"/>
            <ac:cxnSpMk id="107" creationId="{A1BEA4BB-9C07-EA1B-DB8C-7A13FD962B56}"/>
          </ac:cxnSpMkLst>
        </pc:cxnChg>
        <pc:cxnChg chg="del mod">
          <ac:chgData name="Takeuchi, Koichiro" userId="b3848a05-443b-4434-8fa5-7398ca0c03c9" providerId="ADAL" clId="{8AE3A369-E55C-4573-8F49-6E668EF80783}" dt="2024-07-03T01:14:44.211" v="1312" actId="478"/>
          <ac:cxnSpMkLst>
            <pc:docMk/>
            <pc:sldMk cId="4048553935" sldId="2147480833"/>
            <ac:cxnSpMk id="109" creationId="{3275AEDC-025C-4B1F-4533-4B10EE78329F}"/>
          </ac:cxnSpMkLst>
        </pc:cxnChg>
        <pc:cxnChg chg="del mod">
          <ac:chgData name="Takeuchi, Koichiro" userId="b3848a05-443b-4434-8fa5-7398ca0c03c9" providerId="ADAL" clId="{8AE3A369-E55C-4573-8F49-6E668EF80783}" dt="2024-07-03T01:14:44.211" v="1312" actId="478"/>
          <ac:cxnSpMkLst>
            <pc:docMk/>
            <pc:sldMk cId="4048553935" sldId="2147480833"/>
            <ac:cxnSpMk id="125" creationId="{8787CE3C-CA7A-A3BE-09AF-744A7190F664}"/>
          </ac:cxnSpMkLst>
        </pc:cxnChg>
        <pc:cxnChg chg="del mod">
          <ac:chgData name="Takeuchi, Koichiro" userId="b3848a05-443b-4434-8fa5-7398ca0c03c9" providerId="ADAL" clId="{8AE3A369-E55C-4573-8F49-6E668EF80783}" dt="2024-07-03T01:14:44.211" v="1312" actId="478"/>
          <ac:cxnSpMkLst>
            <pc:docMk/>
            <pc:sldMk cId="4048553935" sldId="2147480833"/>
            <ac:cxnSpMk id="139" creationId="{8DC7AD91-655E-054E-7D1E-D98A085B9247}"/>
          </ac:cxnSpMkLst>
        </pc:cxnChg>
        <pc:cxnChg chg="del mod">
          <ac:chgData name="Takeuchi, Koichiro" userId="b3848a05-443b-4434-8fa5-7398ca0c03c9" providerId="ADAL" clId="{8AE3A369-E55C-4573-8F49-6E668EF80783}" dt="2024-07-03T01:14:44.211" v="1312" actId="478"/>
          <ac:cxnSpMkLst>
            <pc:docMk/>
            <pc:sldMk cId="4048553935" sldId="2147480833"/>
            <ac:cxnSpMk id="143" creationId="{3D096BD8-6E6E-D250-30BE-A545DA8F82A5}"/>
          </ac:cxnSpMkLst>
        </pc:cxnChg>
        <pc:cxnChg chg="del">
          <ac:chgData name="Takeuchi, Koichiro" userId="b3848a05-443b-4434-8fa5-7398ca0c03c9" providerId="ADAL" clId="{8AE3A369-E55C-4573-8F49-6E668EF80783}" dt="2024-07-03T01:14:44.211" v="1312" actId="478"/>
          <ac:cxnSpMkLst>
            <pc:docMk/>
            <pc:sldMk cId="4048553935" sldId="2147480833"/>
            <ac:cxnSpMk id="157" creationId="{764E6D94-9419-4754-ED19-BFD46C6C1A65}"/>
          </ac:cxnSpMkLst>
        </pc:cxnChg>
        <pc:cxnChg chg="del mod">
          <ac:chgData name="Takeuchi, Koichiro" userId="b3848a05-443b-4434-8fa5-7398ca0c03c9" providerId="ADAL" clId="{8AE3A369-E55C-4573-8F49-6E668EF80783}" dt="2024-07-03T01:14:44.211" v="1312" actId="478"/>
          <ac:cxnSpMkLst>
            <pc:docMk/>
            <pc:sldMk cId="4048553935" sldId="2147480833"/>
            <ac:cxnSpMk id="166" creationId="{748D00FA-2792-8498-BF5D-97F9B7851A9B}"/>
          </ac:cxnSpMkLst>
        </pc:cxnChg>
        <pc:cxnChg chg="del mod">
          <ac:chgData name="Takeuchi, Koichiro" userId="b3848a05-443b-4434-8fa5-7398ca0c03c9" providerId="ADAL" clId="{8AE3A369-E55C-4573-8F49-6E668EF80783}" dt="2024-07-03T01:14:44.211" v="1312" actId="478"/>
          <ac:cxnSpMkLst>
            <pc:docMk/>
            <pc:sldMk cId="4048553935" sldId="2147480833"/>
            <ac:cxnSpMk id="170" creationId="{2ADDD7AE-3528-F939-719E-C0D38A3797CB}"/>
          </ac:cxnSpMkLst>
        </pc:cxnChg>
        <pc:cxnChg chg="mod">
          <ac:chgData name="Takeuchi, Koichiro" userId="b3848a05-443b-4434-8fa5-7398ca0c03c9" providerId="ADAL" clId="{8AE3A369-E55C-4573-8F49-6E668EF80783}" dt="2024-07-03T01:17:51.123" v="1470" actId="165"/>
          <ac:cxnSpMkLst>
            <pc:docMk/>
            <pc:sldMk cId="4048553935" sldId="2147480833"/>
            <ac:cxnSpMk id="254" creationId="{5C861572-EEC9-BBEF-2F11-DFB023AA7061}"/>
          </ac:cxnSpMkLst>
        </pc:cxnChg>
        <pc:cxnChg chg="del mod">
          <ac:chgData name="Takeuchi, Koichiro" userId="b3848a05-443b-4434-8fa5-7398ca0c03c9" providerId="ADAL" clId="{8AE3A369-E55C-4573-8F49-6E668EF80783}" dt="2024-07-03T01:14:44.211" v="1312" actId="478"/>
          <ac:cxnSpMkLst>
            <pc:docMk/>
            <pc:sldMk cId="4048553935" sldId="2147480833"/>
            <ac:cxnSpMk id="264" creationId="{385B9B26-B71D-9B4C-F7A0-8961317E1B61}"/>
          </ac:cxnSpMkLst>
        </pc:cxnChg>
        <pc:cxnChg chg="del mod">
          <ac:chgData name="Takeuchi, Koichiro" userId="b3848a05-443b-4434-8fa5-7398ca0c03c9" providerId="ADAL" clId="{8AE3A369-E55C-4573-8F49-6E668EF80783}" dt="2024-07-03T01:14:44.211" v="1312" actId="478"/>
          <ac:cxnSpMkLst>
            <pc:docMk/>
            <pc:sldMk cId="4048553935" sldId="2147480833"/>
            <ac:cxnSpMk id="267" creationId="{7E1275D6-8FA2-56D3-B25F-A5E28E63D9E7}"/>
          </ac:cxnSpMkLst>
        </pc:cxnChg>
        <pc:cxnChg chg="del mod">
          <ac:chgData name="Takeuchi, Koichiro" userId="b3848a05-443b-4434-8fa5-7398ca0c03c9" providerId="ADAL" clId="{8AE3A369-E55C-4573-8F49-6E668EF80783}" dt="2024-07-03T01:14:44.211" v="1312" actId="478"/>
          <ac:cxnSpMkLst>
            <pc:docMk/>
            <pc:sldMk cId="4048553935" sldId="2147480833"/>
            <ac:cxnSpMk id="270" creationId="{4FD0BED1-7F6D-FC1C-A1A1-6E4499C52AA9}"/>
          </ac:cxnSpMkLst>
        </pc:cxnChg>
        <pc:cxnChg chg="del mod">
          <ac:chgData name="Takeuchi, Koichiro" userId="b3848a05-443b-4434-8fa5-7398ca0c03c9" providerId="ADAL" clId="{8AE3A369-E55C-4573-8F49-6E668EF80783}" dt="2024-07-03T01:14:44.211" v="1312" actId="478"/>
          <ac:cxnSpMkLst>
            <pc:docMk/>
            <pc:sldMk cId="4048553935" sldId="2147480833"/>
            <ac:cxnSpMk id="273" creationId="{7ED6C6F1-6270-F8AB-F2C3-61EDDCEDB5FF}"/>
          </ac:cxnSpMkLst>
        </pc:cxnChg>
        <pc:cxnChg chg="del mod">
          <ac:chgData name="Takeuchi, Koichiro" userId="b3848a05-443b-4434-8fa5-7398ca0c03c9" providerId="ADAL" clId="{8AE3A369-E55C-4573-8F49-6E668EF80783}" dt="2024-07-03T01:14:44.211" v="1312" actId="478"/>
          <ac:cxnSpMkLst>
            <pc:docMk/>
            <pc:sldMk cId="4048553935" sldId="2147480833"/>
            <ac:cxnSpMk id="276" creationId="{B7276D31-C93D-296A-6B31-EE4D9C0BAEF7}"/>
          </ac:cxnSpMkLst>
        </pc:cxnChg>
        <pc:cxnChg chg="del mod">
          <ac:chgData name="Takeuchi, Koichiro" userId="b3848a05-443b-4434-8fa5-7398ca0c03c9" providerId="ADAL" clId="{8AE3A369-E55C-4573-8F49-6E668EF80783}" dt="2024-07-03T01:14:44.211" v="1312" actId="478"/>
          <ac:cxnSpMkLst>
            <pc:docMk/>
            <pc:sldMk cId="4048553935" sldId="2147480833"/>
            <ac:cxnSpMk id="279" creationId="{EA21D8E7-AC6E-5461-1DE2-318A1AEB9EB4}"/>
          </ac:cxnSpMkLst>
        </pc:cxnChg>
        <pc:cxnChg chg="del mod">
          <ac:chgData name="Takeuchi, Koichiro" userId="b3848a05-443b-4434-8fa5-7398ca0c03c9" providerId="ADAL" clId="{8AE3A369-E55C-4573-8F49-6E668EF80783}" dt="2024-07-03T01:14:44.211" v="1312" actId="478"/>
          <ac:cxnSpMkLst>
            <pc:docMk/>
            <pc:sldMk cId="4048553935" sldId="2147480833"/>
            <ac:cxnSpMk id="282" creationId="{41FC49F5-5EF5-27B0-D673-189168D5938B}"/>
          </ac:cxnSpMkLst>
        </pc:cxnChg>
        <pc:cxnChg chg="del mod">
          <ac:chgData name="Takeuchi, Koichiro" userId="b3848a05-443b-4434-8fa5-7398ca0c03c9" providerId="ADAL" clId="{8AE3A369-E55C-4573-8F49-6E668EF80783}" dt="2024-07-03T01:14:44.211" v="1312" actId="478"/>
          <ac:cxnSpMkLst>
            <pc:docMk/>
            <pc:sldMk cId="4048553935" sldId="2147480833"/>
            <ac:cxnSpMk id="285" creationId="{5B0750F1-A170-B72D-56A7-FE74DB211E79}"/>
          </ac:cxnSpMkLst>
        </pc:cxnChg>
        <pc:cxnChg chg="del mod">
          <ac:chgData name="Takeuchi, Koichiro" userId="b3848a05-443b-4434-8fa5-7398ca0c03c9" providerId="ADAL" clId="{8AE3A369-E55C-4573-8F49-6E668EF80783}" dt="2024-07-03T01:14:44.211" v="1312" actId="478"/>
          <ac:cxnSpMkLst>
            <pc:docMk/>
            <pc:sldMk cId="4048553935" sldId="2147480833"/>
            <ac:cxnSpMk id="288" creationId="{EFE089F9-0576-7D01-B1DA-10EDEB39A5E6}"/>
          </ac:cxnSpMkLst>
        </pc:cxnChg>
        <pc:cxnChg chg="del mod">
          <ac:chgData name="Takeuchi, Koichiro" userId="b3848a05-443b-4434-8fa5-7398ca0c03c9" providerId="ADAL" clId="{8AE3A369-E55C-4573-8F49-6E668EF80783}" dt="2024-07-03T01:14:44.211" v="1312" actId="478"/>
          <ac:cxnSpMkLst>
            <pc:docMk/>
            <pc:sldMk cId="4048553935" sldId="2147480833"/>
            <ac:cxnSpMk id="291" creationId="{1E4027AE-5EAE-20A0-0ED0-05364FF26DA6}"/>
          </ac:cxnSpMkLst>
        </pc:cxnChg>
        <pc:cxnChg chg="del mod">
          <ac:chgData name="Takeuchi, Koichiro" userId="b3848a05-443b-4434-8fa5-7398ca0c03c9" providerId="ADAL" clId="{8AE3A369-E55C-4573-8F49-6E668EF80783}" dt="2024-07-03T01:14:44.211" v="1312" actId="478"/>
          <ac:cxnSpMkLst>
            <pc:docMk/>
            <pc:sldMk cId="4048553935" sldId="2147480833"/>
            <ac:cxnSpMk id="294" creationId="{314DE63A-1CB0-461A-F339-45D9651EB506}"/>
          </ac:cxnSpMkLst>
        </pc:cxnChg>
        <pc:cxnChg chg="del mod">
          <ac:chgData name="Takeuchi, Koichiro" userId="b3848a05-443b-4434-8fa5-7398ca0c03c9" providerId="ADAL" clId="{8AE3A369-E55C-4573-8F49-6E668EF80783}" dt="2024-07-03T01:14:44.211" v="1312" actId="478"/>
          <ac:cxnSpMkLst>
            <pc:docMk/>
            <pc:sldMk cId="4048553935" sldId="2147480833"/>
            <ac:cxnSpMk id="297" creationId="{A1B46B9E-66AA-6CF7-1245-5EAAC32721DA}"/>
          </ac:cxnSpMkLst>
        </pc:cxnChg>
        <pc:cxnChg chg="del mod">
          <ac:chgData name="Takeuchi, Koichiro" userId="b3848a05-443b-4434-8fa5-7398ca0c03c9" providerId="ADAL" clId="{8AE3A369-E55C-4573-8F49-6E668EF80783}" dt="2024-07-03T01:14:44.211" v="1312" actId="478"/>
          <ac:cxnSpMkLst>
            <pc:docMk/>
            <pc:sldMk cId="4048553935" sldId="2147480833"/>
            <ac:cxnSpMk id="301" creationId="{77B0A4DE-FBEB-9B25-9D1E-898256CCED89}"/>
          </ac:cxnSpMkLst>
        </pc:cxnChg>
        <pc:cxnChg chg="del mod">
          <ac:chgData name="Takeuchi, Koichiro" userId="b3848a05-443b-4434-8fa5-7398ca0c03c9" providerId="ADAL" clId="{8AE3A369-E55C-4573-8F49-6E668EF80783}" dt="2024-07-03T01:14:44.211" v="1312" actId="478"/>
          <ac:cxnSpMkLst>
            <pc:docMk/>
            <pc:sldMk cId="4048553935" sldId="2147480833"/>
            <ac:cxnSpMk id="304" creationId="{428FDA51-AF2D-DB73-D5BF-5ECB0BEC3EB2}"/>
          </ac:cxnSpMkLst>
        </pc:cxnChg>
        <pc:cxnChg chg="del mod">
          <ac:chgData name="Takeuchi, Koichiro" userId="b3848a05-443b-4434-8fa5-7398ca0c03c9" providerId="ADAL" clId="{8AE3A369-E55C-4573-8F49-6E668EF80783}" dt="2024-07-03T01:14:44.211" v="1312" actId="478"/>
          <ac:cxnSpMkLst>
            <pc:docMk/>
            <pc:sldMk cId="4048553935" sldId="2147480833"/>
            <ac:cxnSpMk id="309" creationId="{4973AAB7-99A5-EED4-289B-5F9EA26BE47C}"/>
          </ac:cxnSpMkLst>
        </pc:cxnChg>
      </pc:sldChg>
      <pc:sldChg chg="add del">
        <pc:chgData name="Takeuchi, Koichiro" userId="b3848a05-443b-4434-8fa5-7398ca0c03c9" providerId="ADAL" clId="{8AE3A369-E55C-4573-8F49-6E668EF80783}" dt="2024-07-03T10:45:19.031" v="6388" actId="47"/>
        <pc:sldMkLst>
          <pc:docMk/>
          <pc:sldMk cId="622786987" sldId="2147480834"/>
        </pc:sldMkLst>
      </pc:sldChg>
      <pc:sldChg chg="addSp modSp new mod">
        <pc:chgData name="Takeuchi, Koichiro" userId="b3848a05-443b-4434-8fa5-7398ca0c03c9" providerId="ADAL" clId="{8AE3A369-E55C-4573-8F49-6E668EF80783}" dt="2024-07-12T00:09:00.677" v="19356" actId="20577"/>
        <pc:sldMkLst>
          <pc:docMk/>
          <pc:sldMk cId="1353650430" sldId="2147480834"/>
        </pc:sldMkLst>
        <pc:spChg chg="mod">
          <ac:chgData name="Takeuchi, Koichiro" userId="b3848a05-443b-4434-8fa5-7398ca0c03c9" providerId="ADAL" clId="{8AE3A369-E55C-4573-8F49-6E668EF80783}" dt="2024-07-12T00:02:47.522" v="19102" actId="404"/>
          <ac:spMkLst>
            <pc:docMk/>
            <pc:sldMk cId="1353650430" sldId="2147480834"/>
            <ac:spMk id="2" creationId="{05CBB159-731C-24C3-0961-42025EE7DA79}"/>
          </ac:spMkLst>
        </pc:spChg>
        <pc:spChg chg="mod">
          <ac:chgData name="Takeuchi, Koichiro" userId="b3848a05-443b-4434-8fa5-7398ca0c03c9" providerId="ADAL" clId="{8AE3A369-E55C-4573-8F49-6E668EF80783}" dt="2024-07-03T11:34:30.490" v="8747" actId="20577"/>
          <ac:spMkLst>
            <pc:docMk/>
            <pc:sldMk cId="1353650430" sldId="2147480834"/>
            <ac:spMk id="3" creationId="{AD1EAC40-4216-15EF-D1A6-211C8288D462}"/>
          </ac:spMkLst>
        </pc:spChg>
        <pc:spChg chg="mod">
          <ac:chgData name="Takeuchi, Koichiro" userId="b3848a05-443b-4434-8fa5-7398ca0c03c9" providerId="ADAL" clId="{8AE3A369-E55C-4573-8F49-6E668EF80783}" dt="2024-07-12T00:09:00.677" v="19356" actId="20577"/>
          <ac:spMkLst>
            <pc:docMk/>
            <pc:sldMk cId="1353650430" sldId="2147480834"/>
            <ac:spMk id="4" creationId="{6A1322A5-916B-2AD0-BEA6-6753E798AD1D}"/>
          </ac:spMkLst>
        </pc:spChg>
        <pc:spChg chg="mod">
          <ac:chgData name="Takeuchi, Koichiro" userId="b3848a05-443b-4434-8fa5-7398ca0c03c9" providerId="ADAL" clId="{8AE3A369-E55C-4573-8F49-6E668EF80783}" dt="2024-07-03T10:54:20.851" v="6448"/>
          <ac:spMkLst>
            <pc:docMk/>
            <pc:sldMk cId="1353650430" sldId="2147480834"/>
            <ac:spMk id="8" creationId="{F2C08578-F643-13B9-7210-12AF4940532D}"/>
          </ac:spMkLst>
        </pc:spChg>
        <pc:spChg chg="mod">
          <ac:chgData name="Takeuchi, Koichiro" userId="b3848a05-443b-4434-8fa5-7398ca0c03c9" providerId="ADAL" clId="{8AE3A369-E55C-4573-8F49-6E668EF80783}" dt="2024-07-03T10:54:20.851" v="6448"/>
          <ac:spMkLst>
            <pc:docMk/>
            <pc:sldMk cId="1353650430" sldId="2147480834"/>
            <ac:spMk id="9" creationId="{E2E9A1AA-406C-4585-C973-85E98544E77C}"/>
          </ac:spMkLst>
        </pc:spChg>
        <pc:spChg chg="mod">
          <ac:chgData name="Takeuchi, Koichiro" userId="b3848a05-443b-4434-8fa5-7398ca0c03c9" providerId="ADAL" clId="{8AE3A369-E55C-4573-8F49-6E668EF80783}" dt="2024-07-03T10:54:20.851" v="6448"/>
          <ac:spMkLst>
            <pc:docMk/>
            <pc:sldMk cId="1353650430" sldId="2147480834"/>
            <ac:spMk id="13" creationId="{FE01F38E-B608-2AA9-51D0-04A208720969}"/>
          </ac:spMkLst>
        </pc:spChg>
        <pc:spChg chg="mod">
          <ac:chgData name="Takeuchi, Koichiro" userId="b3848a05-443b-4434-8fa5-7398ca0c03c9" providerId="ADAL" clId="{8AE3A369-E55C-4573-8F49-6E668EF80783}" dt="2024-07-03T10:54:20.851" v="6448"/>
          <ac:spMkLst>
            <pc:docMk/>
            <pc:sldMk cId="1353650430" sldId="2147480834"/>
            <ac:spMk id="16" creationId="{A13A4B90-C068-6743-721E-7DF9169CF976}"/>
          </ac:spMkLst>
        </pc:spChg>
        <pc:spChg chg="mod">
          <ac:chgData name="Takeuchi, Koichiro" userId="b3848a05-443b-4434-8fa5-7398ca0c03c9" providerId="ADAL" clId="{8AE3A369-E55C-4573-8F49-6E668EF80783}" dt="2024-07-03T10:54:20.851" v="6448"/>
          <ac:spMkLst>
            <pc:docMk/>
            <pc:sldMk cId="1353650430" sldId="2147480834"/>
            <ac:spMk id="17" creationId="{649C0059-CCF5-07EC-DF32-15391ED43969}"/>
          </ac:spMkLst>
        </pc:spChg>
        <pc:spChg chg="mod">
          <ac:chgData name="Takeuchi, Koichiro" userId="b3848a05-443b-4434-8fa5-7398ca0c03c9" providerId="ADAL" clId="{8AE3A369-E55C-4573-8F49-6E668EF80783}" dt="2024-07-03T10:54:20.851" v="6448"/>
          <ac:spMkLst>
            <pc:docMk/>
            <pc:sldMk cId="1353650430" sldId="2147480834"/>
            <ac:spMk id="18" creationId="{B2DA7DA1-4CF7-BA13-C410-3742D1CFFAB6}"/>
          </ac:spMkLst>
        </pc:spChg>
        <pc:spChg chg="mod">
          <ac:chgData name="Takeuchi, Koichiro" userId="b3848a05-443b-4434-8fa5-7398ca0c03c9" providerId="ADAL" clId="{8AE3A369-E55C-4573-8F49-6E668EF80783}" dt="2024-07-03T10:54:20.851" v="6448"/>
          <ac:spMkLst>
            <pc:docMk/>
            <pc:sldMk cId="1353650430" sldId="2147480834"/>
            <ac:spMk id="19" creationId="{D2B84EDA-6674-D257-0697-3D8A80B4233C}"/>
          </ac:spMkLst>
        </pc:spChg>
        <pc:spChg chg="mod">
          <ac:chgData name="Takeuchi, Koichiro" userId="b3848a05-443b-4434-8fa5-7398ca0c03c9" providerId="ADAL" clId="{8AE3A369-E55C-4573-8F49-6E668EF80783}" dt="2024-07-03T10:54:20.851" v="6448"/>
          <ac:spMkLst>
            <pc:docMk/>
            <pc:sldMk cId="1353650430" sldId="2147480834"/>
            <ac:spMk id="20" creationId="{A8DE44B0-8070-0929-4165-5F8ECFF39A4A}"/>
          </ac:spMkLst>
        </pc:spChg>
        <pc:spChg chg="mod">
          <ac:chgData name="Takeuchi, Koichiro" userId="b3848a05-443b-4434-8fa5-7398ca0c03c9" providerId="ADAL" clId="{8AE3A369-E55C-4573-8F49-6E668EF80783}" dt="2024-07-03T10:54:20.851" v="6448"/>
          <ac:spMkLst>
            <pc:docMk/>
            <pc:sldMk cId="1353650430" sldId="2147480834"/>
            <ac:spMk id="21" creationId="{54475785-5CA1-104D-CFF9-E38321A7A503}"/>
          </ac:spMkLst>
        </pc:spChg>
        <pc:spChg chg="mod">
          <ac:chgData name="Takeuchi, Koichiro" userId="b3848a05-443b-4434-8fa5-7398ca0c03c9" providerId="ADAL" clId="{8AE3A369-E55C-4573-8F49-6E668EF80783}" dt="2024-07-03T10:54:20.851" v="6448"/>
          <ac:spMkLst>
            <pc:docMk/>
            <pc:sldMk cId="1353650430" sldId="2147480834"/>
            <ac:spMk id="22" creationId="{1DFFA72A-7878-4377-E449-3F7CE3AAE8C1}"/>
          </ac:spMkLst>
        </pc:spChg>
        <pc:spChg chg="mod">
          <ac:chgData name="Takeuchi, Koichiro" userId="b3848a05-443b-4434-8fa5-7398ca0c03c9" providerId="ADAL" clId="{8AE3A369-E55C-4573-8F49-6E668EF80783}" dt="2024-07-03T10:54:20.851" v="6448"/>
          <ac:spMkLst>
            <pc:docMk/>
            <pc:sldMk cId="1353650430" sldId="2147480834"/>
            <ac:spMk id="23" creationId="{D79A5BFB-896F-CAF5-18C3-4B0CDDE70B88}"/>
          </ac:spMkLst>
        </pc:spChg>
        <pc:spChg chg="mod">
          <ac:chgData name="Takeuchi, Koichiro" userId="b3848a05-443b-4434-8fa5-7398ca0c03c9" providerId="ADAL" clId="{8AE3A369-E55C-4573-8F49-6E668EF80783}" dt="2024-07-03T10:54:20.851" v="6448"/>
          <ac:spMkLst>
            <pc:docMk/>
            <pc:sldMk cId="1353650430" sldId="2147480834"/>
            <ac:spMk id="24" creationId="{00A89B06-10D6-1AA9-D845-D7D0BD194E2C}"/>
          </ac:spMkLst>
        </pc:spChg>
        <pc:spChg chg="mod">
          <ac:chgData name="Takeuchi, Koichiro" userId="b3848a05-443b-4434-8fa5-7398ca0c03c9" providerId="ADAL" clId="{8AE3A369-E55C-4573-8F49-6E668EF80783}" dt="2024-07-03T10:54:20.851" v="6448"/>
          <ac:spMkLst>
            <pc:docMk/>
            <pc:sldMk cId="1353650430" sldId="2147480834"/>
            <ac:spMk id="25" creationId="{116B74CF-7E57-5EBD-0838-EC6E615D7830}"/>
          </ac:spMkLst>
        </pc:spChg>
        <pc:spChg chg="mod">
          <ac:chgData name="Takeuchi, Koichiro" userId="b3848a05-443b-4434-8fa5-7398ca0c03c9" providerId="ADAL" clId="{8AE3A369-E55C-4573-8F49-6E668EF80783}" dt="2024-07-03T10:54:20.851" v="6448"/>
          <ac:spMkLst>
            <pc:docMk/>
            <pc:sldMk cId="1353650430" sldId="2147480834"/>
            <ac:spMk id="26" creationId="{D89421E6-FA55-2725-9202-66ACB9A2A738}"/>
          </ac:spMkLst>
        </pc:spChg>
        <pc:spChg chg="mod">
          <ac:chgData name="Takeuchi, Koichiro" userId="b3848a05-443b-4434-8fa5-7398ca0c03c9" providerId="ADAL" clId="{8AE3A369-E55C-4573-8F49-6E668EF80783}" dt="2024-07-03T10:54:20.851" v="6448"/>
          <ac:spMkLst>
            <pc:docMk/>
            <pc:sldMk cId="1353650430" sldId="2147480834"/>
            <ac:spMk id="27" creationId="{473F2F19-E72A-8186-B187-605B0A3FAD86}"/>
          </ac:spMkLst>
        </pc:spChg>
        <pc:spChg chg="mod">
          <ac:chgData name="Takeuchi, Koichiro" userId="b3848a05-443b-4434-8fa5-7398ca0c03c9" providerId="ADAL" clId="{8AE3A369-E55C-4573-8F49-6E668EF80783}" dt="2024-07-03T10:54:20.851" v="6448"/>
          <ac:spMkLst>
            <pc:docMk/>
            <pc:sldMk cId="1353650430" sldId="2147480834"/>
            <ac:spMk id="28" creationId="{D19EF475-C080-193F-AC25-D5A002DD65C5}"/>
          </ac:spMkLst>
        </pc:spChg>
        <pc:spChg chg="mod">
          <ac:chgData name="Takeuchi, Koichiro" userId="b3848a05-443b-4434-8fa5-7398ca0c03c9" providerId="ADAL" clId="{8AE3A369-E55C-4573-8F49-6E668EF80783}" dt="2024-07-03T10:54:20.851" v="6448"/>
          <ac:spMkLst>
            <pc:docMk/>
            <pc:sldMk cId="1353650430" sldId="2147480834"/>
            <ac:spMk id="29" creationId="{4D0CB218-5716-5786-8323-000684E3A98C}"/>
          </ac:spMkLst>
        </pc:spChg>
        <pc:spChg chg="mod">
          <ac:chgData name="Takeuchi, Koichiro" userId="b3848a05-443b-4434-8fa5-7398ca0c03c9" providerId="ADAL" clId="{8AE3A369-E55C-4573-8F49-6E668EF80783}" dt="2024-07-03T10:54:20.851" v="6448"/>
          <ac:spMkLst>
            <pc:docMk/>
            <pc:sldMk cId="1353650430" sldId="2147480834"/>
            <ac:spMk id="30" creationId="{EB026BB1-14BF-3616-06FE-4D8D70FCA336}"/>
          </ac:spMkLst>
        </pc:spChg>
        <pc:spChg chg="mod">
          <ac:chgData name="Takeuchi, Koichiro" userId="b3848a05-443b-4434-8fa5-7398ca0c03c9" providerId="ADAL" clId="{8AE3A369-E55C-4573-8F49-6E668EF80783}" dt="2024-07-03T10:54:20.851" v="6448"/>
          <ac:spMkLst>
            <pc:docMk/>
            <pc:sldMk cId="1353650430" sldId="2147480834"/>
            <ac:spMk id="31" creationId="{402F7617-96AA-F447-2208-BCF73EBDC7B2}"/>
          </ac:spMkLst>
        </pc:spChg>
        <pc:spChg chg="mod">
          <ac:chgData name="Takeuchi, Koichiro" userId="b3848a05-443b-4434-8fa5-7398ca0c03c9" providerId="ADAL" clId="{8AE3A369-E55C-4573-8F49-6E668EF80783}" dt="2024-07-03T10:54:20.851" v="6448"/>
          <ac:spMkLst>
            <pc:docMk/>
            <pc:sldMk cId="1353650430" sldId="2147480834"/>
            <ac:spMk id="32" creationId="{6BAF8E08-2391-CE58-886E-59F6EB74899E}"/>
          </ac:spMkLst>
        </pc:spChg>
        <pc:spChg chg="mod">
          <ac:chgData name="Takeuchi, Koichiro" userId="b3848a05-443b-4434-8fa5-7398ca0c03c9" providerId="ADAL" clId="{8AE3A369-E55C-4573-8F49-6E668EF80783}" dt="2024-07-03T10:54:20.851" v="6448"/>
          <ac:spMkLst>
            <pc:docMk/>
            <pc:sldMk cId="1353650430" sldId="2147480834"/>
            <ac:spMk id="33" creationId="{2589713A-5D0B-86F5-0710-10383EAE6522}"/>
          </ac:spMkLst>
        </pc:spChg>
        <pc:spChg chg="mod">
          <ac:chgData name="Takeuchi, Koichiro" userId="b3848a05-443b-4434-8fa5-7398ca0c03c9" providerId="ADAL" clId="{8AE3A369-E55C-4573-8F49-6E668EF80783}" dt="2024-07-03T10:54:20.851" v="6448"/>
          <ac:spMkLst>
            <pc:docMk/>
            <pc:sldMk cId="1353650430" sldId="2147480834"/>
            <ac:spMk id="34" creationId="{AE2CC0E5-649B-D19D-09F2-EA343A4F69BE}"/>
          </ac:spMkLst>
        </pc:spChg>
        <pc:spChg chg="mod">
          <ac:chgData name="Takeuchi, Koichiro" userId="b3848a05-443b-4434-8fa5-7398ca0c03c9" providerId="ADAL" clId="{8AE3A369-E55C-4573-8F49-6E668EF80783}" dt="2024-07-03T10:54:20.851" v="6448"/>
          <ac:spMkLst>
            <pc:docMk/>
            <pc:sldMk cId="1353650430" sldId="2147480834"/>
            <ac:spMk id="35" creationId="{1357ECA1-85FA-BDC2-693C-95197D4185EC}"/>
          </ac:spMkLst>
        </pc:spChg>
        <pc:spChg chg="mod">
          <ac:chgData name="Takeuchi, Koichiro" userId="b3848a05-443b-4434-8fa5-7398ca0c03c9" providerId="ADAL" clId="{8AE3A369-E55C-4573-8F49-6E668EF80783}" dt="2024-07-03T10:54:20.851" v="6448"/>
          <ac:spMkLst>
            <pc:docMk/>
            <pc:sldMk cId="1353650430" sldId="2147480834"/>
            <ac:spMk id="36" creationId="{452A7346-E58A-3FD1-2451-A3D751C8F295}"/>
          </ac:spMkLst>
        </pc:spChg>
        <pc:spChg chg="mod">
          <ac:chgData name="Takeuchi, Koichiro" userId="b3848a05-443b-4434-8fa5-7398ca0c03c9" providerId="ADAL" clId="{8AE3A369-E55C-4573-8F49-6E668EF80783}" dt="2024-07-03T10:54:20.851" v="6448"/>
          <ac:spMkLst>
            <pc:docMk/>
            <pc:sldMk cId="1353650430" sldId="2147480834"/>
            <ac:spMk id="37" creationId="{2BFD8600-D677-B987-F055-F38B589D2BD3}"/>
          </ac:spMkLst>
        </pc:spChg>
        <pc:spChg chg="mod">
          <ac:chgData name="Takeuchi, Koichiro" userId="b3848a05-443b-4434-8fa5-7398ca0c03c9" providerId="ADAL" clId="{8AE3A369-E55C-4573-8F49-6E668EF80783}" dt="2024-07-03T10:54:20.851" v="6448"/>
          <ac:spMkLst>
            <pc:docMk/>
            <pc:sldMk cId="1353650430" sldId="2147480834"/>
            <ac:spMk id="42" creationId="{F92824D3-5557-8CE4-63B4-99FFCB27CCE8}"/>
          </ac:spMkLst>
        </pc:spChg>
        <pc:spChg chg="mod">
          <ac:chgData name="Takeuchi, Koichiro" userId="b3848a05-443b-4434-8fa5-7398ca0c03c9" providerId="ADAL" clId="{8AE3A369-E55C-4573-8F49-6E668EF80783}" dt="2024-07-03T10:54:20.851" v="6448"/>
          <ac:spMkLst>
            <pc:docMk/>
            <pc:sldMk cId="1353650430" sldId="2147480834"/>
            <ac:spMk id="44" creationId="{91B2F003-3132-B7EB-04A1-14B5B32A09F8}"/>
          </ac:spMkLst>
        </pc:spChg>
        <pc:spChg chg="mod">
          <ac:chgData name="Takeuchi, Koichiro" userId="b3848a05-443b-4434-8fa5-7398ca0c03c9" providerId="ADAL" clId="{8AE3A369-E55C-4573-8F49-6E668EF80783}" dt="2024-07-03T10:54:20.851" v="6448"/>
          <ac:spMkLst>
            <pc:docMk/>
            <pc:sldMk cId="1353650430" sldId="2147480834"/>
            <ac:spMk id="46" creationId="{19A5906C-19F5-943D-7B53-DE749787CABC}"/>
          </ac:spMkLst>
        </pc:spChg>
        <pc:spChg chg="mod">
          <ac:chgData name="Takeuchi, Koichiro" userId="b3848a05-443b-4434-8fa5-7398ca0c03c9" providerId="ADAL" clId="{8AE3A369-E55C-4573-8F49-6E668EF80783}" dt="2024-07-03T10:54:20.851" v="6448"/>
          <ac:spMkLst>
            <pc:docMk/>
            <pc:sldMk cId="1353650430" sldId="2147480834"/>
            <ac:spMk id="47" creationId="{33FC9EE8-AA0B-B6D9-9114-CA1530EA2B42}"/>
          </ac:spMkLst>
        </pc:spChg>
        <pc:spChg chg="mod">
          <ac:chgData name="Takeuchi, Koichiro" userId="b3848a05-443b-4434-8fa5-7398ca0c03c9" providerId="ADAL" clId="{8AE3A369-E55C-4573-8F49-6E668EF80783}" dt="2024-07-03T10:54:20.851" v="6448"/>
          <ac:spMkLst>
            <pc:docMk/>
            <pc:sldMk cId="1353650430" sldId="2147480834"/>
            <ac:spMk id="48" creationId="{EAC0D43C-9B23-FA3B-C800-F235C506F6B3}"/>
          </ac:spMkLst>
        </pc:spChg>
        <pc:spChg chg="mod">
          <ac:chgData name="Takeuchi, Koichiro" userId="b3848a05-443b-4434-8fa5-7398ca0c03c9" providerId="ADAL" clId="{8AE3A369-E55C-4573-8F49-6E668EF80783}" dt="2024-07-03T10:54:20.851" v="6448"/>
          <ac:spMkLst>
            <pc:docMk/>
            <pc:sldMk cId="1353650430" sldId="2147480834"/>
            <ac:spMk id="49" creationId="{1B29AC37-D6C7-A04D-C7B8-38BEDDC2191F}"/>
          </ac:spMkLst>
        </pc:spChg>
        <pc:spChg chg="mod">
          <ac:chgData name="Takeuchi, Koichiro" userId="b3848a05-443b-4434-8fa5-7398ca0c03c9" providerId="ADAL" clId="{8AE3A369-E55C-4573-8F49-6E668EF80783}" dt="2024-07-03T10:54:20.851" v="6448"/>
          <ac:spMkLst>
            <pc:docMk/>
            <pc:sldMk cId="1353650430" sldId="2147480834"/>
            <ac:spMk id="50" creationId="{E2063191-18CA-FF34-A3B6-52F6B6489929}"/>
          </ac:spMkLst>
        </pc:spChg>
        <pc:spChg chg="mod">
          <ac:chgData name="Takeuchi, Koichiro" userId="b3848a05-443b-4434-8fa5-7398ca0c03c9" providerId="ADAL" clId="{8AE3A369-E55C-4573-8F49-6E668EF80783}" dt="2024-07-03T10:54:20.851" v="6448"/>
          <ac:spMkLst>
            <pc:docMk/>
            <pc:sldMk cId="1353650430" sldId="2147480834"/>
            <ac:spMk id="51" creationId="{8AD4E781-6BD7-5A82-0A65-CDC28609266A}"/>
          </ac:spMkLst>
        </pc:spChg>
        <pc:spChg chg="mod">
          <ac:chgData name="Takeuchi, Koichiro" userId="b3848a05-443b-4434-8fa5-7398ca0c03c9" providerId="ADAL" clId="{8AE3A369-E55C-4573-8F49-6E668EF80783}" dt="2024-07-03T10:54:20.851" v="6448"/>
          <ac:spMkLst>
            <pc:docMk/>
            <pc:sldMk cId="1353650430" sldId="2147480834"/>
            <ac:spMk id="52" creationId="{AAD089F9-AF32-DF45-1907-0B0E27670AA1}"/>
          </ac:spMkLst>
        </pc:spChg>
        <pc:spChg chg="mod">
          <ac:chgData name="Takeuchi, Koichiro" userId="b3848a05-443b-4434-8fa5-7398ca0c03c9" providerId="ADAL" clId="{8AE3A369-E55C-4573-8F49-6E668EF80783}" dt="2024-07-03T10:54:20.851" v="6448"/>
          <ac:spMkLst>
            <pc:docMk/>
            <pc:sldMk cId="1353650430" sldId="2147480834"/>
            <ac:spMk id="53" creationId="{F73D1332-95D4-A12E-4B16-6C1133801356}"/>
          </ac:spMkLst>
        </pc:spChg>
        <pc:spChg chg="mod">
          <ac:chgData name="Takeuchi, Koichiro" userId="b3848a05-443b-4434-8fa5-7398ca0c03c9" providerId="ADAL" clId="{8AE3A369-E55C-4573-8F49-6E668EF80783}" dt="2024-07-03T10:54:20.851" v="6448"/>
          <ac:spMkLst>
            <pc:docMk/>
            <pc:sldMk cId="1353650430" sldId="2147480834"/>
            <ac:spMk id="54" creationId="{3DC343A3-EC45-0C20-3EC5-9B0F68B842B8}"/>
          </ac:spMkLst>
        </pc:spChg>
        <pc:spChg chg="mod">
          <ac:chgData name="Takeuchi, Koichiro" userId="b3848a05-443b-4434-8fa5-7398ca0c03c9" providerId="ADAL" clId="{8AE3A369-E55C-4573-8F49-6E668EF80783}" dt="2024-07-03T10:54:20.851" v="6448"/>
          <ac:spMkLst>
            <pc:docMk/>
            <pc:sldMk cId="1353650430" sldId="2147480834"/>
            <ac:spMk id="55" creationId="{5B48848B-6657-5542-C92B-B3F7B009CBB3}"/>
          </ac:spMkLst>
        </pc:spChg>
        <pc:spChg chg="mod">
          <ac:chgData name="Takeuchi, Koichiro" userId="b3848a05-443b-4434-8fa5-7398ca0c03c9" providerId="ADAL" clId="{8AE3A369-E55C-4573-8F49-6E668EF80783}" dt="2024-07-03T10:54:20.851" v="6448"/>
          <ac:spMkLst>
            <pc:docMk/>
            <pc:sldMk cId="1353650430" sldId="2147480834"/>
            <ac:spMk id="56" creationId="{3122F369-43F1-CB3F-3204-3E289FFFF5B5}"/>
          </ac:spMkLst>
        </pc:spChg>
        <pc:spChg chg="mod">
          <ac:chgData name="Takeuchi, Koichiro" userId="b3848a05-443b-4434-8fa5-7398ca0c03c9" providerId="ADAL" clId="{8AE3A369-E55C-4573-8F49-6E668EF80783}" dt="2024-07-03T10:54:20.851" v="6448"/>
          <ac:spMkLst>
            <pc:docMk/>
            <pc:sldMk cId="1353650430" sldId="2147480834"/>
            <ac:spMk id="57" creationId="{BCD6F4C2-5210-7D1C-DF33-86D060558C6D}"/>
          </ac:spMkLst>
        </pc:spChg>
        <pc:spChg chg="mod">
          <ac:chgData name="Takeuchi, Koichiro" userId="b3848a05-443b-4434-8fa5-7398ca0c03c9" providerId="ADAL" clId="{8AE3A369-E55C-4573-8F49-6E668EF80783}" dt="2024-07-03T10:54:20.851" v="6448"/>
          <ac:spMkLst>
            <pc:docMk/>
            <pc:sldMk cId="1353650430" sldId="2147480834"/>
            <ac:spMk id="58" creationId="{602ABCE4-DAA0-19AC-FF9B-121D9FFE3F8E}"/>
          </ac:spMkLst>
        </pc:spChg>
        <pc:spChg chg="mod">
          <ac:chgData name="Takeuchi, Koichiro" userId="b3848a05-443b-4434-8fa5-7398ca0c03c9" providerId="ADAL" clId="{8AE3A369-E55C-4573-8F49-6E668EF80783}" dt="2024-07-03T10:54:20.851" v="6448"/>
          <ac:spMkLst>
            <pc:docMk/>
            <pc:sldMk cId="1353650430" sldId="2147480834"/>
            <ac:spMk id="59" creationId="{F14C9238-3A3E-4F97-6EE5-02977D0D8000}"/>
          </ac:spMkLst>
        </pc:spChg>
        <pc:spChg chg="mod">
          <ac:chgData name="Takeuchi, Koichiro" userId="b3848a05-443b-4434-8fa5-7398ca0c03c9" providerId="ADAL" clId="{8AE3A369-E55C-4573-8F49-6E668EF80783}" dt="2024-07-03T10:54:20.851" v="6448"/>
          <ac:spMkLst>
            <pc:docMk/>
            <pc:sldMk cId="1353650430" sldId="2147480834"/>
            <ac:spMk id="60" creationId="{4CBA16B2-89BE-A4CD-0D64-00524B5CE2F0}"/>
          </ac:spMkLst>
        </pc:spChg>
        <pc:spChg chg="mod">
          <ac:chgData name="Takeuchi, Koichiro" userId="b3848a05-443b-4434-8fa5-7398ca0c03c9" providerId="ADAL" clId="{8AE3A369-E55C-4573-8F49-6E668EF80783}" dt="2024-07-03T10:54:20.851" v="6448"/>
          <ac:spMkLst>
            <pc:docMk/>
            <pc:sldMk cId="1353650430" sldId="2147480834"/>
            <ac:spMk id="61" creationId="{97B31BD3-2D8B-42C6-F156-853E103814AE}"/>
          </ac:spMkLst>
        </pc:spChg>
        <pc:spChg chg="mod">
          <ac:chgData name="Takeuchi, Koichiro" userId="b3848a05-443b-4434-8fa5-7398ca0c03c9" providerId="ADAL" clId="{8AE3A369-E55C-4573-8F49-6E668EF80783}" dt="2024-07-03T10:54:20.851" v="6448"/>
          <ac:spMkLst>
            <pc:docMk/>
            <pc:sldMk cId="1353650430" sldId="2147480834"/>
            <ac:spMk id="62" creationId="{0E186506-C19A-E525-5B3B-983F5D3AF814}"/>
          </ac:spMkLst>
        </pc:spChg>
        <pc:spChg chg="mod">
          <ac:chgData name="Takeuchi, Koichiro" userId="b3848a05-443b-4434-8fa5-7398ca0c03c9" providerId="ADAL" clId="{8AE3A369-E55C-4573-8F49-6E668EF80783}" dt="2024-07-03T10:54:20.851" v="6448"/>
          <ac:spMkLst>
            <pc:docMk/>
            <pc:sldMk cId="1353650430" sldId="2147480834"/>
            <ac:spMk id="63" creationId="{A2EC4F6C-FF53-4B2C-1543-5DB0E78E4E86}"/>
          </ac:spMkLst>
        </pc:spChg>
        <pc:spChg chg="mod">
          <ac:chgData name="Takeuchi, Koichiro" userId="b3848a05-443b-4434-8fa5-7398ca0c03c9" providerId="ADAL" clId="{8AE3A369-E55C-4573-8F49-6E668EF80783}" dt="2024-07-03T10:54:20.851" v="6448"/>
          <ac:spMkLst>
            <pc:docMk/>
            <pc:sldMk cId="1353650430" sldId="2147480834"/>
            <ac:spMk id="64" creationId="{3D6FC40C-1147-60E5-8302-C8C433DE5593}"/>
          </ac:spMkLst>
        </pc:spChg>
        <pc:spChg chg="mod">
          <ac:chgData name="Takeuchi, Koichiro" userId="b3848a05-443b-4434-8fa5-7398ca0c03c9" providerId="ADAL" clId="{8AE3A369-E55C-4573-8F49-6E668EF80783}" dt="2024-07-03T10:54:20.851" v="6448"/>
          <ac:spMkLst>
            <pc:docMk/>
            <pc:sldMk cId="1353650430" sldId="2147480834"/>
            <ac:spMk id="65" creationId="{6E4CA6A5-604A-A56E-B0BF-3F4F3621C97C}"/>
          </ac:spMkLst>
        </pc:spChg>
        <pc:spChg chg="mod">
          <ac:chgData name="Takeuchi, Koichiro" userId="b3848a05-443b-4434-8fa5-7398ca0c03c9" providerId="ADAL" clId="{8AE3A369-E55C-4573-8F49-6E668EF80783}" dt="2024-07-03T10:54:20.851" v="6448"/>
          <ac:spMkLst>
            <pc:docMk/>
            <pc:sldMk cId="1353650430" sldId="2147480834"/>
            <ac:spMk id="66" creationId="{582E287D-250D-71A3-BD13-CCC08BC6627D}"/>
          </ac:spMkLst>
        </pc:spChg>
        <pc:spChg chg="mod">
          <ac:chgData name="Takeuchi, Koichiro" userId="b3848a05-443b-4434-8fa5-7398ca0c03c9" providerId="ADAL" clId="{8AE3A369-E55C-4573-8F49-6E668EF80783}" dt="2024-07-03T10:54:20.851" v="6448"/>
          <ac:spMkLst>
            <pc:docMk/>
            <pc:sldMk cId="1353650430" sldId="2147480834"/>
            <ac:spMk id="67" creationId="{2D8B1142-D8FA-650D-C133-4224069B3095}"/>
          </ac:spMkLst>
        </pc:spChg>
        <pc:spChg chg="mod">
          <ac:chgData name="Takeuchi, Koichiro" userId="b3848a05-443b-4434-8fa5-7398ca0c03c9" providerId="ADAL" clId="{8AE3A369-E55C-4573-8F49-6E668EF80783}" dt="2024-07-03T10:54:20.851" v="6448"/>
          <ac:spMkLst>
            <pc:docMk/>
            <pc:sldMk cId="1353650430" sldId="2147480834"/>
            <ac:spMk id="68" creationId="{81D29BCB-34A7-866C-BDA2-4FF53E4D9931}"/>
          </ac:spMkLst>
        </pc:spChg>
        <pc:spChg chg="mod">
          <ac:chgData name="Takeuchi, Koichiro" userId="b3848a05-443b-4434-8fa5-7398ca0c03c9" providerId="ADAL" clId="{8AE3A369-E55C-4573-8F49-6E668EF80783}" dt="2024-07-03T10:54:20.851" v="6448"/>
          <ac:spMkLst>
            <pc:docMk/>
            <pc:sldMk cId="1353650430" sldId="2147480834"/>
            <ac:spMk id="69" creationId="{0E4D1A47-7765-60A5-18C1-292BF90FEB81}"/>
          </ac:spMkLst>
        </pc:spChg>
        <pc:spChg chg="mod">
          <ac:chgData name="Takeuchi, Koichiro" userId="b3848a05-443b-4434-8fa5-7398ca0c03c9" providerId="ADAL" clId="{8AE3A369-E55C-4573-8F49-6E668EF80783}" dt="2024-07-03T10:54:20.851" v="6448"/>
          <ac:spMkLst>
            <pc:docMk/>
            <pc:sldMk cId="1353650430" sldId="2147480834"/>
            <ac:spMk id="70" creationId="{C925B1AC-FB30-012D-F6E6-1EDC8E727B34}"/>
          </ac:spMkLst>
        </pc:spChg>
        <pc:spChg chg="mod">
          <ac:chgData name="Takeuchi, Koichiro" userId="b3848a05-443b-4434-8fa5-7398ca0c03c9" providerId="ADAL" clId="{8AE3A369-E55C-4573-8F49-6E668EF80783}" dt="2024-07-03T10:54:20.851" v="6448"/>
          <ac:spMkLst>
            <pc:docMk/>
            <pc:sldMk cId="1353650430" sldId="2147480834"/>
            <ac:spMk id="71" creationId="{AB96746F-CD7B-B708-4AD7-C69DD519F55E}"/>
          </ac:spMkLst>
        </pc:spChg>
        <pc:spChg chg="mod">
          <ac:chgData name="Takeuchi, Koichiro" userId="b3848a05-443b-4434-8fa5-7398ca0c03c9" providerId="ADAL" clId="{8AE3A369-E55C-4573-8F49-6E668EF80783}" dt="2024-07-03T10:54:20.851" v="6448"/>
          <ac:spMkLst>
            <pc:docMk/>
            <pc:sldMk cId="1353650430" sldId="2147480834"/>
            <ac:spMk id="72" creationId="{9D815063-688B-8A40-66FF-B31255964A2E}"/>
          </ac:spMkLst>
        </pc:spChg>
        <pc:spChg chg="mod">
          <ac:chgData name="Takeuchi, Koichiro" userId="b3848a05-443b-4434-8fa5-7398ca0c03c9" providerId="ADAL" clId="{8AE3A369-E55C-4573-8F49-6E668EF80783}" dt="2024-07-03T10:54:20.851" v="6448"/>
          <ac:spMkLst>
            <pc:docMk/>
            <pc:sldMk cId="1353650430" sldId="2147480834"/>
            <ac:spMk id="73" creationId="{DD4DF75B-244E-416B-0862-0B7D8FDA9BB4}"/>
          </ac:spMkLst>
        </pc:spChg>
        <pc:spChg chg="mod">
          <ac:chgData name="Takeuchi, Koichiro" userId="b3848a05-443b-4434-8fa5-7398ca0c03c9" providerId="ADAL" clId="{8AE3A369-E55C-4573-8F49-6E668EF80783}" dt="2024-07-03T10:54:20.851" v="6448"/>
          <ac:spMkLst>
            <pc:docMk/>
            <pc:sldMk cId="1353650430" sldId="2147480834"/>
            <ac:spMk id="74" creationId="{31213A4C-8691-0AFE-8188-37AE7BB1DF0B}"/>
          </ac:spMkLst>
        </pc:spChg>
        <pc:spChg chg="mod">
          <ac:chgData name="Takeuchi, Koichiro" userId="b3848a05-443b-4434-8fa5-7398ca0c03c9" providerId="ADAL" clId="{8AE3A369-E55C-4573-8F49-6E668EF80783}" dt="2024-07-03T10:54:20.851" v="6448"/>
          <ac:spMkLst>
            <pc:docMk/>
            <pc:sldMk cId="1353650430" sldId="2147480834"/>
            <ac:spMk id="75" creationId="{393A9833-BC35-B13A-E7F1-DBC163780F1E}"/>
          </ac:spMkLst>
        </pc:spChg>
        <pc:spChg chg="mod">
          <ac:chgData name="Takeuchi, Koichiro" userId="b3848a05-443b-4434-8fa5-7398ca0c03c9" providerId="ADAL" clId="{8AE3A369-E55C-4573-8F49-6E668EF80783}" dt="2024-07-03T10:54:20.851" v="6448"/>
          <ac:spMkLst>
            <pc:docMk/>
            <pc:sldMk cId="1353650430" sldId="2147480834"/>
            <ac:spMk id="76" creationId="{286B85C5-795B-F346-EDFF-7BEB9F637BA1}"/>
          </ac:spMkLst>
        </pc:spChg>
        <pc:spChg chg="mod">
          <ac:chgData name="Takeuchi, Koichiro" userId="b3848a05-443b-4434-8fa5-7398ca0c03c9" providerId="ADAL" clId="{8AE3A369-E55C-4573-8F49-6E668EF80783}" dt="2024-07-03T10:54:20.851" v="6448"/>
          <ac:spMkLst>
            <pc:docMk/>
            <pc:sldMk cId="1353650430" sldId="2147480834"/>
            <ac:spMk id="77" creationId="{F082873F-0E5D-EA4D-894C-627BAA0439E6}"/>
          </ac:spMkLst>
        </pc:spChg>
        <pc:spChg chg="mod">
          <ac:chgData name="Takeuchi, Koichiro" userId="b3848a05-443b-4434-8fa5-7398ca0c03c9" providerId="ADAL" clId="{8AE3A369-E55C-4573-8F49-6E668EF80783}" dt="2024-07-03T10:54:20.851" v="6448"/>
          <ac:spMkLst>
            <pc:docMk/>
            <pc:sldMk cId="1353650430" sldId="2147480834"/>
            <ac:spMk id="78" creationId="{3D69182A-F47E-447D-B657-B62B171ABC2C}"/>
          </ac:spMkLst>
        </pc:spChg>
        <pc:spChg chg="mod">
          <ac:chgData name="Takeuchi, Koichiro" userId="b3848a05-443b-4434-8fa5-7398ca0c03c9" providerId="ADAL" clId="{8AE3A369-E55C-4573-8F49-6E668EF80783}" dt="2024-07-03T10:54:20.851" v="6448"/>
          <ac:spMkLst>
            <pc:docMk/>
            <pc:sldMk cId="1353650430" sldId="2147480834"/>
            <ac:spMk id="79" creationId="{44C9505E-AABA-944B-AB6D-7CFBA4D26C81}"/>
          </ac:spMkLst>
        </pc:spChg>
        <pc:spChg chg="mod">
          <ac:chgData name="Takeuchi, Koichiro" userId="b3848a05-443b-4434-8fa5-7398ca0c03c9" providerId="ADAL" clId="{8AE3A369-E55C-4573-8F49-6E668EF80783}" dt="2024-07-03T10:54:20.851" v="6448"/>
          <ac:spMkLst>
            <pc:docMk/>
            <pc:sldMk cId="1353650430" sldId="2147480834"/>
            <ac:spMk id="80" creationId="{3793B8B6-086E-F7D4-E9DC-52FA672EC8C3}"/>
          </ac:spMkLst>
        </pc:spChg>
        <pc:spChg chg="mod">
          <ac:chgData name="Takeuchi, Koichiro" userId="b3848a05-443b-4434-8fa5-7398ca0c03c9" providerId="ADAL" clId="{8AE3A369-E55C-4573-8F49-6E668EF80783}" dt="2024-07-03T10:54:20.851" v="6448"/>
          <ac:spMkLst>
            <pc:docMk/>
            <pc:sldMk cId="1353650430" sldId="2147480834"/>
            <ac:spMk id="81" creationId="{48E72B1F-5B79-4436-5697-DF7F41CAFC2E}"/>
          </ac:spMkLst>
        </pc:spChg>
        <pc:spChg chg="mod">
          <ac:chgData name="Takeuchi, Koichiro" userId="b3848a05-443b-4434-8fa5-7398ca0c03c9" providerId="ADAL" clId="{8AE3A369-E55C-4573-8F49-6E668EF80783}" dt="2024-07-03T10:54:20.851" v="6448"/>
          <ac:spMkLst>
            <pc:docMk/>
            <pc:sldMk cId="1353650430" sldId="2147480834"/>
            <ac:spMk id="82" creationId="{932B2F6E-C3A2-C143-1ACF-57512ADAA637}"/>
          </ac:spMkLst>
        </pc:spChg>
        <pc:spChg chg="mod">
          <ac:chgData name="Takeuchi, Koichiro" userId="b3848a05-443b-4434-8fa5-7398ca0c03c9" providerId="ADAL" clId="{8AE3A369-E55C-4573-8F49-6E668EF80783}" dt="2024-07-03T10:54:20.851" v="6448"/>
          <ac:spMkLst>
            <pc:docMk/>
            <pc:sldMk cId="1353650430" sldId="2147480834"/>
            <ac:spMk id="86" creationId="{B2EB047A-4C44-E854-B0B5-29C9056D1FA0}"/>
          </ac:spMkLst>
        </pc:spChg>
        <pc:spChg chg="mod">
          <ac:chgData name="Takeuchi, Koichiro" userId="b3848a05-443b-4434-8fa5-7398ca0c03c9" providerId="ADAL" clId="{8AE3A369-E55C-4573-8F49-6E668EF80783}" dt="2024-07-03T10:54:20.851" v="6448"/>
          <ac:spMkLst>
            <pc:docMk/>
            <pc:sldMk cId="1353650430" sldId="2147480834"/>
            <ac:spMk id="87" creationId="{EA985209-FADD-42AB-DF82-1201D058CD03}"/>
          </ac:spMkLst>
        </pc:spChg>
        <pc:spChg chg="mod">
          <ac:chgData name="Takeuchi, Koichiro" userId="b3848a05-443b-4434-8fa5-7398ca0c03c9" providerId="ADAL" clId="{8AE3A369-E55C-4573-8F49-6E668EF80783}" dt="2024-07-03T10:54:20.851" v="6448"/>
          <ac:spMkLst>
            <pc:docMk/>
            <pc:sldMk cId="1353650430" sldId="2147480834"/>
            <ac:spMk id="88" creationId="{9FF8E020-827C-F1CC-7A8E-CB056B2D4CF3}"/>
          </ac:spMkLst>
        </pc:spChg>
        <pc:spChg chg="mod">
          <ac:chgData name="Takeuchi, Koichiro" userId="b3848a05-443b-4434-8fa5-7398ca0c03c9" providerId="ADAL" clId="{8AE3A369-E55C-4573-8F49-6E668EF80783}" dt="2024-07-03T10:54:20.851" v="6448"/>
          <ac:spMkLst>
            <pc:docMk/>
            <pc:sldMk cId="1353650430" sldId="2147480834"/>
            <ac:spMk id="89" creationId="{4DF48E59-4482-136C-2A4F-ED3F9CCA7A45}"/>
          </ac:spMkLst>
        </pc:spChg>
        <pc:spChg chg="mod">
          <ac:chgData name="Takeuchi, Koichiro" userId="b3848a05-443b-4434-8fa5-7398ca0c03c9" providerId="ADAL" clId="{8AE3A369-E55C-4573-8F49-6E668EF80783}" dt="2024-07-03T10:54:20.851" v="6448"/>
          <ac:spMkLst>
            <pc:docMk/>
            <pc:sldMk cId="1353650430" sldId="2147480834"/>
            <ac:spMk id="90" creationId="{0EFB0079-1CB1-2F37-FB04-1413D5CA2403}"/>
          </ac:spMkLst>
        </pc:spChg>
        <pc:spChg chg="mod">
          <ac:chgData name="Takeuchi, Koichiro" userId="b3848a05-443b-4434-8fa5-7398ca0c03c9" providerId="ADAL" clId="{8AE3A369-E55C-4573-8F49-6E668EF80783}" dt="2024-07-03T10:54:20.851" v="6448"/>
          <ac:spMkLst>
            <pc:docMk/>
            <pc:sldMk cId="1353650430" sldId="2147480834"/>
            <ac:spMk id="91" creationId="{BE337E6A-449D-ECE3-5BFD-0290774C1A3D}"/>
          </ac:spMkLst>
        </pc:spChg>
        <pc:spChg chg="mod">
          <ac:chgData name="Takeuchi, Koichiro" userId="b3848a05-443b-4434-8fa5-7398ca0c03c9" providerId="ADAL" clId="{8AE3A369-E55C-4573-8F49-6E668EF80783}" dt="2024-07-03T10:54:20.851" v="6448"/>
          <ac:spMkLst>
            <pc:docMk/>
            <pc:sldMk cId="1353650430" sldId="2147480834"/>
            <ac:spMk id="96" creationId="{96AA64FD-0003-DBA2-17FB-C2463A6BF7A2}"/>
          </ac:spMkLst>
        </pc:spChg>
        <pc:spChg chg="mod">
          <ac:chgData name="Takeuchi, Koichiro" userId="b3848a05-443b-4434-8fa5-7398ca0c03c9" providerId="ADAL" clId="{8AE3A369-E55C-4573-8F49-6E668EF80783}" dt="2024-07-03T10:54:20.851" v="6448"/>
          <ac:spMkLst>
            <pc:docMk/>
            <pc:sldMk cId="1353650430" sldId="2147480834"/>
            <ac:spMk id="97" creationId="{BCBADD82-6E0B-CB0E-E36B-185E43628881}"/>
          </ac:spMkLst>
        </pc:spChg>
        <pc:spChg chg="mod">
          <ac:chgData name="Takeuchi, Koichiro" userId="b3848a05-443b-4434-8fa5-7398ca0c03c9" providerId="ADAL" clId="{8AE3A369-E55C-4573-8F49-6E668EF80783}" dt="2024-07-03T10:54:20.851" v="6448"/>
          <ac:spMkLst>
            <pc:docMk/>
            <pc:sldMk cId="1353650430" sldId="2147480834"/>
            <ac:spMk id="98" creationId="{726DC764-694B-4DA3-304E-684C83AE4398}"/>
          </ac:spMkLst>
        </pc:spChg>
        <pc:spChg chg="mod">
          <ac:chgData name="Takeuchi, Koichiro" userId="b3848a05-443b-4434-8fa5-7398ca0c03c9" providerId="ADAL" clId="{8AE3A369-E55C-4573-8F49-6E668EF80783}" dt="2024-07-03T10:54:20.851" v="6448"/>
          <ac:spMkLst>
            <pc:docMk/>
            <pc:sldMk cId="1353650430" sldId="2147480834"/>
            <ac:spMk id="99" creationId="{2A888554-0153-6B88-351C-E4BA7813ECF6}"/>
          </ac:spMkLst>
        </pc:spChg>
        <pc:spChg chg="mod">
          <ac:chgData name="Takeuchi, Koichiro" userId="b3848a05-443b-4434-8fa5-7398ca0c03c9" providerId="ADAL" clId="{8AE3A369-E55C-4573-8F49-6E668EF80783}" dt="2024-07-03T10:54:20.851" v="6448"/>
          <ac:spMkLst>
            <pc:docMk/>
            <pc:sldMk cId="1353650430" sldId="2147480834"/>
            <ac:spMk id="100" creationId="{580C62FC-1B9B-0DD3-7AC5-61EA96D6E2DB}"/>
          </ac:spMkLst>
        </pc:spChg>
        <pc:spChg chg="mod">
          <ac:chgData name="Takeuchi, Koichiro" userId="b3848a05-443b-4434-8fa5-7398ca0c03c9" providerId="ADAL" clId="{8AE3A369-E55C-4573-8F49-6E668EF80783}" dt="2024-07-03T10:54:20.851" v="6448"/>
          <ac:spMkLst>
            <pc:docMk/>
            <pc:sldMk cId="1353650430" sldId="2147480834"/>
            <ac:spMk id="101" creationId="{E630D097-A1D6-89E2-C588-EBAEFB8767A7}"/>
          </ac:spMkLst>
        </pc:spChg>
        <pc:spChg chg="mod">
          <ac:chgData name="Takeuchi, Koichiro" userId="b3848a05-443b-4434-8fa5-7398ca0c03c9" providerId="ADAL" clId="{8AE3A369-E55C-4573-8F49-6E668EF80783}" dt="2024-07-03T10:54:20.851" v="6448"/>
          <ac:spMkLst>
            <pc:docMk/>
            <pc:sldMk cId="1353650430" sldId="2147480834"/>
            <ac:spMk id="102" creationId="{C8794B48-FCD7-B8A6-B52E-9EC2C916416F}"/>
          </ac:spMkLst>
        </pc:spChg>
        <pc:spChg chg="mod">
          <ac:chgData name="Takeuchi, Koichiro" userId="b3848a05-443b-4434-8fa5-7398ca0c03c9" providerId="ADAL" clId="{8AE3A369-E55C-4573-8F49-6E668EF80783}" dt="2024-07-03T10:54:20.851" v="6448"/>
          <ac:spMkLst>
            <pc:docMk/>
            <pc:sldMk cId="1353650430" sldId="2147480834"/>
            <ac:spMk id="103" creationId="{FD597B98-2317-9DEA-A8D3-99545D678576}"/>
          </ac:spMkLst>
        </pc:spChg>
        <pc:spChg chg="mod">
          <ac:chgData name="Takeuchi, Koichiro" userId="b3848a05-443b-4434-8fa5-7398ca0c03c9" providerId="ADAL" clId="{8AE3A369-E55C-4573-8F49-6E668EF80783}" dt="2024-07-03T10:54:20.851" v="6448"/>
          <ac:spMkLst>
            <pc:docMk/>
            <pc:sldMk cId="1353650430" sldId="2147480834"/>
            <ac:spMk id="104" creationId="{81D4468D-6975-A696-E5B2-4C7DA0DACEE9}"/>
          </ac:spMkLst>
        </pc:spChg>
        <pc:spChg chg="mod">
          <ac:chgData name="Takeuchi, Koichiro" userId="b3848a05-443b-4434-8fa5-7398ca0c03c9" providerId="ADAL" clId="{8AE3A369-E55C-4573-8F49-6E668EF80783}" dt="2024-07-03T10:54:20.851" v="6448"/>
          <ac:spMkLst>
            <pc:docMk/>
            <pc:sldMk cId="1353650430" sldId="2147480834"/>
            <ac:spMk id="105" creationId="{01CF7975-06FC-C8FF-B040-F8821505788C}"/>
          </ac:spMkLst>
        </pc:spChg>
        <pc:spChg chg="mod">
          <ac:chgData name="Takeuchi, Koichiro" userId="b3848a05-443b-4434-8fa5-7398ca0c03c9" providerId="ADAL" clId="{8AE3A369-E55C-4573-8F49-6E668EF80783}" dt="2024-07-03T10:54:20.851" v="6448"/>
          <ac:spMkLst>
            <pc:docMk/>
            <pc:sldMk cId="1353650430" sldId="2147480834"/>
            <ac:spMk id="106" creationId="{0DBE09B2-B08C-D3FD-34AB-0446E65029F9}"/>
          </ac:spMkLst>
        </pc:spChg>
        <pc:spChg chg="mod">
          <ac:chgData name="Takeuchi, Koichiro" userId="b3848a05-443b-4434-8fa5-7398ca0c03c9" providerId="ADAL" clId="{8AE3A369-E55C-4573-8F49-6E668EF80783}" dt="2024-07-03T10:54:20.851" v="6448"/>
          <ac:spMkLst>
            <pc:docMk/>
            <pc:sldMk cId="1353650430" sldId="2147480834"/>
            <ac:spMk id="107" creationId="{BCEF4546-8B97-B447-A426-6AF902BC6B9B}"/>
          </ac:spMkLst>
        </pc:spChg>
        <pc:spChg chg="mod">
          <ac:chgData name="Takeuchi, Koichiro" userId="b3848a05-443b-4434-8fa5-7398ca0c03c9" providerId="ADAL" clId="{8AE3A369-E55C-4573-8F49-6E668EF80783}" dt="2024-07-03T10:54:20.851" v="6448"/>
          <ac:spMkLst>
            <pc:docMk/>
            <pc:sldMk cId="1353650430" sldId="2147480834"/>
            <ac:spMk id="108" creationId="{C1AD95C0-EEB3-7CA0-26BA-73BE31440EC1}"/>
          </ac:spMkLst>
        </pc:spChg>
        <pc:spChg chg="mod">
          <ac:chgData name="Takeuchi, Koichiro" userId="b3848a05-443b-4434-8fa5-7398ca0c03c9" providerId="ADAL" clId="{8AE3A369-E55C-4573-8F49-6E668EF80783}" dt="2024-07-03T10:54:20.851" v="6448"/>
          <ac:spMkLst>
            <pc:docMk/>
            <pc:sldMk cId="1353650430" sldId="2147480834"/>
            <ac:spMk id="109" creationId="{7FFBB9AB-1164-B84B-FF7C-827CFBD20F91}"/>
          </ac:spMkLst>
        </pc:spChg>
        <pc:spChg chg="mod">
          <ac:chgData name="Takeuchi, Koichiro" userId="b3848a05-443b-4434-8fa5-7398ca0c03c9" providerId="ADAL" clId="{8AE3A369-E55C-4573-8F49-6E668EF80783}" dt="2024-07-03T10:54:20.851" v="6448"/>
          <ac:spMkLst>
            <pc:docMk/>
            <pc:sldMk cId="1353650430" sldId="2147480834"/>
            <ac:spMk id="110" creationId="{F7236369-73C2-1193-B786-F457A25DF6D5}"/>
          </ac:spMkLst>
        </pc:spChg>
        <pc:spChg chg="mod">
          <ac:chgData name="Takeuchi, Koichiro" userId="b3848a05-443b-4434-8fa5-7398ca0c03c9" providerId="ADAL" clId="{8AE3A369-E55C-4573-8F49-6E668EF80783}" dt="2024-07-03T10:54:20.851" v="6448"/>
          <ac:spMkLst>
            <pc:docMk/>
            <pc:sldMk cId="1353650430" sldId="2147480834"/>
            <ac:spMk id="111" creationId="{D47EF756-3FF8-BF8E-F040-79113584A21E}"/>
          </ac:spMkLst>
        </pc:spChg>
        <pc:spChg chg="mod">
          <ac:chgData name="Takeuchi, Koichiro" userId="b3848a05-443b-4434-8fa5-7398ca0c03c9" providerId="ADAL" clId="{8AE3A369-E55C-4573-8F49-6E668EF80783}" dt="2024-07-03T10:54:20.851" v="6448"/>
          <ac:spMkLst>
            <pc:docMk/>
            <pc:sldMk cId="1353650430" sldId="2147480834"/>
            <ac:spMk id="112" creationId="{2CBCC50A-76F9-7D29-6B7A-14DC09409949}"/>
          </ac:spMkLst>
        </pc:spChg>
        <pc:spChg chg="mod">
          <ac:chgData name="Takeuchi, Koichiro" userId="b3848a05-443b-4434-8fa5-7398ca0c03c9" providerId="ADAL" clId="{8AE3A369-E55C-4573-8F49-6E668EF80783}" dt="2024-07-03T10:54:20.851" v="6448"/>
          <ac:spMkLst>
            <pc:docMk/>
            <pc:sldMk cId="1353650430" sldId="2147480834"/>
            <ac:spMk id="113" creationId="{E1559BEB-FBF7-4CA8-A71F-54E86FE735DC}"/>
          </ac:spMkLst>
        </pc:spChg>
        <pc:spChg chg="mod">
          <ac:chgData name="Takeuchi, Koichiro" userId="b3848a05-443b-4434-8fa5-7398ca0c03c9" providerId="ADAL" clId="{8AE3A369-E55C-4573-8F49-6E668EF80783}" dt="2024-07-03T10:54:20.851" v="6448"/>
          <ac:spMkLst>
            <pc:docMk/>
            <pc:sldMk cId="1353650430" sldId="2147480834"/>
            <ac:spMk id="114" creationId="{5570D488-BCE6-F22C-7708-464A3C5EB74E}"/>
          </ac:spMkLst>
        </pc:spChg>
        <pc:spChg chg="mod">
          <ac:chgData name="Takeuchi, Koichiro" userId="b3848a05-443b-4434-8fa5-7398ca0c03c9" providerId="ADAL" clId="{8AE3A369-E55C-4573-8F49-6E668EF80783}" dt="2024-07-03T10:54:20.851" v="6448"/>
          <ac:spMkLst>
            <pc:docMk/>
            <pc:sldMk cId="1353650430" sldId="2147480834"/>
            <ac:spMk id="115" creationId="{11128974-F945-8B56-2D9C-588F2A874814}"/>
          </ac:spMkLst>
        </pc:spChg>
        <pc:spChg chg="mod">
          <ac:chgData name="Takeuchi, Koichiro" userId="b3848a05-443b-4434-8fa5-7398ca0c03c9" providerId="ADAL" clId="{8AE3A369-E55C-4573-8F49-6E668EF80783}" dt="2024-07-03T10:54:20.851" v="6448"/>
          <ac:spMkLst>
            <pc:docMk/>
            <pc:sldMk cId="1353650430" sldId="2147480834"/>
            <ac:spMk id="116" creationId="{FBBF2B71-5B48-3AB2-AD11-8C9EDDA965DC}"/>
          </ac:spMkLst>
        </pc:spChg>
        <pc:spChg chg="mod">
          <ac:chgData name="Takeuchi, Koichiro" userId="b3848a05-443b-4434-8fa5-7398ca0c03c9" providerId="ADAL" clId="{8AE3A369-E55C-4573-8F49-6E668EF80783}" dt="2024-07-03T10:54:20.851" v="6448"/>
          <ac:spMkLst>
            <pc:docMk/>
            <pc:sldMk cId="1353650430" sldId="2147480834"/>
            <ac:spMk id="117" creationId="{52D73848-4F79-8E7C-44BF-F15D492EB880}"/>
          </ac:spMkLst>
        </pc:spChg>
        <pc:spChg chg="mod">
          <ac:chgData name="Takeuchi, Koichiro" userId="b3848a05-443b-4434-8fa5-7398ca0c03c9" providerId="ADAL" clId="{8AE3A369-E55C-4573-8F49-6E668EF80783}" dt="2024-07-03T10:54:20.851" v="6448"/>
          <ac:spMkLst>
            <pc:docMk/>
            <pc:sldMk cId="1353650430" sldId="2147480834"/>
            <ac:spMk id="118" creationId="{A85847E9-A3B8-A7C3-712F-97B17DE7831F}"/>
          </ac:spMkLst>
        </pc:spChg>
        <pc:spChg chg="mod">
          <ac:chgData name="Takeuchi, Koichiro" userId="b3848a05-443b-4434-8fa5-7398ca0c03c9" providerId="ADAL" clId="{8AE3A369-E55C-4573-8F49-6E668EF80783}" dt="2024-07-03T10:54:20.851" v="6448"/>
          <ac:spMkLst>
            <pc:docMk/>
            <pc:sldMk cId="1353650430" sldId="2147480834"/>
            <ac:spMk id="119" creationId="{B7BD402B-8C0A-5108-5F7E-93CA411E2D5A}"/>
          </ac:spMkLst>
        </pc:spChg>
        <pc:spChg chg="mod">
          <ac:chgData name="Takeuchi, Koichiro" userId="b3848a05-443b-4434-8fa5-7398ca0c03c9" providerId="ADAL" clId="{8AE3A369-E55C-4573-8F49-6E668EF80783}" dt="2024-07-03T10:54:20.851" v="6448"/>
          <ac:spMkLst>
            <pc:docMk/>
            <pc:sldMk cId="1353650430" sldId="2147480834"/>
            <ac:spMk id="120" creationId="{7404E2F0-77CC-3BEA-05D3-13AD63C6184A}"/>
          </ac:spMkLst>
        </pc:spChg>
        <pc:spChg chg="mod">
          <ac:chgData name="Takeuchi, Koichiro" userId="b3848a05-443b-4434-8fa5-7398ca0c03c9" providerId="ADAL" clId="{8AE3A369-E55C-4573-8F49-6E668EF80783}" dt="2024-07-03T10:54:20.851" v="6448"/>
          <ac:spMkLst>
            <pc:docMk/>
            <pc:sldMk cId="1353650430" sldId="2147480834"/>
            <ac:spMk id="121" creationId="{04F4B448-E4EF-E882-25DB-7053654AEDDF}"/>
          </ac:spMkLst>
        </pc:spChg>
        <pc:spChg chg="mod">
          <ac:chgData name="Takeuchi, Koichiro" userId="b3848a05-443b-4434-8fa5-7398ca0c03c9" providerId="ADAL" clId="{8AE3A369-E55C-4573-8F49-6E668EF80783}" dt="2024-07-03T10:54:20.851" v="6448"/>
          <ac:spMkLst>
            <pc:docMk/>
            <pc:sldMk cId="1353650430" sldId="2147480834"/>
            <ac:spMk id="122" creationId="{97EE02C8-B2C0-010B-A1F0-CA7EAADF12E7}"/>
          </ac:spMkLst>
        </pc:spChg>
        <pc:spChg chg="mod">
          <ac:chgData name="Takeuchi, Koichiro" userId="b3848a05-443b-4434-8fa5-7398ca0c03c9" providerId="ADAL" clId="{8AE3A369-E55C-4573-8F49-6E668EF80783}" dt="2024-07-03T10:54:20.851" v="6448"/>
          <ac:spMkLst>
            <pc:docMk/>
            <pc:sldMk cId="1353650430" sldId="2147480834"/>
            <ac:spMk id="129" creationId="{44A1E3CE-5612-DEF9-4490-BBB91B96A5EF}"/>
          </ac:spMkLst>
        </pc:spChg>
        <pc:spChg chg="mod">
          <ac:chgData name="Takeuchi, Koichiro" userId="b3848a05-443b-4434-8fa5-7398ca0c03c9" providerId="ADAL" clId="{8AE3A369-E55C-4573-8F49-6E668EF80783}" dt="2024-07-03T10:54:20.851" v="6448"/>
          <ac:spMkLst>
            <pc:docMk/>
            <pc:sldMk cId="1353650430" sldId="2147480834"/>
            <ac:spMk id="130" creationId="{A3C776CA-B7B0-5B62-936C-1E66980207E9}"/>
          </ac:spMkLst>
        </pc:spChg>
        <pc:spChg chg="mod">
          <ac:chgData name="Takeuchi, Koichiro" userId="b3848a05-443b-4434-8fa5-7398ca0c03c9" providerId="ADAL" clId="{8AE3A369-E55C-4573-8F49-6E668EF80783}" dt="2024-07-03T10:54:20.851" v="6448"/>
          <ac:spMkLst>
            <pc:docMk/>
            <pc:sldMk cId="1353650430" sldId="2147480834"/>
            <ac:spMk id="131" creationId="{55565CE0-A0DA-10A1-732B-B3321CF0E706}"/>
          </ac:spMkLst>
        </pc:spChg>
        <pc:spChg chg="mod">
          <ac:chgData name="Takeuchi, Koichiro" userId="b3848a05-443b-4434-8fa5-7398ca0c03c9" providerId="ADAL" clId="{8AE3A369-E55C-4573-8F49-6E668EF80783}" dt="2024-07-03T10:54:20.851" v="6448"/>
          <ac:spMkLst>
            <pc:docMk/>
            <pc:sldMk cId="1353650430" sldId="2147480834"/>
            <ac:spMk id="132" creationId="{7517D847-9AA6-3D0B-B22B-5CD06083351B}"/>
          </ac:spMkLst>
        </pc:spChg>
        <pc:spChg chg="mod">
          <ac:chgData name="Takeuchi, Koichiro" userId="b3848a05-443b-4434-8fa5-7398ca0c03c9" providerId="ADAL" clId="{8AE3A369-E55C-4573-8F49-6E668EF80783}" dt="2024-07-03T10:54:20.851" v="6448"/>
          <ac:spMkLst>
            <pc:docMk/>
            <pc:sldMk cId="1353650430" sldId="2147480834"/>
            <ac:spMk id="133" creationId="{11714D46-532B-4021-C5B7-C3BA670A8F89}"/>
          </ac:spMkLst>
        </pc:spChg>
        <pc:spChg chg="mod">
          <ac:chgData name="Takeuchi, Koichiro" userId="b3848a05-443b-4434-8fa5-7398ca0c03c9" providerId="ADAL" clId="{8AE3A369-E55C-4573-8F49-6E668EF80783}" dt="2024-07-03T10:54:20.851" v="6448"/>
          <ac:spMkLst>
            <pc:docMk/>
            <pc:sldMk cId="1353650430" sldId="2147480834"/>
            <ac:spMk id="134" creationId="{EA9FCED4-BAEB-A2EF-8F5D-729E89652C1E}"/>
          </ac:spMkLst>
        </pc:spChg>
        <pc:spChg chg="mod">
          <ac:chgData name="Takeuchi, Koichiro" userId="b3848a05-443b-4434-8fa5-7398ca0c03c9" providerId="ADAL" clId="{8AE3A369-E55C-4573-8F49-6E668EF80783}" dt="2024-07-03T10:54:20.851" v="6448"/>
          <ac:spMkLst>
            <pc:docMk/>
            <pc:sldMk cId="1353650430" sldId="2147480834"/>
            <ac:spMk id="135" creationId="{C3EF913B-7227-D775-720F-05F84B426C0F}"/>
          </ac:spMkLst>
        </pc:spChg>
        <pc:spChg chg="mod">
          <ac:chgData name="Takeuchi, Koichiro" userId="b3848a05-443b-4434-8fa5-7398ca0c03c9" providerId="ADAL" clId="{8AE3A369-E55C-4573-8F49-6E668EF80783}" dt="2024-07-03T10:54:20.851" v="6448"/>
          <ac:spMkLst>
            <pc:docMk/>
            <pc:sldMk cId="1353650430" sldId="2147480834"/>
            <ac:spMk id="136" creationId="{ED63CBBB-10D9-2088-92A0-FA38518597A6}"/>
          </ac:spMkLst>
        </pc:spChg>
        <pc:spChg chg="mod">
          <ac:chgData name="Takeuchi, Koichiro" userId="b3848a05-443b-4434-8fa5-7398ca0c03c9" providerId="ADAL" clId="{8AE3A369-E55C-4573-8F49-6E668EF80783}" dt="2024-07-03T10:54:20.851" v="6448"/>
          <ac:spMkLst>
            <pc:docMk/>
            <pc:sldMk cId="1353650430" sldId="2147480834"/>
            <ac:spMk id="137" creationId="{01F165D6-6A8D-B61A-DC8E-AB3A1C515EAE}"/>
          </ac:spMkLst>
        </pc:spChg>
        <pc:spChg chg="mod">
          <ac:chgData name="Takeuchi, Koichiro" userId="b3848a05-443b-4434-8fa5-7398ca0c03c9" providerId="ADAL" clId="{8AE3A369-E55C-4573-8F49-6E668EF80783}" dt="2024-07-03T10:54:20.851" v="6448"/>
          <ac:spMkLst>
            <pc:docMk/>
            <pc:sldMk cId="1353650430" sldId="2147480834"/>
            <ac:spMk id="138" creationId="{25460CD3-E290-CA54-BE7F-763B2F1D878D}"/>
          </ac:spMkLst>
        </pc:spChg>
        <pc:spChg chg="mod">
          <ac:chgData name="Takeuchi, Koichiro" userId="b3848a05-443b-4434-8fa5-7398ca0c03c9" providerId="ADAL" clId="{8AE3A369-E55C-4573-8F49-6E668EF80783}" dt="2024-07-03T10:54:20.851" v="6448"/>
          <ac:spMkLst>
            <pc:docMk/>
            <pc:sldMk cId="1353650430" sldId="2147480834"/>
            <ac:spMk id="139" creationId="{87BD59F2-5797-3BDE-9CDC-CD6342A99EDD}"/>
          </ac:spMkLst>
        </pc:spChg>
        <pc:spChg chg="mod">
          <ac:chgData name="Takeuchi, Koichiro" userId="b3848a05-443b-4434-8fa5-7398ca0c03c9" providerId="ADAL" clId="{8AE3A369-E55C-4573-8F49-6E668EF80783}" dt="2024-07-03T10:54:20.851" v="6448"/>
          <ac:spMkLst>
            <pc:docMk/>
            <pc:sldMk cId="1353650430" sldId="2147480834"/>
            <ac:spMk id="140" creationId="{37B89F9B-20F6-FF5B-46E8-ABAB8F6E8B4F}"/>
          </ac:spMkLst>
        </pc:spChg>
        <pc:spChg chg="mod">
          <ac:chgData name="Takeuchi, Koichiro" userId="b3848a05-443b-4434-8fa5-7398ca0c03c9" providerId="ADAL" clId="{8AE3A369-E55C-4573-8F49-6E668EF80783}" dt="2024-07-03T10:54:20.851" v="6448"/>
          <ac:spMkLst>
            <pc:docMk/>
            <pc:sldMk cId="1353650430" sldId="2147480834"/>
            <ac:spMk id="141" creationId="{0DD7596E-01D2-CF20-9DB0-8C4A4F9C5047}"/>
          </ac:spMkLst>
        </pc:spChg>
        <pc:spChg chg="mod">
          <ac:chgData name="Takeuchi, Koichiro" userId="b3848a05-443b-4434-8fa5-7398ca0c03c9" providerId="ADAL" clId="{8AE3A369-E55C-4573-8F49-6E668EF80783}" dt="2024-07-03T10:54:20.851" v="6448"/>
          <ac:spMkLst>
            <pc:docMk/>
            <pc:sldMk cId="1353650430" sldId="2147480834"/>
            <ac:spMk id="142" creationId="{0FE17A9C-F7E6-9107-89B8-38E7AF932A5F}"/>
          </ac:spMkLst>
        </pc:spChg>
        <pc:spChg chg="mod">
          <ac:chgData name="Takeuchi, Koichiro" userId="b3848a05-443b-4434-8fa5-7398ca0c03c9" providerId="ADAL" clId="{8AE3A369-E55C-4573-8F49-6E668EF80783}" dt="2024-07-03T10:54:20.851" v="6448"/>
          <ac:spMkLst>
            <pc:docMk/>
            <pc:sldMk cId="1353650430" sldId="2147480834"/>
            <ac:spMk id="143" creationId="{B4ED41C3-0AE1-1907-8273-21E384F2995C}"/>
          </ac:spMkLst>
        </pc:spChg>
        <pc:spChg chg="mod">
          <ac:chgData name="Takeuchi, Koichiro" userId="b3848a05-443b-4434-8fa5-7398ca0c03c9" providerId="ADAL" clId="{8AE3A369-E55C-4573-8F49-6E668EF80783}" dt="2024-07-03T10:54:20.851" v="6448"/>
          <ac:spMkLst>
            <pc:docMk/>
            <pc:sldMk cId="1353650430" sldId="2147480834"/>
            <ac:spMk id="144" creationId="{EBF7F9A3-F349-3EB0-DD17-EDC915578ED0}"/>
          </ac:spMkLst>
        </pc:spChg>
        <pc:spChg chg="mod">
          <ac:chgData name="Takeuchi, Koichiro" userId="b3848a05-443b-4434-8fa5-7398ca0c03c9" providerId="ADAL" clId="{8AE3A369-E55C-4573-8F49-6E668EF80783}" dt="2024-07-03T10:54:20.851" v="6448"/>
          <ac:spMkLst>
            <pc:docMk/>
            <pc:sldMk cId="1353650430" sldId="2147480834"/>
            <ac:spMk id="145" creationId="{B0C50224-B0C8-016A-80CD-21FBE5E1296B}"/>
          </ac:spMkLst>
        </pc:spChg>
        <pc:spChg chg="mod">
          <ac:chgData name="Takeuchi, Koichiro" userId="b3848a05-443b-4434-8fa5-7398ca0c03c9" providerId="ADAL" clId="{8AE3A369-E55C-4573-8F49-6E668EF80783}" dt="2024-07-03T10:54:20.851" v="6448"/>
          <ac:spMkLst>
            <pc:docMk/>
            <pc:sldMk cId="1353650430" sldId="2147480834"/>
            <ac:spMk id="146" creationId="{E24D976F-3F77-37B2-C4B8-AC442287A683}"/>
          </ac:spMkLst>
        </pc:spChg>
        <pc:spChg chg="mod">
          <ac:chgData name="Takeuchi, Koichiro" userId="b3848a05-443b-4434-8fa5-7398ca0c03c9" providerId="ADAL" clId="{8AE3A369-E55C-4573-8F49-6E668EF80783}" dt="2024-07-03T10:54:20.851" v="6448"/>
          <ac:spMkLst>
            <pc:docMk/>
            <pc:sldMk cId="1353650430" sldId="2147480834"/>
            <ac:spMk id="147" creationId="{302CFCA2-7180-8AED-7CE9-515441A564EA}"/>
          </ac:spMkLst>
        </pc:spChg>
        <pc:spChg chg="mod">
          <ac:chgData name="Takeuchi, Koichiro" userId="b3848a05-443b-4434-8fa5-7398ca0c03c9" providerId="ADAL" clId="{8AE3A369-E55C-4573-8F49-6E668EF80783}" dt="2024-07-03T10:54:20.851" v="6448"/>
          <ac:spMkLst>
            <pc:docMk/>
            <pc:sldMk cId="1353650430" sldId="2147480834"/>
            <ac:spMk id="148" creationId="{2A8A8B13-F98B-A14A-9B3C-F4C8BC0493FF}"/>
          </ac:spMkLst>
        </pc:spChg>
        <pc:spChg chg="mod">
          <ac:chgData name="Takeuchi, Koichiro" userId="b3848a05-443b-4434-8fa5-7398ca0c03c9" providerId="ADAL" clId="{8AE3A369-E55C-4573-8F49-6E668EF80783}" dt="2024-07-03T10:54:20.851" v="6448"/>
          <ac:spMkLst>
            <pc:docMk/>
            <pc:sldMk cId="1353650430" sldId="2147480834"/>
            <ac:spMk id="149" creationId="{B0444F8D-B7BB-FC02-F58D-1F6B080D2AEE}"/>
          </ac:spMkLst>
        </pc:spChg>
        <pc:spChg chg="mod">
          <ac:chgData name="Takeuchi, Koichiro" userId="b3848a05-443b-4434-8fa5-7398ca0c03c9" providerId="ADAL" clId="{8AE3A369-E55C-4573-8F49-6E668EF80783}" dt="2024-07-03T10:54:20.851" v="6448"/>
          <ac:spMkLst>
            <pc:docMk/>
            <pc:sldMk cId="1353650430" sldId="2147480834"/>
            <ac:spMk id="150" creationId="{8182CB60-2E50-C3C7-DD3D-E02F73AE1B3A}"/>
          </ac:spMkLst>
        </pc:spChg>
        <pc:spChg chg="mod">
          <ac:chgData name="Takeuchi, Koichiro" userId="b3848a05-443b-4434-8fa5-7398ca0c03c9" providerId="ADAL" clId="{8AE3A369-E55C-4573-8F49-6E668EF80783}" dt="2024-07-03T10:54:20.851" v="6448"/>
          <ac:spMkLst>
            <pc:docMk/>
            <pc:sldMk cId="1353650430" sldId="2147480834"/>
            <ac:spMk id="151" creationId="{F1342206-EA40-2585-E14E-FE17444A1613}"/>
          </ac:spMkLst>
        </pc:spChg>
        <pc:spChg chg="mod">
          <ac:chgData name="Takeuchi, Koichiro" userId="b3848a05-443b-4434-8fa5-7398ca0c03c9" providerId="ADAL" clId="{8AE3A369-E55C-4573-8F49-6E668EF80783}" dt="2024-07-03T10:54:20.851" v="6448"/>
          <ac:spMkLst>
            <pc:docMk/>
            <pc:sldMk cId="1353650430" sldId="2147480834"/>
            <ac:spMk id="152" creationId="{F84644D3-97F7-FB49-FF75-97FBEBE6A11C}"/>
          </ac:spMkLst>
        </pc:spChg>
        <pc:spChg chg="mod">
          <ac:chgData name="Takeuchi, Koichiro" userId="b3848a05-443b-4434-8fa5-7398ca0c03c9" providerId="ADAL" clId="{8AE3A369-E55C-4573-8F49-6E668EF80783}" dt="2024-07-03T10:54:20.851" v="6448"/>
          <ac:spMkLst>
            <pc:docMk/>
            <pc:sldMk cId="1353650430" sldId="2147480834"/>
            <ac:spMk id="161" creationId="{35917617-53F9-A90B-6114-9523FDB697C5}"/>
          </ac:spMkLst>
        </pc:spChg>
        <pc:spChg chg="mod">
          <ac:chgData name="Takeuchi, Koichiro" userId="b3848a05-443b-4434-8fa5-7398ca0c03c9" providerId="ADAL" clId="{8AE3A369-E55C-4573-8F49-6E668EF80783}" dt="2024-07-03T10:54:20.851" v="6448"/>
          <ac:spMkLst>
            <pc:docMk/>
            <pc:sldMk cId="1353650430" sldId="2147480834"/>
            <ac:spMk id="162" creationId="{91EE89B6-3A83-2BAC-B1D2-AD20668FD1C6}"/>
          </ac:spMkLst>
        </pc:spChg>
        <pc:spChg chg="mod">
          <ac:chgData name="Takeuchi, Koichiro" userId="b3848a05-443b-4434-8fa5-7398ca0c03c9" providerId="ADAL" clId="{8AE3A369-E55C-4573-8F49-6E668EF80783}" dt="2024-07-03T10:54:20.851" v="6448"/>
          <ac:spMkLst>
            <pc:docMk/>
            <pc:sldMk cId="1353650430" sldId="2147480834"/>
            <ac:spMk id="163" creationId="{EE6B14D2-9B6E-5371-EC0F-B3B994E8137E}"/>
          </ac:spMkLst>
        </pc:spChg>
        <pc:spChg chg="mod">
          <ac:chgData name="Takeuchi, Koichiro" userId="b3848a05-443b-4434-8fa5-7398ca0c03c9" providerId="ADAL" clId="{8AE3A369-E55C-4573-8F49-6E668EF80783}" dt="2024-07-03T10:54:20.851" v="6448"/>
          <ac:spMkLst>
            <pc:docMk/>
            <pc:sldMk cId="1353650430" sldId="2147480834"/>
            <ac:spMk id="164" creationId="{518804A1-A709-CF0E-AEFF-B9B944B663B5}"/>
          </ac:spMkLst>
        </pc:spChg>
        <pc:spChg chg="mod">
          <ac:chgData name="Takeuchi, Koichiro" userId="b3848a05-443b-4434-8fa5-7398ca0c03c9" providerId="ADAL" clId="{8AE3A369-E55C-4573-8F49-6E668EF80783}" dt="2024-07-03T10:54:20.851" v="6448"/>
          <ac:spMkLst>
            <pc:docMk/>
            <pc:sldMk cId="1353650430" sldId="2147480834"/>
            <ac:spMk id="165" creationId="{41E3858F-7EC3-3E19-6637-CA20D25870C0}"/>
          </ac:spMkLst>
        </pc:spChg>
        <pc:spChg chg="mod">
          <ac:chgData name="Takeuchi, Koichiro" userId="b3848a05-443b-4434-8fa5-7398ca0c03c9" providerId="ADAL" clId="{8AE3A369-E55C-4573-8F49-6E668EF80783}" dt="2024-07-03T10:54:20.851" v="6448"/>
          <ac:spMkLst>
            <pc:docMk/>
            <pc:sldMk cId="1353650430" sldId="2147480834"/>
            <ac:spMk id="166" creationId="{EB6650C3-F3FB-4369-94DF-5E0D822BBC74}"/>
          </ac:spMkLst>
        </pc:spChg>
        <pc:spChg chg="mod">
          <ac:chgData name="Takeuchi, Koichiro" userId="b3848a05-443b-4434-8fa5-7398ca0c03c9" providerId="ADAL" clId="{8AE3A369-E55C-4573-8F49-6E668EF80783}" dt="2024-07-03T10:54:20.851" v="6448"/>
          <ac:spMkLst>
            <pc:docMk/>
            <pc:sldMk cId="1353650430" sldId="2147480834"/>
            <ac:spMk id="167" creationId="{11B9B1F7-D51F-84D1-7281-DCC1DF3BB8B3}"/>
          </ac:spMkLst>
        </pc:spChg>
        <pc:spChg chg="mod">
          <ac:chgData name="Takeuchi, Koichiro" userId="b3848a05-443b-4434-8fa5-7398ca0c03c9" providerId="ADAL" clId="{8AE3A369-E55C-4573-8F49-6E668EF80783}" dt="2024-07-03T10:54:20.851" v="6448"/>
          <ac:spMkLst>
            <pc:docMk/>
            <pc:sldMk cId="1353650430" sldId="2147480834"/>
            <ac:spMk id="168" creationId="{4ACD1F22-85A4-4911-0D4F-E6DAE9705FE1}"/>
          </ac:spMkLst>
        </pc:spChg>
        <pc:spChg chg="mod">
          <ac:chgData name="Takeuchi, Koichiro" userId="b3848a05-443b-4434-8fa5-7398ca0c03c9" providerId="ADAL" clId="{8AE3A369-E55C-4573-8F49-6E668EF80783}" dt="2024-07-03T10:54:20.851" v="6448"/>
          <ac:spMkLst>
            <pc:docMk/>
            <pc:sldMk cId="1353650430" sldId="2147480834"/>
            <ac:spMk id="170" creationId="{7FECB42F-F4B3-EBE9-AF15-662A17C93FA8}"/>
          </ac:spMkLst>
        </pc:spChg>
        <pc:spChg chg="mod">
          <ac:chgData name="Takeuchi, Koichiro" userId="b3848a05-443b-4434-8fa5-7398ca0c03c9" providerId="ADAL" clId="{8AE3A369-E55C-4573-8F49-6E668EF80783}" dt="2024-07-03T10:54:20.851" v="6448"/>
          <ac:spMkLst>
            <pc:docMk/>
            <pc:sldMk cId="1353650430" sldId="2147480834"/>
            <ac:spMk id="171" creationId="{00A7E35D-9ED6-7772-7814-91F9710A0220}"/>
          </ac:spMkLst>
        </pc:spChg>
        <pc:spChg chg="mod">
          <ac:chgData name="Takeuchi, Koichiro" userId="b3848a05-443b-4434-8fa5-7398ca0c03c9" providerId="ADAL" clId="{8AE3A369-E55C-4573-8F49-6E668EF80783}" dt="2024-07-03T10:54:20.851" v="6448"/>
          <ac:spMkLst>
            <pc:docMk/>
            <pc:sldMk cId="1353650430" sldId="2147480834"/>
            <ac:spMk id="172" creationId="{5C329939-A5C0-A9C1-5872-508B69F94146}"/>
          </ac:spMkLst>
        </pc:spChg>
        <pc:spChg chg="mod">
          <ac:chgData name="Takeuchi, Koichiro" userId="b3848a05-443b-4434-8fa5-7398ca0c03c9" providerId="ADAL" clId="{8AE3A369-E55C-4573-8F49-6E668EF80783}" dt="2024-07-03T10:54:20.851" v="6448"/>
          <ac:spMkLst>
            <pc:docMk/>
            <pc:sldMk cId="1353650430" sldId="2147480834"/>
            <ac:spMk id="173" creationId="{50F56B28-7AA5-6B30-6C32-531417817FB8}"/>
          </ac:spMkLst>
        </pc:spChg>
        <pc:spChg chg="mod">
          <ac:chgData name="Takeuchi, Koichiro" userId="b3848a05-443b-4434-8fa5-7398ca0c03c9" providerId="ADAL" clId="{8AE3A369-E55C-4573-8F49-6E668EF80783}" dt="2024-07-03T10:54:20.851" v="6448"/>
          <ac:spMkLst>
            <pc:docMk/>
            <pc:sldMk cId="1353650430" sldId="2147480834"/>
            <ac:spMk id="174" creationId="{01C3B6DE-36F2-1C3E-C23C-A46CA87B73DD}"/>
          </ac:spMkLst>
        </pc:spChg>
        <pc:spChg chg="mod">
          <ac:chgData name="Takeuchi, Koichiro" userId="b3848a05-443b-4434-8fa5-7398ca0c03c9" providerId="ADAL" clId="{8AE3A369-E55C-4573-8F49-6E668EF80783}" dt="2024-07-03T10:54:20.851" v="6448"/>
          <ac:spMkLst>
            <pc:docMk/>
            <pc:sldMk cId="1353650430" sldId="2147480834"/>
            <ac:spMk id="175" creationId="{35A4758E-EAE8-3180-6649-9E21AEF55B28}"/>
          </ac:spMkLst>
        </pc:spChg>
        <pc:spChg chg="mod">
          <ac:chgData name="Takeuchi, Koichiro" userId="b3848a05-443b-4434-8fa5-7398ca0c03c9" providerId="ADAL" clId="{8AE3A369-E55C-4573-8F49-6E668EF80783}" dt="2024-07-03T10:54:20.851" v="6448"/>
          <ac:spMkLst>
            <pc:docMk/>
            <pc:sldMk cId="1353650430" sldId="2147480834"/>
            <ac:spMk id="184" creationId="{2AE1BFA8-30C5-CD0A-3BE7-DD07281E5537}"/>
          </ac:spMkLst>
        </pc:spChg>
        <pc:spChg chg="mod">
          <ac:chgData name="Takeuchi, Koichiro" userId="b3848a05-443b-4434-8fa5-7398ca0c03c9" providerId="ADAL" clId="{8AE3A369-E55C-4573-8F49-6E668EF80783}" dt="2024-07-03T10:54:20.851" v="6448"/>
          <ac:spMkLst>
            <pc:docMk/>
            <pc:sldMk cId="1353650430" sldId="2147480834"/>
            <ac:spMk id="185" creationId="{46AD02B7-A41A-313B-7652-79977F7CA5AD}"/>
          </ac:spMkLst>
        </pc:spChg>
        <pc:spChg chg="mod">
          <ac:chgData name="Takeuchi, Koichiro" userId="b3848a05-443b-4434-8fa5-7398ca0c03c9" providerId="ADAL" clId="{8AE3A369-E55C-4573-8F49-6E668EF80783}" dt="2024-07-03T10:54:20.851" v="6448"/>
          <ac:spMkLst>
            <pc:docMk/>
            <pc:sldMk cId="1353650430" sldId="2147480834"/>
            <ac:spMk id="186" creationId="{BCAA2186-E49D-7248-E4E6-B4B52BC4DE85}"/>
          </ac:spMkLst>
        </pc:spChg>
        <pc:spChg chg="mod">
          <ac:chgData name="Takeuchi, Koichiro" userId="b3848a05-443b-4434-8fa5-7398ca0c03c9" providerId="ADAL" clId="{8AE3A369-E55C-4573-8F49-6E668EF80783}" dt="2024-07-03T10:54:20.851" v="6448"/>
          <ac:spMkLst>
            <pc:docMk/>
            <pc:sldMk cId="1353650430" sldId="2147480834"/>
            <ac:spMk id="187" creationId="{F948D327-42BA-7A02-DDEF-2E24B0208C2C}"/>
          </ac:spMkLst>
        </pc:spChg>
        <pc:spChg chg="mod">
          <ac:chgData name="Takeuchi, Koichiro" userId="b3848a05-443b-4434-8fa5-7398ca0c03c9" providerId="ADAL" clId="{8AE3A369-E55C-4573-8F49-6E668EF80783}" dt="2024-07-03T10:54:20.851" v="6448"/>
          <ac:spMkLst>
            <pc:docMk/>
            <pc:sldMk cId="1353650430" sldId="2147480834"/>
            <ac:spMk id="188" creationId="{2E14F0B5-2603-7CF7-C2C1-E369E11A6DBC}"/>
          </ac:spMkLst>
        </pc:spChg>
        <pc:spChg chg="mod">
          <ac:chgData name="Takeuchi, Koichiro" userId="b3848a05-443b-4434-8fa5-7398ca0c03c9" providerId="ADAL" clId="{8AE3A369-E55C-4573-8F49-6E668EF80783}" dt="2024-07-03T10:54:20.851" v="6448"/>
          <ac:spMkLst>
            <pc:docMk/>
            <pc:sldMk cId="1353650430" sldId="2147480834"/>
            <ac:spMk id="189" creationId="{C0F0F553-3863-4CA7-FF77-6F75ECDE4E4F}"/>
          </ac:spMkLst>
        </pc:spChg>
        <pc:spChg chg="mod">
          <ac:chgData name="Takeuchi, Koichiro" userId="b3848a05-443b-4434-8fa5-7398ca0c03c9" providerId="ADAL" clId="{8AE3A369-E55C-4573-8F49-6E668EF80783}" dt="2024-07-03T10:54:20.851" v="6448"/>
          <ac:spMkLst>
            <pc:docMk/>
            <pc:sldMk cId="1353650430" sldId="2147480834"/>
            <ac:spMk id="190" creationId="{025FBB3E-FAD2-496D-BCED-3F3B1B7B22CB}"/>
          </ac:spMkLst>
        </pc:spChg>
        <pc:spChg chg="mod">
          <ac:chgData name="Takeuchi, Koichiro" userId="b3848a05-443b-4434-8fa5-7398ca0c03c9" providerId="ADAL" clId="{8AE3A369-E55C-4573-8F49-6E668EF80783}" dt="2024-07-03T10:54:20.851" v="6448"/>
          <ac:spMkLst>
            <pc:docMk/>
            <pc:sldMk cId="1353650430" sldId="2147480834"/>
            <ac:spMk id="191" creationId="{14CED34C-4046-729B-7A14-E8FCFCCF4470}"/>
          </ac:spMkLst>
        </pc:spChg>
        <pc:spChg chg="mod">
          <ac:chgData name="Takeuchi, Koichiro" userId="b3848a05-443b-4434-8fa5-7398ca0c03c9" providerId="ADAL" clId="{8AE3A369-E55C-4573-8F49-6E668EF80783}" dt="2024-07-03T10:54:20.851" v="6448"/>
          <ac:spMkLst>
            <pc:docMk/>
            <pc:sldMk cId="1353650430" sldId="2147480834"/>
            <ac:spMk id="192" creationId="{15A61E8C-C2A6-9D0B-9562-E498771C522D}"/>
          </ac:spMkLst>
        </pc:spChg>
        <pc:spChg chg="mod">
          <ac:chgData name="Takeuchi, Koichiro" userId="b3848a05-443b-4434-8fa5-7398ca0c03c9" providerId="ADAL" clId="{8AE3A369-E55C-4573-8F49-6E668EF80783}" dt="2024-07-03T10:54:20.851" v="6448"/>
          <ac:spMkLst>
            <pc:docMk/>
            <pc:sldMk cId="1353650430" sldId="2147480834"/>
            <ac:spMk id="193" creationId="{7283D267-5729-713D-9547-4F01D77A2710}"/>
          </ac:spMkLst>
        </pc:spChg>
        <pc:spChg chg="mod">
          <ac:chgData name="Takeuchi, Koichiro" userId="b3848a05-443b-4434-8fa5-7398ca0c03c9" providerId="ADAL" clId="{8AE3A369-E55C-4573-8F49-6E668EF80783}" dt="2024-07-03T10:54:20.851" v="6448"/>
          <ac:spMkLst>
            <pc:docMk/>
            <pc:sldMk cId="1353650430" sldId="2147480834"/>
            <ac:spMk id="194" creationId="{BF26D234-6CEC-B330-E7B3-54FB87DE4701}"/>
          </ac:spMkLst>
        </pc:spChg>
        <pc:spChg chg="mod">
          <ac:chgData name="Takeuchi, Koichiro" userId="b3848a05-443b-4434-8fa5-7398ca0c03c9" providerId="ADAL" clId="{8AE3A369-E55C-4573-8F49-6E668EF80783}" dt="2024-07-03T10:54:20.851" v="6448"/>
          <ac:spMkLst>
            <pc:docMk/>
            <pc:sldMk cId="1353650430" sldId="2147480834"/>
            <ac:spMk id="195" creationId="{FCDDAD9B-3B3E-0388-2308-FFEC2CF16FC6}"/>
          </ac:spMkLst>
        </pc:spChg>
        <pc:spChg chg="mod">
          <ac:chgData name="Takeuchi, Koichiro" userId="b3848a05-443b-4434-8fa5-7398ca0c03c9" providerId="ADAL" clId="{8AE3A369-E55C-4573-8F49-6E668EF80783}" dt="2024-07-03T10:54:20.851" v="6448"/>
          <ac:spMkLst>
            <pc:docMk/>
            <pc:sldMk cId="1353650430" sldId="2147480834"/>
            <ac:spMk id="196" creationId="{81F73EE9-8847-81E7-F631-D9292A7EFB5B}"/>
          </ac:spMkLst>
        </pc:spChg>
        <pc:spChg chg="mod">
          <ac:chgData name="Takeuchi, Koichiro" userId="b3848a05-443b-4434-8fa5-7398ca0c03c9" providerId="ADAL" clId="{8AE3A369-E55C-4573-8F49-6E668EF80783}" dt="2024-07-03T10:54:20.851" v="6448"/>
          <ac:spMkLst>
            <pc:docMk/>
            <pc:sldMk cId="1353650430" sldId="2147480834"/>
            <ac:spMk id="197" creationId="{717BFF52-2A99-34A9-C4F5-40807AA9738C}"/>
          </ac:spMkLst>
        </pc:spChg>
        <pc:spChg chg="mod">
          <ac:chgData name="Takeuchi, Koichiro" userId="b3848a05-443b-4434-8fa5-7398ca0c03c9" providerId="ADAL" clId="{8AE3A369-E55C-4573-8F49-6E668EF80783}" dt="2024-07-03T10:54:20.851" v="6448"/>
          <ac:spMkLst>
            <pc:docMk/>
            <pc:sldMk cId="1353650430" sldId="2147480834"/>
            <ac:spMk id="198" creationId="{A6108BF4-0542-3507-BCE2-F0E871F3A5C4}"/>
          </ac:spMkLst>
        </pc:spChg>
        <pc:spChg chg="mod">
          <ac:chgData name="Takeuchi, Koichiro" userId="b3848a05-443b-4434-8fa5-7398ca0c03c9" providerId="ADAL" clId="{8AE3A369-E55C-4573-8F49-6E668EF80783}" dt="2024-07-03T10:54:20.851" v="6448"/>
          <ac:spMkLst>
            <pc:docMk/>
            <pc:sldMk cId="1353650430" sldId="2147480834"/>
            <ac:spMk id="199" creationId="{233AD6B0-54B9-7D71-76A9-3C42B9251757}"/>
          </ac:spMkLst>
        </pc:spChg>
        <pc:spChg chg="mod">
          <ac:chgData name="Takeuchi, Koichiro" userId="b3848a05-443b-4434-8fa5-7398ca0c03c9" providerId="ADAL" clId="{8AE3A369-E55C-4573-8F49-6E668EF80783}" dt="2024-07-03T10:54:20.851" v="6448"/>
          <ac:spMkLst>
            <pc:docMk/>
            <pc:sldMk cId="1353650430" sldId="2147480834"/>
            <ac:spMk id="200" creationId="{FE801D1F-3603-D049-1CC4-1FCB6A3561F0}"/>
          </ac:spMkLst>
        </pc:spChg>
        <pc:spChg chg="mod">
          <ac:chgData name="Takeuchi, Koichiro" userId="b3848a05-443b-4434-8fa5-7398ca0c03c9" providerId="ADAL" clId="{8AE3A369-E55C-4573-8F49-6E668EF80783}" dt="2024-07-03T10:54:20.851" v="6448"/>
          <ac:spMkLst>
            <pc:docMk/>
            <pc:sldMk cId="1353650430" sldId="2147480834"/>
            <ac:spMk id="201" creationId="{27AA8B88-BB99-8E69-8DDB-66195886F4E4}"/>
          </ac:spMkLst>
        </pc:spChg>
        <pc:spChg chg="mod">
          <ac:chgData name="Takeuchi, Koichiro" userId="b3848a05-443b-4434-8fa5-7398ca0c03c9" providerId="ADAL" clId="{8AE3A369-E55C-4573-8F49-6E668EF80783}" dt="2024-07-03T10:54:20.851" v="6448"/>
          <ac:spMkLst>
            <pc:docMk/>
            <pc:sldMk cId="1353650430" sldId="2147480834"/>
            <ac:spMk id="202" creationId="{82C270A5-46C0-C0F2-A00A-1B6E10D6C242}"/>
          </ac:spMkLst>
        </pc:spChg>
        <pc:spChg chg="mod">
          <ac:chgData name="Takeuchi, Koichiro" userId="b3848a05-443b-4434-8fa5-7398ca0c03c9" providerId="ADAL" clId="{8AE3A369-E55C-4573-8F49-6E668EF80783}" dt="2024-07-03T10:54:20.851" v="6448"/>
          <ac:spMkLst>
            <pc:docMk/>
            <pc:sldMk cId="1353650430" sldId="2147480834"/>
            <ac:spMk id="203" creationId="{BFA9C2B7-5906-B9C2-118A-8ED31A14D6B3}"/>
          </ac:spMkLst>
        </pc:spChg>
        <pc:spChg chg="mod">
          <ac:chgData name="Takeuchi, Koichiro" userId="b3848a05-443b-4434-8fa5-7398ca0c03c9" providerId="ADAL" clId="{8AE3A369-E55C-4573-8F49-6E668EF80783}" dt="2024-07-03T10:54:20.851" v="6448"/>
          <ac:spMkLst>
            <pc:docMk/>
            <pc:sldMk cId="1353650430" sldId="2147480834"/>
            <ac:spMk id="204" creationId="{9554520F-E78D-A68B-3B39-FE4B17EF3C63}"/>
          </ac:spMkLst>
        </pc:spChg>
        <pc:spChg chg="mod">
          <ac:chgData name="Takeuchi, Koichiro" userId="b3848a05-443b-4434-8fa5-7398ca0c03c9" providerId="ADAL" clId="{8AE3A369-E55C-4573-8F49-6E668EF80783}" dt="2024-07-03T10:54:20.851" v="6448"/>
          <ac:spMkLst>
            <pc:docMk/>
            <pc:sldMk cId="1353650430" sldId="2147480834"/>
            <ac:spMk id="205" creationId="{E068F797-BB14-01EC-2C56-6CD14246C5F9}"/>
          </ac:spMkLst>
        </pc:spChg>
        <pc:spChg chg="mod">
          <ac:chgData name="Takeuchi, Koichiro" userId="b3848a05-443b-4434-8fa5-7398ca0c03c9" providerId="ADAL" clId="{8AE3A369-E55C-4573-8F49-6E668EF80783}" dt="2024-07-03T10:54:20.851" v="6448"/>
          <ac:spMkLst>
            <pc:docMk/>
            <pc:sldMk cId="1353650430" sldId="2147480834"/>
            <ac:spMk id="206" creationId="{BED6920F-6FAA-B97A-FC49-3314421BB62B}"/>
          </ac:spMkLst>
        </pc:spChg>
        <pc:spChg chg="mod">
          <ac:chgData name="Takeuchi, Koichiro" userId="b3848a05-443b-4434-8fa5-7398ca0c03c9" providerId="ADAL" clId="{8AE3A369-E55C-4573-8F49-6E668EF80783}" dt="2024-07-03T10:54:20.851" v="6448"/>
          <ac:spMkLst>
            <pc:docMk/>
            <pc:sldMk cId="1353650430" sldId="2147480834"/>
            <ac:spMk id="207" creationId="{006EE26D-9663-BC81-41DB-3A753B9E4E3D}"/>
          </ac:spMkLst>
        </pc:spChg>
        <pc:spChg chg="mod">
          <ac:chgData name="Takeuchi, Koichiro" userId="b3848a05-443b-4434-8fa5-7398ca0c03c9" providerId="ADAL" clId="{8AE3A369-E55C-4573-8F49-6E668EF80783}" dt="2024-07-03T10:54:20.851" v="6448"/>
          <ac:spMkLst>
            <pc:docMk/>
            <pc:sldMk cId="1353650430" sldId="2147480834"/>
            <ac:spMk id="208" creationId="{CEE3FC9C-E4FE-314F-269B-920A028019D5}"/>
          </ac:spMkLst>
        </pc:spChg>
        <pc:spChg chg="mod">
          <ac:chgData name="Takeuchi, Koichiro" userId="b3848a05-443b-4434-8fa5-7398ca0c03c9" providerId="ADAL" clId="{8AE3A369-E55C-4573-8F49-6E668EF80783}" dt="2024-07-03T10:54:20.851" v="6448"/>
          <ac:spMkLst>
            <pc:docMk/>
            <pc:sldMk cId="1353650430" sldId="2147480834"/>
            <ac:spMk id="209" creationId="{F52497E3-0656-420A-7140-FC97198E235D}"/>
          </ac:spMkLst>
        </pc:spChg>
        <pc:spChg chg="mod">
          <ac:chgData name="Takeuchi, Koichiro" userId="b3848a05-443b-4434-8fa5-7398ca0c03c9" providerId="ADAL" clId="{8AE3A369-E55C-4573-8F49-6E668EF80783}" dt="2024-07-03T10:54:20.851" v="6448"/>
          <ac:spMkLst>
            <pc:docMk/>
            <pc:sldMk cId="1353650430" sldId="2147480834"/>
            <ac:spMk id="210" creationId="{C935B5E4-AEDF-BC21-3BED-C4B4D625BCFD}"/>
          </ac:spMkLst>
        </pc:spChg>
        <pc:spChg chg="mod">
          <ac:chgData name="Takeuchi, Koichiro" userId="b3848a05-443b-4434-8fa5-7398ca0c03c9" providerId="ADAL" clId="{8AE3A369-E55C-4573-8F49-6E668EF80783}" dt="2024-07-03T10:54:20.851" v="6448"/>
          <ac:spMkLst>
            <pc:docMk/>
            <pc:sldMk cId="1353650430" sldId="2147480834"/>
            <ac:spMk id="211" creationId="{2AD36443-4F35-931A-F671-C709EE3A00B7}"/>
          </ac:spMkLst>
        </pc:spChg>
        <pc:spChg chg="mod">
          <ac:chgData name="Takeuchi, Koichiro" userId="b3848a05-443b-4434-8fa5-7398ca0c03c9" providerId="ADAL" clId="{8AE3A369-E55C-4573-8F49-6E668EF80783}" dt="2024-07-03T10:54:20.851" v="6448"/>
          <ac:spMkLst>
            <pc:docMk/>
            <pc:sldMk cId="1353650430" sldId="2147480834"/>
            <ac:spMk id="212" creationId="{F3319B32-F62D-6F43-F951-5A8B472A78F6}"/>
          </ac:spMkLst>
        </pc:spChg>
        <pc:spChg chg="mod">
          <ac:chgData name="Takeuchi, Koichiro" userId="b3848a05-443b-4434-8fa5-7398ca0c03c9" providerId="ADAL" clId="{8AE3A369-E55C-4573-8F49-6E668EF80783}" dt="2024-07-03T10:54:20.851" v="6448"/>
          <ac:spMkLst>
            <pc:docMk/>
            <pc:sldMk cId="1353650430" sldId="2147480834"/>
            <ac:spMk id="214" creationId="{61B119AE-230F-678A-57DD-24D702CB84F2}"/>
          </ac:spMkLst>
        </pc:spChg>
        <pc:spChg chg="mod">
          <ac:chgData name="Takeuchi, Koichiro" userId="b3848a05-443b-4434-8fa5-7398ca0c03c9" providerId="ADAL" clId="{8AE3A369-E55C-4573-8F49-6E668EF80783}" dt="2024-07-03T10:54:20.851" v="6448"/>
          <ac:spMkLst>
            <pc:docMk/>
            <pc:sldMk cId="1353650430" sldId="2147480834"/>
            <ac:spMk id="215" creationId="{D0161083-2EEF-CA61-332A-7261F8254FD9}"/>
          </ac:spMkLst>
        </pc:spChg>
        <pc:spChg chg="mod">
          <ac:chgData name="Takeuchi, Koichiro" userId="b3848a05-443b-4434-8fa5-7398ca0c03c9" providerId="ADAL" clId="{8AE3A369-E55C-4573-8F49-6E668EF80783}" dt="2024-07-03T10:54:20.851" v="6448"/>
          <ac:spMkLst>
            <pc:docMk/>
            <pc:sldMk cId="1353650430" sldId="2147480834"/>
            <ac:spMk id="216" creationId="{220F3F5F-2C78-67D5-1B13-01B79DD42A53}"/>
          </ac:spMkLst>
        </pc:spChg>
        <pc:spChg chg="mod">
          <ac:chgData name="Takeuchi, Koichiro" userId="b3848a05-443b-4434-8fa5-7398ca0c03c9" providerId="ADAL" clId="{8AE3A369-E55C-4573-8F49-6E668EF80783}" dt="2024-07-03T10:54:20.851" v="6448"/>
          <ac:spMkLst>
            <pc:docMk/>
            <pc:sldMk cId="1353650430" sldId="2147480834"/>
            <ac:spMk id="217" creationId="{91340453-3185-F01B-A46F-0E657FCB8463}"/>
          </ac:spMkLst>
        </pc:spChg>
        <pc:spChg chg="mod">
          <ac:chgData name="Takeuchi, Koichiro" userId="b3848a05-443b-4434-8fa5-7398ca0c03c9" providerId="ADAL" clId="{8AE3A369-E55C-4573-8F49-6E668EF80783}" dt="2024-07-03T10:54:20.851" v="6448"/>
          <ac:spMkLst>
            <pc:docMk/>
            <pc:sldMk cId="1353650430" sldId="2147480834"/>
            <ac:spMk id="218" creationId="{99278B40-EC68-C8AA-9281-DBCEE5C7BCBF}"/>
          </ac:spMkLst>
        </pc:spChg>
        <pc:spChg chg="mod">
          <ac:chgData name="Takeuchi, Koichiro" userId="b3848a05-443b-4434-8fa5-7398ca0c03c9" providerId="ADAL" clId="{8AE3A369-E55C-4573-8F49-6E668EF80783}" dt="2024-07-03T10:54:20.851" v="6448"/>
          <ac:spMkLst>
            <pc:docMk/>
            <pc:sldMk cId="1353650430" sldId="2147480834"/>
            <ac:spMk id="219" creationId="{777BC0CF-5818-48D0-692B-9906B02337B1}"/>
          </ac:spMkLst>
        </pc:spChg>
        <pc:spChg chg="mod">
          <ac:chgData name="Takeuchi, Koichiro" userId="b3848a05-443b-4434-8fa5-7398ca0c03c9" providerId="ADAL" clId="{8AE3A369-E55C-4573-8F49-6E668EF80783}" dt="2024-07-03T10:54:20.851" v="6448"/>
          <ac:spMkLst>
            <pc:docMk/>
            <pc:sldMk cId="1353650430" sldId="2147480834"/>
            <ac:spMk id="220" creationId="{A49558D4-B072-6525-F77E-6E4E91D4346D}"/>
          </ac:spMkLst>
        </pc:spChg>
        <pc:spChg chg="mod">
          <ac:chgData name="Takeuchi, Koichiro" userId="b3848a05-443b-4434-8fa5-7398ca0c03c9" providerId="ADAL" clId="{8AE3A369-E55C-4573-8F49-6E668EF80783}" dt="2024-07-03T10:54:20.851" v="6448"/>
          <ac:spMkLst>
            <pc:docMk/>
            <pc:sldMk cId="1353650430" sldId="2147480834"/>
            <ac:spMk id="221" creationId="{3BB75564-99D8-05F5-24BD-DE6C5D9CD696}"/>
          </ac:spMkLst>
        </pc:spChg>
        <pc:spChg chg="mod">
          <ac:chgData name="Takeuchi, Koichiro" userId="b3848a05-443b-4434-8fa5-7398ca0c03c9" providerId="ADAL" clId="{8AE3A369-E55C-4573-8F49-6E668EF80783}" dt="2024-07-03T10:54:20.851" v="6448"/>
          <ac:spMkLst>
            <pc:docMk/>
            <pc:sldMk cId="1353650430" sldId="2147480834"/>
            <ac:spMk id="222" creationId="{9D7F311E-93D3-4CEB-B6B1-4E8CB4E6EE00}"/>
          </ac:spMkLst>
        </pc:spChg>
        <pc:spChg chg="mod">
          <ac:chgData name="Takeuchi, Koichiro" userId="b3848a05-443b-4434-8fa5-7398ca0c03c9" providerId="ADAL" clId="{8AE3A369-E55C-4573-8F49-6E668EF80783}" dt="2024-07-03T10:54:20.851" v="6448"/>
          <ac:spMkLst>
            <pc:docMk/>
            <pc:sldMk cId="1353650430" sldId="2147480834"/>
            <ac:spMk id="223" creationId="{77C22773-B2B6-7A06-1A05-AA83FCBF7288}"/>
          </ac:spMkLst>
        </pc:spChg>
        <pc:spChg chg="mod">
          <ac:chgData name="Takeuchi, Koichiro" userId="b3848a05-443b-4434-8fa5-7398ca0c03c9" providerId="ADAL" clId="{8AE3A369-E55C-4573-8F49-6E668EF80783}" dt="2024-07-03T10:54:20.851" v="6448"/>
          <ac:spMkLst>
            <pc:docMk/>
            <pc:sldMk cId="1353650430" sldId="2147480834"/>
            <ac:spMk id="224" creationId="{5DEB233E-257C-68AB-2601-12B627802174}"/>
          </ac:spMkLst>
        </pc:spChg>
        <pc:grpChg chg="add mod">
          <ac:chgData name="Takeuchi, Koichiro" userId="b3848a05-443b-4434-8fa5-7398ca0c03c9" providerId="ADAL" clId="{8AE3A369-E55C-4573-8F49-6E668EF80783}" dt="2024-07-03T10:54:20.851" v="6448"/>
          <ac:grpSpMkLst>
            <pc:docMk/>
            <pc:sldMk cId="1353650430" sldId="2147480834"/>
            <ac:grpSpMk id="7" creationId="{03370278-D9BA-CF65-1F1F-A6B9F507547C}"/>
          </ac:grpSpMkLst>
        </pc:grpChg>
        <pc:grpChg chg="mod">
          <ac:chgData name="Takeuchi, Koichiro" userId="b3848a05-443b-4434-8fa5-7398ca0c03c9" providerId="ADAL" clId="{8AE3A369-E55C-4573-8F49-6E668EF80783}" dt="2024-07-03T10:54:20.851" v="6448"/>
          <ac:grpSpMkLst>
            <pc:docMk/>
            <pc:sldMk cId="1353650430" sldId="2147480834"/>
            <ac:grpSpMk id="11" creationId="{C9580E63-AF6B-0F74-8800-A183EFE62248}"/>
          </ac:grpSpMkLst>
        </pc:grpChg>
        <pc:grpChg chg="mod">
          <ac:chgData name="Takeuchi, Koichiro" userId="b3848a05-443b-4434-8fa5-7398ca0c03c9" providerId="ADAL" clId="{8AE3A369-E55C-4573-8F49-6E668EF80783}" dt="2024-07-03T10:54:20.851" v="6448"/>
          <ac:grpSpMkLst>
            <pc:docMk/>
            <pc:sldMk cId="1353650430" sldId="2147480834"/>
            <ac:grpSpMk id="12" creationId="{CE96BA00-9B73-3B89-0D8C-4083DC2716C8}"/>
          </ac:grpSpMkLst>
        </pc:grpChg>
        <pc:grpChg chg="mod">
          <ac:chgData name="Takeuchi, Koichiro" userId="b3848a05-443b-4434-8fa5-7398ca0c03c9" providerId="ADAL" clId="{8AE3A369-E55C-4573-8F49-6E668EF80783}" dt="2024-07-03T10:54:20.851" v="6448"/>
          <ac:grpSpMkLst>
            <pc:docMk/>
            <pc:sldMk cId="1353650430" sldId="2147480834"/>
            <ac:grpSpMk id="14" creationId="{B9EB802D-A5F5-6C8F-0068-9CE521F859CB}"/>
          </ac:grpSpMkLst>
        </pc:grpChg>
        <pc:grpChg chg="mod">
          <ac:chgData name="Takeuchi, Koichiro" userId="b3848a05-443b-4434-8fa5-7398ca0c03c9" providerId="ADAL" clId="{8AE3A369-E55C-4573-8F49-6E668EF80783}" dt="2024-07-03T10:54:20.851" v="6448"/>
          <ac:grpSpMkLst>
            <pc:docMk/>
            <pc:sldMk cId="1353650430" sldId="2147480834"/>
            <ac:grpSpMk id="15" creationId="{E0A8422A-E50E-CE44-21D1-C09146551C37}"/>
          </ac:grpSpMkLst>
        </pc:grpChg>
        <pc:grpChg chg="mod">
          <ac:chgData name="Takeuchi, Koichiro" userId="b3848a05-443b-4434-8fa5-7398ca0c03c9" providerId="ADAL" clId="{8AE3A369-E55C-4573-8F49-6E668EF80783}" dt="2024-07-03T10:54:20.851" v="6448"/>
          <ac:grpSpMkLst>
            <pc:docMk/>
            <pc:sldMk cId="1353650430" sldId="2147480834"/>
            <ac:grpSpMk id="39" creationId="{426C2037-6212-25A2-62FC-304AC04C65EC}"/>
          </ac:grpSpMkLst>
        </pc:grpChg>
        <pc:grpChg chg="mod">
          <ac:chgData name="Takeuchi, Koichiro" userId="b3848a05-443b-4434-8fa5-7398ca0c03c9" providerId="ADAL" clId="{8AE3A369-E55C-4573-8F49-6E668EF80783}" dt="2024-07-03T10:54:20.851" v="6448"/>
          <ac:grpSpMkLst>
            <pc:docMk/>
            <pc:sldMk cId="1353650430" sldId="2147480834"/>
            <ac:grpSpMk id="43" creationId="{414432A6-433C-DCB3-5CBA-2E77B123F740}"/>
          </ac:grpSpMkLst>
        </pc:grpChg>
        <pc:grpChg chg="mod">
          <ac:chgData name="Takeuchi, Koichiro" userId="b3848a05-443b-4434-8fa5-7398ca0c03c9" providerId="ADAL" clId="{8AE3A369-E55C-4573-8F49-6E668EF80783}" dt="2024-07-03T10:54:20.851" v="6448"/>
          <ac:grpSpMkLst>
            <pc:docMk/>
            <pc:sldMk cId="1353650430" sldId="2147480834"/>
            <ac:grpSpMk id="45" creationId="{64753516-38B0-E0AB-4C86-F2A3013B745E}"/>
          </ac:grpSpMkLst>
        </pc:grpChg>
        <pc:grpChg chg="mod">
          <ac:chgData name="Takeuchi, Koichiro" userId="b3848a05-443b-4434-8fa5-7398ca0c03c9" providerId="ADAL" clId="{8AE3A369-E55C-4573-8F49-6E668EF80783}" dt="2024-07-03T10:54:20.851" v="6448"/>
          <ac:grpSpMkLst>
            <pc:docMk/>
            <pc:sldMk cId="1353650430" sldId="2147480834"/>
            <ac:grpSpMk id="153" creationId="{1D5680DB-2D74-28B6-E64F-719571999C83}"/>
          </ac:grpSpMkLst>
        </pc:grpChg>
        <pc:grpChg chg="mod">
          <ac:chgData name="Takeuchi, Koichiro" userId="b3848a05-443b-4434-8fa5-7398ca0c03c9" providerId="ADAL" clId="{8AE3A369-E55C-4573-8F49-6E668EF80783}" dt="2024-07-03T10:54:20.851" v="6448"/>
          <ac:grpSpMkLst>
            <pc:docMk/>
            <pc:sldMk cId="1353650430" sldId="2147480834"/>
            <ac:grpSpMk id="154" creationId="{47EDD3C5-C23F-9D13-0843-461DA8D718D7}"/>
          </ac:grpSpMkLst>
        </pc:grpChg>
        <pc:grpChg chg="mod">
          <ac:chgData name="Takeuchi, Koichiro" userId="b3848a05-443b-4434-8fa5-7398ca0c03c9" providerId="ADAL" clId="{8AE3A369-E55C-4573-8F49-6E668EF80783}" dt="2024-07-03T10:54:20.851" v="6448"/>
          <ac:grpSpMkLst>
            <pc:docMk/>
            <pc:sldMk cId="1353650430" sldId="2147480834"/>
            <ac:grpSpMk id="155" creationId="{07BB7C11-2A96-F8F3-B66B-FB7434AB1345}"/>
          </ac:grpSpMkLst>
        </pc:grpChg>
        <pc:grpChg chg="mod">
          <ac:chgData name="Takeuchi, Koichiro" userId="b3848a05-443b-4434-8fa5-7398ca0c03c9" providerId="ADAL" clId="{8AE3A369-E55C-4573-8F49-6E668EF80783}" dt="2024-07-03T10:54:20.851" v="6448"/>
          <ac:grpSpMkLst>
            <pc:docMk/>
            <pc:sldMk cId="1353650430" sldId="2147480834"/>
            <ac:grpSpMk id="156" creationId="{DFFA3921-541A-FBC6-9349-FDCC8E699729}"/>
          </ac:grpSpMkLst>
        </pc:grpChg>
        <pc:grpChg chg="mod">
          <ac:chgData name="Takeuchi, Koichiro" userId="b3848a05-443b-4434-8fa5-7398ca0c03c9" providerId="ADAL" clId="{8AE3A369-E55C-4573-8F49-6E668EF80783}" dt="2024-07-03T10:54:20.851" v="6448"/>
          <ac:grpSpMkLst>
            <pc:docMk/>
            <pc:sldMk cId="1353650430" sldId="2147480834"/>
            <ac:grpSpMk id="157" creationId="{A09DAE84-6A10-E364-D34B-9500FDC248CC}"/>
          </ac:grpSpMkLst>
        </pc:grpChg>
        <pc:grpChg chg="mod">
          <ac:chgData name="Takeuchi, Koichiro" userId="b3848a05-443b-4434-8fa5-7398ca0c03c9" providerId="ADAL" clId="{8AE3A369-E55C-4573-8F49-6E668EF80783}" dt="2024-07-03T10:54:20.851" v="6448"/>
          <ac:grpSpMkLst>
            <pc:docMk/>
            <pc:sldMk cId="1353650430" sldId="2147480834"/>
            <ac:grpSpMk id="158" creationId="{6B6DE3C5-70F8-7387-D0D3-A573E1F323CA}"/>
          </ac:grpSpMkLst>
        </pc:grpChg>
        <pc:grpChg chg="mod">
          <ac:chgData name="Takeuchi, Koichiro" userId="b3848a05-443b-4434-8fa5-7398ca0c03c9" providerId="ADAL" clId="{8AE3A369-E55C-4573-8F49-6E668EF80783}" dt="2024-07-03T10:54:20.851" v="6448"/>
          <ac:grpSpMkLst>
            <pc:docMk/>
            <pc:sldMk cId="1353650430" sldId="2147480834"/>
            <ac:grpSpMk id="159" creationId="{68820C69-8CB0-0BC7-8F7E-9536FDDA50C1}"/>
          </ac:grpSpMkLst>
        </pc:grpChg>
        <pc:grpChg chg="mod">
          <ac:chgData name="Takeuchi, Koichiro" userId="b3848a05-443b-4434-8fa5-7398ca0c03c9" providerId="ADAL" clId="{8AE3A369-E55C-4573-8F49-6E668EF80783}" dt="2024-07-03T10:54:20.851" v="6448"/>
          <ac:grpSpMkLst>
            <pc:docMk/>
            <pc:sldMk cId="1353650430" sldId="2147480834"/>
            <ac:grpSpMk id="160" creationId="{0BE12518-FDB3-3F93-A64F-B21D7422E7F6}"/>
          </ac:grpSpMkLst>
        </pc:grpChg>
        <pc:grpChg chg="mod">
          <ac:chgData name="Takeuchi, Koichiro" userId="b3848a05-443b-4434-8fa5-7398ca0c03c9" providerId="ADAL" clId="{8AE3A369-E55C-4573-8F49-6E668EF80783}" dt="2024-07-03T10:54:20.851" v="6448"/>
          <ac:grpSpMkLst>
            <pc:docMk/>
            <pc:sldMk cId="1353650430" sldId="2147480834"/>
            <ac:grpSpMk id="169" creationId="{F3663D61-5405-8047-3419-FBC3019C8A30}"/>
          </ac:grpSpMkLst>
        </pc:grpChg>
        <pc:grpChg chg="mod">
          <ac:chgData name="Takeuchi, Koichiro" userId="b3848a05-443b-4434-8fa5-7398ca0c03c9" providerId="ADAL" clId="{8AE3A369-E55C-4573-8F49-6E668EF80783}" dt="2024-07-03T10:54:20.851" v="6448"/>
          <ac:grpSpMkLst>
            <pc:docMk/>
            <pc:sldMk cId="1353650430" sldId="2147480834"/>
            <ac:grpSpMk id="176" creationId="{BE48600B-2B43-9FF5-220D-6F8C686471CD}"/>
          </ac:grpSpMkLst>
        </pc:grpChg>
        <pc:grpChg chg="mod">
          <ac:chgData name="Takeuchi, Koichiro" userId="b3848a05-443b-4434-8fa5-7398ca0c03c9" providerId="ADAL" clId="{8AE3A369-E55C-4573-8F49-6E668EF80783}" dt="2024-07-03T10:54:20.851" v="6448"/>
          <ac:grpSpMkLst>
            <pc:docMk/>
            <pc:sldMk cId="1353650430" sldId="2147480834"/>
            <ac:grpSpMk id="177" creationId="{CA193335-6BBC-E274-CF47-831B032073D7}"/>
          </ac:grpSpMkLst>
        </pc:grpChg>
        <pc:grpChg chg="mod">
          <ac:chgData name="Takeuchi, Koichiro" userId="b3848a05-443b-4434-8fa5-7398ca0c03c9" providerId="ADAL" clId="{8AE3A369-E55C-4573-8F49-6E668EF80783}" dt="2024-07-03T10:54:20.851" v="6448"/>
          <ac:grpSpMkLst>
            <pc:docMk/>
            <pc:sldMk cId="1353650430" sldId="2147480834"/>
            <ac:grpSpMk id="178" creationId="{3E3732AB-4124-DC63-C6CD-40FB6E0E2F18}"/>
          </ac:grpSpMkLst>
        </pc:grpChg>
        <pc:grpChg chg="mod">
          <ac:chgData name="Takeuchi, Koichiro" userId="b3848a05-443b-4434-8fa5-7398ca0c03c9" providerId="ADAL" clId="{8AE3A369-E55C-4573-8F49-6E668EF80783}" dt="2024-07-03T10:54:20.851" v="6448"/>
          <ac:grpSpMkLst>
            <pc:docMk/>
            <pc:sldMk cId="1353650430" sldId="2147480834"/>
            <ac:grpSpMk id="179" creationId="{2EA0F99C-B7AB-1570-29BF-9D9CC71A194D}"/>
          </ac:grpSpMkLst>
        </pc:grpChg>
        <pc:grpChg chg="mod">
          <ac:chgData name="Takeuchi, Koichiro" userId="b3848a05-443b-4434-8fa5-7398ca0c03c9" providerId="ADAL" clId="{8AE3A369-E55C-4573-8F49-6E668EF80783}" dt="2024-07-03T10:54:20.851" v="6448"/>
          <ac:grpSpMkLst>
            <pc:docMk/>
            <pc:sldMk cId="1353650430" sldId="2147480834"/>
            <ac:grpSpMk id="180" creationId="{3F52828F-18BB-22EB-49E4-15967F7621D9}"/>
          </ac:grpSpMkLst>
        </pc:grpChg>
        <pc:grpChg chg="mod">
          <ac:chgData name="Takeuchi, Koichiro" userId="b3848a05-443b-4434-8fa5-7398ca0c03c9" providerId="ADAL" clId="{8AE3A369-E55C-4573-8F49-6E668EF80783}" dt="2024-07-03T10:54:20.851" v="6448"/>
          <ac:grpSpMkLst>
            <pc:docMk/>
            <pc:sldMk cId="1353650430" sldId="2147480834"/>
            <ac:grpSpMk id="181" creationId="{95F59272-BF8B-F3B1-0787-9581A8A16C78}"/>
          </ac:grpSpMkLst>
        </pc:grpChg>
        <pc:grpChg chg="mod">
          <ac:chgData name="Takeuchi, Koichiro" userId="b3848a05-443b-4434-8fa5-7398ca0c03c9" providerId="ADAL" clId="{8AE3A369-E55C-4573-8F49-6E668EF80783}" dt="2024-07-03T10:54:20.851" v="6448"/>
          <ac:grpSpMkLst>
            <pc:docMk/>
            <pc:sldMk cId="1353650430" sldId="2147480834"/>
            <ac:grpSpMk id="182" creationId="{9E07DF28-9558-19CB-34D0-4E5317ADD273}"/>
          </ac:grpSpMkLst>
        </pc:grpChg>
        <pc:grpChg chg="mod">
          <ac:chgData name="Takeuchi, Koichiro" userId="b3848a05-443b-4434-8fa5-7398ca0c03c9" providerId="ADAL" clId="{8AE3A369-E55C-4573-8F49-6E668EF80783}" dt="2024-07-03T10:54:20.851" v="6448"/>
          <ac:grpSpMkLst>
            <pc:docMk/>
            <pc:sldMk cId="1353650430" sldId="2147480834"/>
            <ac:grpSpMk id="183" creationId="{1B92A532-4EB5-C950-D36A-82E9285C7D70}"/>
          </ac:grpSpMkLst>
        </pc:grpChg>
        <pc:grpChg chg="mod">
          <ac:chgData name="Takeuchi, Koichiro" userId="b3848a05-443b-4434-8fa5-7398ca0c03c9" providerId="ADAL" clId="{8AE3A369-E55C-4573-8F49-6E668EF80783}" dt="2024-07-03T10:54:20.851" v="6448"/>
          <ac:grpSpMkLst>
            <pc:docMk/>
            <pc:sldMk cId="1353650430" sldId="2147480834"/>
            <ac:grpSpMk id="213" creationId="{6B36D588-BBD1-DD0A-D610-7688E4D43082}"/>
          </ac:grpSpMkLst>
        </pc:grpChg>
        <pc:picChg chg="mod">
          <ac:chgData name="Takeuchi, Koichiro" userId="b3848a05-443b-4434-8fa5-7398ca0c03c9" providerId="ADAL" clId="{8AE3A369-E55C-4573-8F49-6E668EF80783}" dt="2024-07-03T10:54:20.851" v="6448"/>
          <ac:picMkLst>
            <pc:docMk/>
            <pc:sldMk cId="1353650430" sldId="2147480834"/>
            <ac:picMk id="10" creationId="{6A84B981-0FEB-0F0F-088B-6E345531C67B}"/>
          </ac:picMkLst>
        </pc:picChg>
        <pc:picChg chg="mod">
          <ac:chgData name="Takeuchi, Koichiro" userId="b3848a05-443b-4434-8fa5-7398ca0c03c9" providerId="ADAL" clId="{8AE3A369-E55C-4573-8F49-6E668EF80783}" dt="2024-07-03T10:54:20.851" v="6448"/>
          <ac:picMkLst>
            <pc:docMk/>
            <pc:sldMk cId="1353650430" sldId="2147480834"/>
            <ac:picMk id="38" creationId="{120DF380-9F80-A177-866F-C82C9A786679}"/>
          </ac:picMkLst>
        </pc:picChg>
        <pc:picChg chg="mod">
          <ac:chgData name="Takeuchi, Koichiro" userId="b3848a05-443b-4434-8fa5-7398ca0c03c9" providerId="ADAL" clId="{8AE3A369-E55C-4573-8F49-6E668EF80783}" dt="2024-07-03T10:54:20.851" v="6448"/>
          <ac:picMkLst>
            <pc:docMk/>
            <pc:sldMk cId="1353650430" sldId="2147480834"/>
            <ac:picMk id="40" creationId="{55040482-BCD8-AFFF-A1A6-51BD43AF1977}"/>
          </ac:picMkLst>
        </pc:picChg>
        <pc:picChg chg="mod">
          <ac:chgData name="Takeuchi, Koichiro" userId="b3848a05-443b-4434-8fa5-7398ca0c03c9" providerId="ADAL" clId="{8AE3A369-E55C-4573-8F49-6E668EF80783}" dt="2024-07-03T10:54:20.851" v="6448"/>
          <ac:picMkLst>
            <pc:docMk/>
            <pc:sldMk cId="1353650430" sldId="2147480834"/>
            <ac:picMk id="41" creationId="{59038EB9-506B-69F1-B68F-29C743CC3953}"/>
          </ac:picMkLst>
        </pc:picChg>
        <pc:picChg chg="add mod">
          <ac:chgData name="Takeuchi, Koichiro" userId="b3848a05-443b-4434-8fa5-7398ca0c03c9" providerId="ADAL" clId="{8AE3A369-E55C-4573-8F49-6E668EF80783}" dt="2024-07-03T10:54:30.867" v="6489" actId="1036"/>
          <ac:picMkLst>
            <pc:docMk/>
            <pc:sldMk cId="1353650430" sldId="2147480834"/>
            <ac:picMk id="225" creationId="{00158D6D-B6F7-35C3-C107-ED8F3988836E}"/>
          </ac:picMkLst>
        </pc:picChg>
        <pc:cxnChg chg="mod">
          <ac:chgData name="Takeuchi, Koichiro" userId="b3848a05-443b-4434-8fa5-7398ca0c03c9" providerId="ADAL" clId="{8AE3A369-E55C-4573-8F49-6E668EF80783}" dt="2024-07-03T10:54:20.851" v="6448"/>
          <ac:cxnSpMkLst>
            <pc:docMk/>
            <pc:sldMk cId="1353650430" sldId="2147480834"/>
            <ac:cxnSpMk id="83" creationId="{42884828-B30A-C5A8-3920-A3A5445AAC49}"/>
          </ac:cxnSpMkLst>
        </pc:cxnChg>
        <pc:cxnChg chg="mod">
          <ac:chgData name="Takeuchi, Koichiro" userId="b3848a05-443b-4434-8fa5-7398ca0c03c9" providerId="ADAL" clId="{8AE3A369-E55C-4573-8F49-6E668EF80783}" dt="2024-07-03T10:54:20.851" v="6448"/>
          <ac:cxnSpMkLst>
            <pc:docMk/>
            <pc:sldMk cId="1353650430" sldId="2147480834"/>
            <ac:cxnSpMk id="84" creationId="{B6FFBEA4-AF72-0EED-70D6-569A5340975F}"/>
          </ac:cxnSpMkLst>
        </pc:cxnChg>
        <pc:cxnChg chg="mod">
          <ac:chgData name="Takeuchi, Koichiro" userId="b3848a05-443b-4434-8fa5-7398ca0c03c9" providerId="ADAL" clId="{8AE3A369-E55C-4573-8F49-6E668EF80783}" dt="2024-07-03T10:54:20.851" v="6448"/>
          <ac:cxnSpMkLst>
            <pc:docMk/>
            <pc:sldMk cId="1353650430" sldId="2147480834"/>
            <ac:cxnSpMk id="85" creationId="{E39CB35D-9B2C-D850-8FA6-6FA60D493ACD}"/>
          </ac:cxnSpMkLst>
        </pc:cxnChg>
        <pc:cxnChg chg="mod">
          <ac:chgData name="Takeuchi, Koichiro" userId="b3848a05-443b-4434-8fa5-7398ca0c03c9" providerId="ADAL" clId="{8AE3A369-E55C-4573-8F49-6E668EF80783}" dt="2024-07-03T10:54:20.851" v="6448"/>
          <ac:cxnSpMkLst>
            <pc:docMk/>
            <pc:sldMk cId="1353650430" sldId="2147480834"/>
            <ac:cxnSpMk id="92" creationId="{474072BD-ED30-2E95-34D6-D3AD5E38AF61}"/>
          </ac:cxnSpMkLst>
        </pc:cxnChg>
        <pc:cxnChg chg="mod">
          <ac:chgData name="Takeuchi, Koichiro" userId="b3848a05-443b-4434-8fa5-7398ca0c03c9" providerId="ADAL" clId="{8AE3A369-E55C-4573-8F49-6E668EF80783}" dt="2024-07-03T10:54:20.851" v="6448"/>
          <ac:cxnSpMkLst>
            <pc:docMk/>
            <pc:sldMk cId="1353650430" sldId="2147480834"/>
            <ac:cxnSpMk id="93" creationId="{20DD3B01-FAB0-A5D2-0ACF-5DADCE64F1CE}"/>
          </ac:cxnSpMkLst>
        </pc:cxnChg>
        <pc:cxnChg chg="mod">
          <ac:chgData name="Takeuchi, Koichiro" userId="b3848a05-443b-4434-8fa5-7398ca0c03c9" providerId="ADAL" clId="{8AE3A369-E55C-4573-8F49-6E668EF80783}" dt="2024-07-03T10:54:20.851" v="6448"/>
          <ac:cxnSpMkLst>
            <pc:docMk/>
            <pc:sldMk cId="1353650430" sldId="2147480834"/>
            <ac:cxnSpMk id="94" creationId="{4C470F56-A58D-0E87-F8BE-213E5EC2AD52}"/>
          </ac:cxnSpMkLst>
        </pc:cxnChg>
        <pc:cxnChg chg="mod">
          <ac:chgData name="Takeuchi, Koichiro" userId="b3848a05-443b-4434-8fa5-7398ca0c03c9" providerId="ADAL" clId="{8AE3A369-E55C-4573-8F49-6E668EF80783}" dt="2024-07-03T10:54:20.851" v="6448"/>
          <ac:cxnSpMkLst>
            <pc:docMk/>
            <pc:sldMk cId="1353650430" sldId="2147480834"/>
            <ac:cxnSpMk id="95" creationId="{F9C258E8-380A-5273-7D8E-28D8208BC957}"/>
          </ac:cxnSpMkLst>
        </pc:cxnChg>
        <pc:cxnChg chg="mod">
          <ac:chgData name="Takeuchi, Koichiro" userId="b3848a05-443b-4434-8fa5-7398ca0c03c9" providerId="ADAL" clId="{8AE3A369-E55C-4573-8F49-6E668EF80783}" dt="2024-07-03T10:54:20.851" v="6448"/>
          <ac:cxnSpMkLst>
            <pc:docMk/>
            <pc:sldMk cId="1353650430" sldId="2147480834"/>
            <ac:cxnSpMk id="123" creationId="{AC9D15D2-B6BE-E333-76BB-845DF4853953}"/>
          </ac:cxnSpMkLst>
        </pc:cxnChg>
        <pc:cxnChg chg="mod">
          <ac:chgData name="Takeuchi, Koichiro" userId="b3848a05-443b-4434-8fa5-7398ca0c03c9" providerId="ADAL" clId="{8AE3A369-E55C-4573-8F49-6E668EF80783}" dt="2024-07-03T10:54:20.851" v="6448"/>
          <ac:cxnSpMkLst>
            <pc:docMk/>
            <pc:sldMk cId="1353650430" sldId="2147480834"/>
            <ac:cxnSpMk id="124" creationId="{6A3C6BF4-A5EE-AF57-B3FA-A997658D6139}"/>
          </ac:cxnSpMkLst>
        </pc:cxnChg>
        <pc:cxnChg chg="mod">
          <ac:chgData name="Takeuchi, Koichiro" userId="b3848a05-443b-4434-8fa5-7398ca0c03c9" providerId="ADAL" clId="{8AE3A369-E55C-4573-8F49-6E668EF80783}" dt="2024-07-03T10:54:20.851" v="6448"/>
          <ac:cxnSpMkLst>
            <pc:docMk/>
            <pc:sldMk cId="1353650430" sldId="2147480834"/>
            <ac:cxnSpMk id="125" creationId="{DDA5A8A3-40C7-F956-C50F-B1BD811244AB}"/>
          </ac:cxnSpMkLst>
        </pc:cxnChg>
        <pc:cxnChg chg="mod">
          <ac:chgData name="Takeuchi, Koichiro" userId="b3848a05-443b-4434-8fa5-7398ca0c03c9" providerId="ADAL" clId="{8AE3A369-E55C-4573-8F49-6E668EF80783}" dt="2024-07-03T10:54:20.851" v="6448"/>
          <ac:cxnSpMkLst>
            <pc:docMk/>
            <pc:sldMk cId="1353650430" sldId="2147480834"/>
            <ac:cxnSpMk id="126" creationId="{F7E8FD51-526F-1484-5659-20F9EE2521FF}"/>
          </ac:cxnSpMkLst>
        </pc:cxnChg>
        <pc:cxnChg chg="mod">
          <ac:chgData name="Takeuchi, Koichiro" userId="b3848a05-443b-4434-8fa5-7398ca0c03c9" providerId="ADAL" clId="{8AE3A369-E55C-4573-8F49-6E668EF80783}" dt="2024-07-03T10:54:20.851" v="6448"/>
          <ac:cxnSpMkLst>
            <pc:docMk/>
            <pc:sldMk cId="1353650430" sldId="2147480834"/>
            <ac:cxnSpMk id="127" creationId="{AD24E5BD-2410-CF36-2BE3-288F2CE43054}"/>
          </ac:cxnSpMkLst>
        </pc:cxnChg>
        <pc:cxnChg chg="mod">
          <ac:chgData name="Takeuchi, Koichiro" userId="b3848a05-443b-4434-8fa5-7398ca0c03c9" providerId="ADAL" clId="{8AE3A369-E55C-4573-8F49-6E668EF80783}" dt="2024-07-03T10:54:20.851" v="6448"/>
          <ac:cxnSpMkLst>
            <pc:docMk/>
            <pc:sldMk cId="1353650430" sldId="2147480834"/>
            <ac:cxnSpMk id="128" creationId="{4FD51170-ED96-C9CC-CA58-83A8E32C3462}"/>
          </ac:cxnSpMkLst>
        </pc:cxnChg>
      </pc:sldChg>
      <pc:sldChg chg="addSp delSp modSp add mod">
        <pc:chgData name="Takeuchi, Koichiro" userId="b3848a05-443b-4434-8fa5-7398ca0c03c9" providerId="ADAL" clId="{8AE3A369-E55C-4573-8F49-6E668EF80783}" dt="2024-07-12T01:01:38.615" v="20651" actId="404"/>
        <pc:sldMkLst>
          <pc:docMk/>
          <pc:sldMk cId="3421619155" sldId="2147480835"/>
        </pc:sldMkLst>
        <pc:spChg chg="mod">
          <ac:chgData name="Takeuchi, Koichiro" userId="b3848a05-443b-4434-8fa5-7398ca0c03c9" providerId="ADAL" clId="{8AE3A369-E55C-4573-8F49-6E668EF80783}" dt="2024-07-12T00:02:51.679" v="19103" actId="404"/>
          <ac:spMkLst>
            <pc:docMk/>
            <pc:sldMk cId="3421619155" sldId="2147480835"/>
            <ac:spMk id="2" creationId="{05CBB159-731C-24C3-0961-42025EE7DA79}"/>
          </ac:spMkLst>
        </pc:spChg>
        <pc:spChg chg="mod">
          <ac:chgData name="Takeuchi, Koichiro" userId="b3848a05-443b-4434-8fa5-7398ca0c03c9" providerId="ADAL" clId="{8AE3A369-E55C-4573-8F49-6E668EF80783}" dt="2024-07-12T00:59:31.905" v="20615" actId="20577"/>
          <ac:spMkLst>
            <pc:docMk/>
            <pc:sldMk cId="3421619155" sldId="2147480835"/>
            <ac:spMk id="3" creationId="{AD1EAC40-4216-15EF-D1A6-211C8288D462}"/>
          </ac:spMkLst>
        </pc:spChg>
        <pc:spChg chg="mod">
          <ac:chgData name="Takeuchi, Koichiro" userId="b3848a05-443b-4434-8fa5-7398ca0c03c9" providerId="ADAL" clId="{8AE3A369-E55C-4573-8F49-6E668EF80783}" dt="2024-07-12T00:09:21.092" v="19367" actId="20577"/>
          <ac:spMkLst>
            <pc:docMk/>
            <pc:sldMk cId="3421619155" sldId="2147480835"/>
            <ac:spMk id="4" creationId="{6A1322A5-916B-2AD0-BEA6-6753E798AD1D}"/>
          </ac:spMkLst>
        </pc:spChg>
        <pc:spChg chg="add del mod">
          <ac:chgData name="Takeuchi, Koichiro" userId="b3848a05-443b-4434-8fa5-7398ca0c03c9" providerId="ADAL" clId="{8AE3A369-E55C-4573-8F49-6E668EF80783}" dt="2024-07-03T10:56:41.463" v="6537" actId="478"/>
          <ac:spMkLst>
            <pc:docMk/>
            <pc:sldMk cId="3421619155" sldId="2147480835"/>
            <ac:spMk id="8" creationId="{645A01B4-8972-CA30-897C-D730AB72BE3E}"/>
          </ac:spMkLst>
        </pc:spChg>
        <pc:spChg chg="add mod">
          <ac:chgData name="Takeuchi, Koichiro" userId="b3848a05-443b-4434-8fa5-7398ca0c03c9" providerId="ADAL" clId="{8AE3A369-E55C-4573-8F49-6E668EF80783}" dt="2024-07-12T01:01:38.615" v="20651" actId="404"/>
          <ac:spMkLst>
            <pc:docMk/>
            <pc:sldMk cId="3421619155" sldId="2147480835"/>
            <ac:spMk id="8" creationId="{6E9D0488-130C-591A-5061-731DA33EBF4B}"/>
          </ac:spMkLst>
        </pc:spChg>
        <pc:spChg chg="add mod">
          <ac:chgData name="Takeuchi, Koichiro" userId="b3848a05-443b-4434-8fa5-7398ca0c03c9" providerId="ADAL" clId="{8AE3A369-E55C-4573-8F49-6E668EF80783}" dt="2024-07-03T10:58:41.901" v="6915"/>
          <ac:spMkLst>
            <pc:docMk/>
            <pc:sldMk cId="3421619155" sldId="2147480835"/>
            <ac:spMk id="9" creationId="{7B710618-7B09-45E8-184F-E15D736391F4}"/>
          </ac:spMkLst>
        </pc:spChg>
        <pc:picChg chg="add mod">
          <ac:chgData name="Takeuchi, Koichiro" userId="b3848a05-443b-4434-8fa5-7398ca0c03c9" providerId="ADAL" clId="{8AE3A369-E55C-4573-8F49-6E668EF80783}" dt="2024-07-03T10:56:37.694" v="6536" actId="1036"/>
          <ac:picMkLst>
            <pc:docMk/>
            <pc:sldMk cId="3421619155" sldId="2147480835"/>
            <ac:picMk id="7" creationId="{AF846E81-2FF8-1637-F520-A3FEEC9022F5}"/>
          </ac:picMkLst>
        </pc:picChg>
        <pc:picChg chg="del">
          <ac:chgData name="Takeuchi, Koichiro" userId="b3848a05-443b-4434-8fa5-7398ca0c03c9" providerId="ADAL" clId="{8AE3A369-E55C-4573-8F49-6E668EF80783}" dt="2024-07-03T10:55:28.848" v="6526" actId="478"/>
          <ac:picMkLst>
            <pc:docMk/>
            <pc:sldMk cId="3421619155" sldId="2147480835"/>
            <ac:picMk id="225" creationId="{00158D6D-B6F7-35C3-C107-ED8F3988836E}"/>
          </ac:picMkLst>
        </pc:picChg>
      </pc:sldChg>
      <pc:sldChg chg="addSp delSp modSp add mod">
        <pc:chgData name="Takeuchi, Koichiro" userId="b3848a05-443b-4434-8fa5-7398ca0c03c9" providerId="ADAL" clId="{8AE3A369-E55C-4573-8F49-6E668EF80783}" dt="2024-07-12T01:01:53.136" v="20652"/>
        <pc:sldMkLst>
          <pc:docMk/>
          <pc:sldMk cId="3067867741" sldId="2147480836"/>
        </pc:sldMkLst>
        <pc:spChg chg="mod">
          <ac:chgData name="Takeuchi, Koichiro" userId="b3848a05-443b-4434-8fa5-7398ca0c03c9" providerId="ADAL" clId="{8AE3A369-E55C-4573-8F49-6E668EF80783}" dt="2024-07-12T00:02:55.856" v="19104" actId="404"/>
          <ac:spMkLst>
            <pc:docMk/>
            <pc:sldMk cId="3067867741" sldId="2147480836"/>
            <ac:spMk id="2" creationId="{05CBB159-731C-24C3-0961-42025EE7DA79}"/>
          </ac:spMkLst>
        </pc:spChg>
        <pc:spChg chg="mod">
          <ac:chgData name="Takeuchi, Koichiro" userId="b3848a05-443b-4434-8fa5-7398ca0c03c9" providerId="ADAL" clId="{8AE3A369-E55C-4573-8F49-6E668EF80783}" dt="2024-07-03T11:20:14.092" v="8451" actId="20577"/>
          <ac:spMkLst>
            <pc:docMk/>
            <pc:sldMk cId="3067867741" sldId="2147480836"/>
            <ac:spMk id="3" creationId="{AD1EAC40-4216-15EF-D1A6-211C8288D462}"/>
          </ac:spMkLst>
        </pc:spChg>
        <pc:spChg chg="mod">
          <ac:chgData name="Takeuchi, Koichiro" userId="b3848a05-443b-4434-8fa5-7398ca0c03c9" providerId="ADAL" clId="{8AE3A369-E55C-4573-8F49-6E668EF80783}" dt="2024-07-12T00:09:26.895" v="19368" actId="20577"/>
          <ac:spMkLst>
            <pc:docMk/>
            <pc:sldMk cId="3067867741" sldId="2147480836"/>
            <ac:spMk id="4" creationId="{6A1322A5-916B-2AD0-BEA6-6753E798AD1D}"/>
          </ac:spMkLst>
        </pc:spChg>
        <pc:spChg chg="add mod">
          <ac:chgData name="Takeuchi, Koichiro" userId="b3848a05-443b-4434-8fa5-7398ca0c03c9" providerId="ADAL" clId="{8AE3A369-E55C-4573-8F49-6E668EF80783}" dt="2024-07-12T01:01:53.136" v="20652"/>
          <ac:spMkLst>
            <pc:docMk/>
            <pc:sldMk cId="3067867741" sldId="2147480836"/>
            <ac:spMk id="7" creationId="{33B88BD9-B4E0-5AA1-FFFD-56C686C2B268}"/>
          </ac:spMkLst>
        </pc:spChg>
        <pc:spChg chg="add mod">
          <ac:chgData name="Takeuchi, Koichiro" userId="b3848a05-443b-4434-8fa5-7398ca0c03c9" providerId="ADAL" clId="{8AE3A369-E55C-4573-8F49-6E668EF80783}" dt="2024-07-03T11:20:51.017" v="8478" actId="1035"/>
          <ac:spMkLst>
            <pc:docMk/>
            <pc:sldMk cId="3067867741" sldId="2147480836"/>
            <ac:spMk id="9" creationId="{FD0F2ED5-CEA5-3257-6F5C-4C4BA8BB6305}"/>
          </ac:spMkLst>
        </pc:spChg>
        <pc:spChg chg="add del mod">
          <ac:chgData name="Takeuchi, Koichiro" userId="b3848a05-443b-4434-8fa5-7398ca0c03c9" providerId="ADAL" clId="{8AE3A369-E55C-4573-8F49-6E668EF80783}" dt="2024-07-03T11:03:03.284" v="7048" actId="478"/>
          <ac:spMkLst>
            <pc:docMk/>
            <pc:sldMk cId="3067867741" sldId="2147480836"/>
            <ac:spMk id="10" creationId="{AC443EAC-8B1E-3B2A-5E32-F847501C5221}"/>
          </ac:spMkLst>
        </pc:spChg>
        <pc:spChg chg="add del mod">
          <ac:chgData name="Takeuchi, Koichiro" userId="b3848a05-443b-4434-8fa5-7398ca0c03c9" providerId="ADAL" clId="{8AE3A369-E55C-4573-8F49-6E668EF80783}" dt="2024-07-03T11:08:15.001" v="7572" actId="478"/>
          <ac:spMkLst>
            <pc:docMk/>
            <pc:sldMk cId="3067867741" sldId="2147480836"/>
            <ac:spMk id="11" creationId="{4A721D42-A5FA-4B89-B041-B7CF6A6D0E36}"/>
          </ac:spMkLst>
        </pc:spChg>
        <pc:spChg chg="add mod">
          <ac:chgData name="Takeuchi, Koichiro" userId="b3848a05-443b-4434-8fa5-7398ca0c03c9" providerId="ADAL" clId="{8AE3A369-E55C-4573-8F49-6E668EF80783}" dt="2024-07-03T11:20:37.895" v="8471" actId="20577"/>
          <ac:spMkLst>
            <pc:docMk/>
            <pc:sldMk cId="3067867741" sldId="2147480836"/>
            <ac:spMk id="12" creationId="{6BA44D57-7C9A-E938-27A3-6A33E4B7DB6F}"/>
          </ac:spMkLst>
        </pc:spChg>
        <pc:spChg chg="add del mod">
          <ac:chgData name="Takeuchi, Koichiro" userId="b3848a05-443b-4434-8fa5-7398ca0c03c9" providerId="ADAL" clId="{8AE3A369-E55C-4573-8F49-6E668EF80783}" dt="2024-07-03T11:11:51.474" v="7908" actId="478"/>
          <ac:spMkLst>
            <pc:docMk/>
            <pc:sldMk cId="3067867741" sldId="2147480836"/>
            <ac:spMk id="19" creationId="{A11CD211-5A24-D746-495F-0AAE1231EC43}"/>
          </ac:spMkLst>
        </pc:spChg>
        <pc:picChg chg="del">
          <ac:chgData name="Takeuchi, Koichiro" userId="b3848a05-443b-4434-8fa5-7398ca0c03c9" providerId="ADAL" clId="{8AE3A369-E55C-4573-8F49-6E668EF80783}" dt="2024-07-03T11:01:09.488" v="7000" actId="478"/>
          <ac:picMkLst>
            <pc:docMk/>
            <pc:sldMk cId="3067867741" sldId="2147480836"/>
            <ac:picMk id="7" creationId="{AF846E81-2FF8-1637-F520-A3FEEC9022F5}"/>
          </ac:picMkLst>
        </pc:picChg>
        <pc:picChg chg="add mod">
          <ac:chgData name="Takeuchi, Koichiro" userId="b3848a05-443b-4434-8fa5-7398ca0c03c9" providerId="ADAL" clId="{8AE3A369-E55C-4573-8F49-6E668EF80783}" dt="2024-07-03T11:09:25.167" v="7618" actId="1076"/>
          <ac:picMkLst>
            <pc:docMk/>
            <pc:sldMk cId="3067867741" sldId="2147480836"/>
            <ac:picMk id="8" creationId="{1FAB8F19-44CE-B416-697B-B17F81F465F6}"/>
          </ac:picMkLst>
        </pc:picChg>
        <pc:cxnChg chg="add mod">
          <ac:chgData name="Takeuchi, Koichiro" userId="b3848a05-443b-4434-8fa5-7398ca0c03c9" providerId="ADAL" clId="{8AE3A369-E55C-4573-8F49-6E668EF80783}" dt="2024-07-03T11:20:57.683" v="8479" actId="14100"/>
          <ac:cxnSpMkLst>
            <pc:docMk/>
            <pc:sldMk cId="3067867741" sldId="2147480836"/>
            <ac:cxnSpMk id="13" creationId="{850FEBE6-5A49-4C19-8F1E-A34BA9563182}"/>
          </ac:cxnSpMkLst>
        </pc:cxnChg>
      </pc:sldChg>
      <pc:sldChg chg="addSp delSp modSp new mod">
        <pc:chgData name="Takeuchi, Koichiro" userId="b3848a05-443b-4434-8fa5-7398ca0c03c9" providerId="ADAL" clId="{8AE3A369-E55C-4573-8F49-6E668EF80783}" dt="2024-07-12T02:14:08.960" v="21161" actId="20577"/>
        <pc:sldMkLst>
          <pc:docMk/>
          <pc:sldMk cId="672143202" sldId="2147480837"/>
        </pc:sldMkLst>
        <pc:spChg chg="mod">
          <ac:chgData name="Takeuchi, Koichiro" userId="b3848a05-443b-4434-8fa5-7398ca0c03c9" providerId="ADAL" clId="{8AE3A369-E55C-4573-8F49-6E668EF80783}" dt="2024-07-12T02:13:32.029" v="21150" actId="20577"/>
          <ac:spMkLst>
            <pc:docMk/>
            <pc:sldMk cId="672143202" sldId="2147480837"/>
            <ac:spMk id="2" creationId="{538CA542-996C-7AB6-4053-8416C1887F91}"/>
          </ac:spMkLst>
        </pc:spChg>
        <pc:spChg chg="mod">
          <ac:chgData name="Takeuchi, Koichiro" userId="b3848a05-443b-4434-8fa5-7398ca0c03c9" providerId="ADAL" clId="{8AE3A369-E55C-4573-8F49-6E668EF80783}" dt="2024-07-12T02:14:08.960" v="21161" actId="20577"/>
          <ac:spMkLst>
            <pc:docMk/>
            <pc:sldMk cId="672143202" sldId="2147480837"/>
            <ac:spMk id="3" creationId="{CC11C022-DA69-DA56-6A4B-57AB9D18EF40}"/>
          </ac:spMkLst>
        </pc:spChg>
        <pc:spChg chg="mod">
          <ac:chgData name="Takeuchi, Koichiro" userId="b3848a05-443b-4434-8fa5-7398ca0c03c9" providerId="ADAL" clId="{8AE3A369-E55C-4573-8F49-6E668EF80783}" dt="2024-07-12T02:09:28.578" v="20673" actId="20577"/>
          <ac:spMkLst>
            <pc:docMk/>
            <pc:sldMk cId="672143202" sldId="2147480837"/>
            <ac:spMk id="4" creationId="{1851F1D9-BB24-25A3-3EE6-809B48BA026E}"/>
          </ac:spMkLst>
        </pc:spChg>
        <pc:spChg chg="add del mod">
          <ac:chgData name="Takeuchi, Koichiro" userId="b3848a05-443b-4434-8fa5-7398ca0c03c9" providerId="ADAL" clId="{8AE3A369-E55C-4573-8F49-6E668EF80783}" dt="2024-07-03T11:18:45.335" v="8374" actId="478"/>
          <ac:spMkLst>
            <pc:docMk/>
            <pc:sldMk cId="672143202" sldId="2147480837"/>
            <ac:spMk id="7" creationId="{A1B45065-9DFF-EC68-E785-4E94D310D80E}"/>
          </ac:spMkLst>
        </pc:spChg>
        <pc:spChg chg="add del mod">
          <ac:chgData name="Takeuchi, Koichiro" userId="b3848a05-443b-4434-8fa5-7398ca0c03c9" providerId="ADAL" clId="{8AE3A369-E55C-4573-8F49-6E668EF80783}" dt="2024-07-12T02:10:19.873" v="20752" actId="478"/>
          <ac:spMkLst>
            <pc:docMk/>
            <pc:sldMk cId="672143202" sldId="2147480837"/>
            <ac:spMk id="7" creationId="{FBB2AA3D-2855-0617-63DB-AC84EF5B96C6}"/>
          </ac:spMkLst>
        </pc:spChg>
        <pc:spChg chg="mod">
          <ac:chgData name="Takeuchi, Koichiro" userId="b3848a05-443b-4434-8fa5-7398ca0c03c9" providerId="ADAL" clId="{8AE3A369-E55C-4573-8F49-6E668EF80783}" dt="2024-07-12T02:13:17.263" v="21117" actId="1036"/>
          <ac:spMkLst>
            <pc:docMk/>
            <pc:sldMk cId="672143202" sldId="2147480837"/>
            <ac:spMk id="9" creationId="{61BE11DE-66C2-273E-4892-497B311EFB33}"/>
          </ac:spMkLst>
        </pc:spChg>
        <pc:spChg chg="mod">
          <ac:chgData name="Takeuchi, Koichiro" userId="b3848a05-443b-4434-8fa5-7398ca0c03c9" providerId="ADAL" clId="{8AE3A369-E55C-4573-8F49-6E668EF80783}" dt="2024-07-12T02:13:17.263" v="21117" actId="1036"/>
          <ac:spMkLst>
            <pc:docMk/>
            <pc:sldMk cId="672143202" sldId="2147480837"/>
            <ac:spMk id="10" creationId="{E6F2AE6D-E281-47B0-77A6-08BD39D45857}"/>
          </ac:spMkLst>
        </pc:spChg>
        <pc:spChg chg="mod">
          <ac:chgData name="Takeuchi, Koichiro" userId="b3848a05-443b-4434-8fa5-7398ca0c03c9" providerId="ADAL" clId="{8AE3A369-E55C-4573-8F49-6E668EF80783}" dt="2024-07-12T02:13:17.263" v="21117" actId="1036"/>
          <ac:spMkLst>
            <pc:docMk/>
            <pc:sldMk cId="672143202" sldId="2147480837"/>
            <ac:spMk id="11" creationId="{2D013F44-0ED6-8308-FFD0-4A3DC91B713A}"/>
          </ac:spMkLst>
        </pc:spChg>
        <pc:spChg chg="add mod">
          <ac:chgData name="Takeuchi, Koichiro" userId="b3848a05-443b-4434-8fa5-7398ca0c03c9" providerId="ADAL" clId="{8AE3A369-E55C-4573-8F49-6E668EF80783}" dt="2024-07-12T02:13:17.263" v="21117" actId="1036"/>
          <ac:spMkLst>
            <pc:docMk/>
            <pc:sldMk cId="672143202" sldId="2147480837"/>
            <ac:spMk id="12" creationId="{764EB620-B0FD-A5B2-681A-20F076C16B66}"/>
          </ac:spMkLst>
        </pc:spChg>
        <pc:spChg chg="add mod">
          <ac:chgData name="Takeuchi, Koichiro" userId="b3848a05-443b-4434-8fa5-7398ca0c03c9" providerId="ADAL" clId="{8AE3A369-E55C-4573-8F49-6E668EF80783}" dt="2024-07-12T02:13:17.263" v="21117" actId="1036"/>
          <ac:spMkLst>
            <pc:docMk/>
            <pc:sldMk cId="672143202" sldId="2147480837"/>
            <ac:spMk id="14" creationId="{2EE4F79D-326C-65AB-A02C-A885D65DE728}"/>
          </ac:spMkLst>
        </pc:spChg>
        <pc:spChg chg="add mod">
          <ac:chgData name="Takeuchi, Koichiro" userId="b3848a05-443b-4434-8fa5-7398ca0c03c9" providerId="ADAL" clId="{8AE3A369-E55C-4573-8F49-6E668EF80783}" dt="2024-07-12T02:13:17.263" v="21117" actId="1036"/>
          <ac:spMkLst>
            <pc:docMk/>
            <pc:sldMk cId="672143202" sldId="2147480837"/>
            <ac:spMk id="15" creationId="{C3C2C76E-4E5D-8034-26B3-40C0B05C1C01}"/>
          </ac:spMkLst>
        </pc:spChg>
        <pc:spChg chg="add mod">
          <ac:chgData name="Takeuchi, Koichiro" userId="b3848a05-443b-4434-8fa5-7398ca0c03c9" providerId="ADAL" clId="{8AE3A369-E55C-4573-8F49-6E668EF80783}" dt="2024-07-12T02:13:17.263" v="21117" actId="1036"/>
          <ac:spMkLst>
            <pc:docMk/>
            <pc:sldMk cId="672143202" sldId="2147480837"/>
            <ac:spMk id="16" creationId="{E8B80967-DB4C-15E6-A47A-295576312B9A}"/>
          </ac:spMkLst>
        </pc:spChg>
        <pc:spChg chg="add mod">
          <ac:chgData name="Takeuchi, Koichiro" userId="b3848a05-443b-4434-8fa5-7398ca0c03c9" providerId="ADAL" clId="{8AE3A369-E55C-4573-8F49-6E668EF80783}" dt="2024-07-12T02:13:17.263" v="21117" actId="1036"/>
          <ac:spMkLst>
            <pc:docMk/>
            <pc:sldMk cId="672143202" sldId="2147480837"/>
            <ac:spMk id="18" creationId="{00FCBB1B-108F-9CA2-99C9-01F48DB35EE5}"/>
          </ac:spMkLst>
        </pc:spChg>
        <pc:spChg chg="add mod">
          <ac:chgData name="Takeuchi, Koichiro" userId="b3848a05-443b-4434-8fa5-7398ca0c03c9" providerId="ADAL" clId="{8AE3A369-E55C-4573-8F49-6E668EF80783}" dt="2024-07-12T02:13:17.263" v="21117" actId="1036"/>
          <ac:spMkLst>
            <pc:docMk/>
            <pc:sldMk cId="672143202" sldId="2147480837"/>
            <ac:spMk id="21" creationId="{CFB1729E-616F-1046-99C1-C01A1F7BD67C}"/>
          </ac:spMkLst>
        </pc:spChg>
        <pc:spChg chg="add mod">
          <ac:chgData name="Takeuchi, Koichiro" userId="b3848a05-443b-4434-8fa5-7398ca0c03c9" providerId="ADAL" clId="{8AE3A369-E55C-4573-8F49-6E668EF80783}" dt="2024-07-12T02:13:17.263" v="21117" actId="1036"/>
          <ac:spMkLst>
            <pc:docMk/>
            <pc:sldMk cId="672143202" sldId="2147480837"/>
            <ac:spMk id="24" creationId="{670E17FD-D45A-40D7-D050-36417CD8E259}"/>
          </ac:spMkLst>
        </pc:spChg>
        <pc:spChg chg="add mod">
          <ac:chgData name="Takeuchi, Koichiro" userId="b3848a05-443b-4434-8fa5-7398ca0c03c9" providerId="ADAL" clId="{8AE3A369-E55C-4573-8F49-6E668EF80783}" dt="2024-07-12T02:13:17.263" v="21117" actId="1036"/>
          <ac:spMkLst>
            <pc:docMk/>
            <pc:sldMk cId="672143202" sldId="2147480837"/>
            <ac:spMk id="25" creationId="{C4B23C42-2EA5-1559-0090-913ECDB15981}"/>
          </ac:spMkLst>
        </pc:spChg>
        <pc:spChg chg="add mod">
          <ac:chgData name="Takeuchi, Koichiro" userId="b3848a05-443b-4434-8fa5-7398ca0c03c9" providerId="ADAL" clId="{8AE3A369-E55C-4573-8F49-6E668EF80783}" dt="2024-07-12T02:13:17.263" v="21117" actId="1036"/>
          <ac:spMkLst>
            <pc:docMk/>
            <pc:sldMk cId="672143202" sldId="2147480837"/>
            <ac:spMk id="26" creationId="{7EBAD196-02B9-16C9-C55F-F13768E210EE}"/>
          </ac:spMkLst>
        </pc:spChg>
        <pc:spChg chg="add mod">
          <ac:chgData name="Takeuchi, Koichiro" userId="b3848a05-443b-4434-8fa5-7398ca0c03c9" providerId="ADAL" clId="{8AE3A369-E55C-4573-8F49-6E668EF80783}" dt="2024-07-12T02:13:17.263" v="21117" actId="1036"/>
          <ac:spMkLst>
            <pc:docMk/>
            <pc:sldMk cId="672143202" sldId="2147480837"/>
            <ac:spMk id="27" creationId="{C53B791A-1771-D8B3-F337-D3B05323CB8C}"/>
          </ac:spMkLst>
        </pc:spChg>
        <pc:spChg chg="add mod">
          <ac:chgData name="Takeuchi, Koichiro" userId="b3848a05-443b-4434-8fa5-7398ca0c03c9" providerId="ADAL" clId="{8AE3A369-E55C-4573-8F49-6E668EF80783}" dt="2024-07-12T02:13:17.263" v="21117" actId="1036"/>
          <ac:spMkLst>
            <pc:docMk/>
            <pc:sldMk cId="672143202" sldId="2147480837"/>
            <ac:spMk id="28" creationId="{7E8C3671-0CB1-C7AC-A8CD-F0ED886F39CA}"/>
          </ac:spMkLst>
        </pc:spChg>
        <pc:spChg chg="add mod">
          <ac:chgData name="Takeuchi, Koichiro" userId="b3848a05-443b-4434-8fa5-7398ca0c03c9" providerId="ADAL" clId="{8AE3A369-E55C-4573-8F49-6E668EF80783}" dt="2024-07-12T02:13:17.263" v="21117" actId="1036"/>
          <ac:spMkLst>
            <pc:docMk/>
            <pc:sldMk cId="672143202" sldId="2147480837"/>
            <ac:spMk id="31" creationId="{C3F99030-25EC-5818-9988-7F013DF41F15}"/>
          </ac:spMkLst>
        </pc:spChg>
        <pc:spChg chg="add mod">
          <ac:chgData name="Takeuchi, Koichiro" userId="b3848a05-443b-4434-8fa5-7398ca0c03c9" providerId="ADAL" clId="{8AE3A369-E55C-4573-8F49-6E668EF80783}" dt="2024-07-12T02:13:17.263" v="21117" actId="1036"/>
          <ac:spMkLst>
            <pc:docMk/>
            <pc:sldMk cId="672143202" sldId="2147480837"/>
            <ac:spMk id="32" creationId="{874BC83E-CEC8-A741-32B5-1FA1341958B0}"/>
          </ac:spMkLst>
        </pc:spChg>
        <pc:spChg chg="add mod">
          <ac:chgData name="Takeuchi, Koichiro" userId="b3848a05-443b-4434-8fa5-7398ca0c03c9" providerId="ADAL" clId="{8AE3A369-E55C-4573-8F49-6E668EF80783}" dt="2024-07-12T02:13:17.263" v="21117" actId="1036"/>
          <ac:spMkLst>
            <pc:docMk/>
            <pc:sldMk cId="672143202" sldId="2147480837"/>
            <ac:spMk id="33" creationId="{AF14AF48-B58D-BDEF-5529-62E1AF13EF8F}"/>
          </ac:spMkLst>
        </pc:spChg>
        <pc:spChg chg="add mod">
          <ac:chgData name="Takeuchi, Koichiro" userId="b3848a05-443b-4434-8fa5-7398ca0c03c9" providerId="ADAL" clId="{8AE3A369-E55C-4573-8F49-6E668EF80783}" dt="2024-07-12T02:13:17.263" v="21117" actId="1036"/>
          <ac:spMkLst>
            <pc:docMk/>
            <pc:sldMk cId="672143202" sldId="2147480837"/>
            <ac:spMk id="34" creationId="{56D55DC6-F8DE-B8D6-3A4E-20D7D0355AC1}"/>
          </ac:spMkLst>
        </pc:spChg>
        <pc:spChg chg="add mod">
          <ac:chgData name="Takeuchi, Koichiro" userId="b3848a05-443b-4434-8fa5-7398ca0c03c9" providerId="ADAL" clId="{8AE3A369-E55C-4573-8F49-6E668EF80783}" dt="2024-07-12T02:13:17.263" v="21117" actId="1036"/>
          <ac:spMkLst>
            <pc:docMk/>
            <pc:sldMk cId="672143202" sldId="2147480837"/>
            <ac:spMk id="35" creationId="{43E0669E-EA25-404C-287D-C2F12324D664}"/>
          </ac:spMkLst>
        </pc:spChg>
        <pc:spChg chg="add mod">
          <ac:chgData name="Takeuchi, Koichiro" userId="b3848a05-443b-4434-8fa5-7398ca0c03c9" providerId="ADAL" clId="{8AE3A369-E55C-4573-8F49-6E668EF80783}" dt="2024-07-12T02:13:17.263" v="21117" actId="1036"/>
          <ac:spMkLst>
            <pc:docMk/>
            <pc:sldMk cId="672143202" sldId="2147480837"/>
            <ac:spMk id="36" creationId="{5D751256-D03E-A8A8-8214-65B5960C8609}"/>
          </ac:spMkLst>
        </pc:spChg>
        <pc:spChg chg="add mod">
          <ac:chgData name="Takeuchi, Koichiro" userId="b3848a05-443b-4434-8fa5-7398ca0c03c9" providerId="ADAL" clId="{8AE3A369-E55C-4573-8F49-6E668EF80783}" dt="2024-07-12T02:13:17.263" v="21117" actId="1036"/>
          <ac:spMkLst>
            <pc:docMk/>
            <pc:sldMk cId="672143202" sldId="2147480837"/>
            <ac:spMk id="38" creationId="{28D5ED32-F2AE-9F7F-EE78-F8D6694DE104}"/>
          </ac:spMkLst>
        </pc:spChg>
        <pc:spChg chg="add mod">
          <ac:chgData name="Takeuchi, Koichiro" userId="b3848a05-443b-4434-8fa5-7398ca0c03c9" providerId="ADAL" clId="{8AE3A369-E55C-4573-8F49-6E668EF80783}" dt="2024-07-12T02:13:17.263" v="21117" actId="1036"/>
          <ac:spMkLst>
            <pc:docMk/>
            <pc:sldMk cId="672143202" sldId="2147480837"/>
            <ac:spMk id="39" creationId="{1F2DE917-F86A-0726-06B6-C8C550A8EA66}"/>
          </ac:spMkLst>
        </pc:spChg>
        <pc:spChg chg="add mod">
          <ac:chgData name="Takeuchi, Koichiro" userId="b3848a05-443b-4434-8fa5-7398ca0c03c9" providerId="ADAL" clId="{8AE3A369-E55C-4573-8F49-6E668EF80783}" dt="2024-07-12T02:13:17.263" v="21117" actId="1036"/>
          <ac:spMkLst>
            <pc:docMk/>
            <pc:sldMk cId="672143202" sldId="2147480837"/>
            <ac:spMk id="41" creationId="{F2D12DB3-060E-1D9F-148E-DE0E6561325C}"/>
          </ac:spMkLst>
        </pc:spChg>
        <pc:spChg chg="add mod">
          <ac:chgData name="Takeuchi, Koichiro" userId="b3848a05-443b-4434-8fa5-7398ca0c03c9" providerId="ADAL" clId="{8AE3A369-E55C-4573-8F49-6E668EF80783}" dt="2024-07-12T02:13:17.263" v="21117" actId="1036"/>
          <ac:spMkLst>
            <pc:docMk/>
            <pc:sldMk cId="672143202" sldId="2147480837"/>
            <ac:spMk id="42" creationId="{53CC6CF0-AAAE-A973-EAB3-5AD484855891}"/>
          </ac:spMkLst>
        </pc:spChg>
        <pc:spChg chg="add del mod">
          <ac:chgData name="Takeuchi, Koichiro" userId="b3848a05-443b-4434-8fa5-7398ca0c03c9" providerId="ADAL" clId="{8AE3A369-E55C-4573-8F49-6E668EF80783}" dt="2024-07-12T02:12:35.097" v="21060" actId="478"/>
          <ac:spMkLst>
            <pc:docMk/>
            <pc:sldMk cId="672143202" sldId="2147480837"/>
            <ac:spMk id="43" creationId="{84174447-FF23-9E0F-BC02-59AB07189C95}"/>
          </ac:spMkLst>
        </pc:spChg>
        <pc:spChg chg="add mod">
          <ac:chgData name="Takeuchi, Koichiro" userId="b3848a05-443b-4434-8fa5-7398ca0c03c9" providerId="ADAL" clId="{8AE3A369-E55C-4573-8F49-6E668EF80783}" dt="2024-07-12T02:13:17.263" v="21117" actId="1036"/>
          <ac:spMkLst>
            <pc:docMk/>
            <pc:sldMk cId="672143202" sldId="2147480837"/>
            <ac:spMk id="44" creationId="{067B1183-9D43-AE2E-7335-FC809D553D5D}"/>
          </ac:spMkLst>
        </pc:spChg>
        <pc:spChg chg="add mod">
          <ac:chgData name="Takeuchi, Koichiro" userId="b3848a05-443b-4434-8fa5-7398ca0c03c9" providerId="ADAL" clId="{8AE3A369-E55C-4573-8F49-6E668EF80783}" dt="2024-07-12T02:13:17.263" v="21117" actId="1036"/>
          <ac:spMkLst>
            <pc:docMk/>
            <pc:sldMk cId="672143202" sldId="2147480837"/>
            <ac:spMk id="48" creationId="{0A8AD576-8DC6-EE42-7C45-F10E06D2D9BD}"/>
          </ac:spMkLst>
        </pc:spChg>
        <pc:spChg chg="mod">
          <ac:chgData name="Takeuchi, Koichiro" userId="b3848a05-443b-4434-8fa5-7398ca0c03c9" providerId="ADAL" clId="{8AE3A369-E55C-4573-8F49-6E668EF80783}" dt="2024-07-12T02:13:17.263" v="21117" actId="1036"/>
          <ac:spMkLst>
            <pc:docMk/>
            <pc:sldMk cId="672143202" sldId="2147480837"/>
            <ac:spMk id="50" creationId="{42B126BF-EE23-FBC3-C431-34AE2E55B651}"/>
          </ac:spMkLst>
        </pc:spChg>
        <pc:spChg chg="mod">
          <ac:chgData name="Takeuchi, Koichiro" userId="b3848a05-443b-4434-8fa5-7398ca0c03c9" providerId="ADAL" clId="{8AE3A369-E55C-4573-8F49-6E668EF80783}" dt="2024-07-12T02:13:17.263" v="21117" actId="1036"/>
          <ac:spMkLst>
            <pc:docMk/>
            <pc:sldMk cId="672143202" sldId="2147480837"/>
            <ac:spMk id="51" creationId="{A22BDE77-CC9A-CB93-9215-12D382BA598C}"/>
          </ac:spMkLst>
        </pc:spChg>
        <pc:spChg chg="mod">
          <ac:chgData name="Takeuchi, Koichiro" userId="b3848a05-443b-4434-8fa5-7398ca0c03c9" providerId="ADAL" clId="{8AE3A369-E55C-4573-8F49-6E668EF80783}" dt="2024-07-12T02:13:17.263" v="21117" actId="1036"/>
          <ac:spMkLst>
            <pc:docMk/>
            <pc:sldMk cId="672143202" sldId="2147480837"/>
            <ac:spMk id="52" creationId="{17767B69-2D4C-40DC-995E-A072086BBFA6}"/>
          </ac:spMkLst>
        </pc:spChg>
        <pc:spChg chg="add mod">
          <ac:chgData name="Takeuchi, Koichiro" userId="b3848a05-443b-4434-8fa5-7398ca0c03c9" providerId="ADAL" clId="{8AE3A369-E55C-4573-8F49-6E668EF80783}" dt="2024-07-12T02:13:17.263" v="21117" actId="1036"/>
          <ac:spMkLst>
            <pc:docMk/>
            <pc:sldMk cId="672143202" sldId="2147480837"/>
            <ac:spMk id="53" creationId="{52EC902F-DE95-9CD9-198B-F5717B7CAEF8}"/>
          </ac:spMkLst>
        </pc:spChg>
        <pc:spChg chg="add mod">
          <ac:chgData name="Takeuchi, Koichiro" userId="b3848a05-443b-4434-8fa5-7398ca0c03c9" providerId="ADAL" clId="{8AE3A369-E55C-4573-8F49-6E668EF80783}" dt="2024-07-12T02:13:17.263" v="21117" actId="1036"/>
          <ac:spMkLst>
            <pc:docMk/>
            <pc:sldMk cId="672143202" sldId="2147480837"/>
            <ac:spMk id="54" creationId="{62F8AC51-01B6-AFB0-6DD4-00BA2745786C}"/>
          </ac:spMkLst>
        </pc:spChg>
        <pc:spChg chg="add mod">
          <ac:chgData name="Takeuchi, Koichiro" userId="b3848a05-443b-4434-8fa5-7398ca0c03c9" providerId="ADAL" clId="{8AE3A369-E55C-4573-8F49-6E668EF80783}" dt="2024-07-12T02:13:17.263" v="21117" actId="1036"/>
          <ac:spMkLst>
            <pc:docMk/>
            <pc:sldMk cId="672143202" sldId="2147480837"/>
            <ac:spMk id="55" creationId="{8521E705-6282-F121-6F7A-2E5DE822C9AB}"/>
          </ac:spMkLst>
        </pc:spChg>
        <pc:spChg chg="add mod">
          <ac:chgData name="Takeuchi, Koichiro" userId="b3848a05-443b-4434-8fa5-7398ca0c03c9" providerId="ADAL" clId="{8AE3A369-E55C-4573-8F49-6E668EF80783}" dt="2024-07-12T02:13:17.263" v="21117" actId="1036"/>
          <ac:spMkLst>
            <pc:docMk/>
            <pc:sldMk cId="672143202" sldId="2147480837"/>
            <ac:spMk id="56" creationId="{5E5FB263-FE64-8496-D20C-A59DBA2EDCAD}"/>
          </ac:spMkLst>
        </pc:spChg>
        <pc:spChg chg="add mod">
          <ac:chgData name="Takeuchi, Koichiro" userId="b3848a05-443b-4434-8fa5-7398ca0c03c9" providerId="ADAL" clId="{8AE3A369-E55C-4573-8F49-6E668EF80783}" dt="2024-07-12T02:13:17.263" v="21117" actId="1036"/>
          <ac:spMkLst>
            <pc:docMk/>
            <pc:sldMk cId="672143202" sldId="2147480837"/>
            <ac:spMk id="57" creationId="{3D22CF71-04BD-F84D-A763-BEBE2D48BDE8}"/>
          </ac:spMkLst>
        </pc:spChg>
        <pc:spChg chg="add mod">
          <ac:chgData name="Takeuchi, Koichiro" userId="b3848a05-443b-4434-8fa5-7398ca0c03c9" providerId="ADAL" clId="{8AE3A369-E55C-4573-8F49-6E668EF80783}" dt="2024-07-12T02:13:17.263" v="21117" actId="1036"/>
          <ac:spMkLst>
            <pc:docMk/>
            <pc:sldMk cId="672143202" sldId="2147480837"/>
            <ac:spMk id="58" creationId="{81FDB8C8-914D-640F-C50B-4D1FE6366C60}"/>
          </ac:spMkLst>
        </pc:spChg>
        <pc:spChg chg="add mod">
          <ac:chgData name="Takeuchi, Koichiro" userId="b3848a05-443b-4434-8fa5-7398ca0c03c9" providerId="ADAL" clId="{8AE3A369-E55C-4573-8F49-6E668EF80783}" dt="2024-07-12T02:13:17.263" v="21117" actId="1036"/>
          <ac:spMkLst>
            <pc:docMk/>
            <pc:sldMk cId="672143202" sldId="2147480837"/>
            <ac:spMk id="59" creationId="{A844B74E-70D1-AEA6-FC38-42E9333D59A9}"/>
          </ac:spMkLst>
        </pc:spChg>
        <pc:spChg chg="add mod">
          <ac:chgData name="Takeuchi, Koichiro" userId="b3848a05-443b-4434-8fa5-7398ca0c03c9" providerId="ADAL" clId="{8AE3A369-E55C-4573-8F49-6E668EF80783}" dt="2024-07-12T02:13:17.263" v="21117" actId="1036"/>
          <ac:spMkLst>
            <pc:docMk/>
            <pc:sldMk cId="672143202" sldId="2147480837"/>
            <ac:spMk id="60" creationId="{F7A51F9B-A016-3D93-C667-E7B469AB7A06}"/>
          </ac:spMkLst>
        </pc:spChg>
        <pc:spChg chg="add mod">
          <ac:chgData name="Takeuchi, Koichiro" userId="b3848a05-443b-4434-8fa5-7398ca0c03c9" providerId="ADAL" clId="{8AE3A369-E55C-4573-8F49-6E668EF80783}" dt="2024-07-12T02:13:17.263" v="21117" actId="1036"/>
          <ac:spMkLst>
            <pc:docMk/>
            <pc:sldMk cId="672143202" sldId="2147480837"/>
            <ac:spMk id="61" creationId="{3E508DD1-3C2F-6F5A-7083-D1330B5B53F5}"/>
          </ac:spMkLst>
        </pc:spChg>
        <pc:spChg chg="add mod">
          <ac:chgData name="Takeuchi, Koichiro" userId="b3848a05-443b-4434-8fa5-7398ca0c03c9" providerId="ADAL" clId="{8AE3A369-E55C-4573-8F49-6E668EF80783}" dt="2024-07-12T02:13:17.263" v="21117" actId="1036"/>
          <ac:spMkLst>
            <pc:docMk/>
            <pc:sldMk cId="672143202" sldId="2147480837"/>
            <ac:spMk id="62" creationId="{0D5709B6-D460-C027-2B06-9784EBE03212}"/>
          </ac:spMkLst>
        </pc:spChg>
        <pc:spChg chg="add del mod">
          <ac:chgData name="Takeuchi, Koichiro" userId="b3848a05-443b-4434-8fa5-7398ca0c03c9" providerId="ADAL" clId="{8AE3A369-E55C-4573-8F49-6E668EF80783}" dt="2024-07-12T02:10:19.873" v="20752" actId="478"/>
          <ac:spMkLst>
            <pc:docMk/>
            <pc:sldMk cId="672143202" sldId="2147480837"/>
            <ac:spMk id="110" creationId="{FAF3144E-B0A2-F9B7-3447-FE8D88991A4B}"/>
          </ac:spMkLst>
        </pc:spChg>
        <pc:grpChg chg="add mod">
          <ac:chgData name="Takeuchi, Koichiro" userId="b3848a05-443b-4434-8fa5-7398ca0c03c9" providerId="ADAL" clId="{8AE3A369-E55C-4573-8F49-6E668EF80783}" dt="2024-07-12T02:13:17.263" v="21117" actId="1036"/>
          <ac:grpSpMkLst>
            <pc:docMk/>
            <pc:sldMk cId="672143202" sldId="2147480837"/>
            <ac:grpSpMk id="8" creationId="{C63F1739-72A2-CE93-841A-DCA4E130C609}"/>
          </ac:grpSpMkLst>
        </pc:grpChg>
        <pc:grpChg chg="add mod">
          <ac:chgData name="Takeuchi, Koichiro" userId="b3848a05-443b-4434-8fa5-7398ca0c03c9" providerId="ADAL" clId="{8AE3A369-E55C-4573-8F49-6E668EF80783}" dt="2024-07-12T02:13:17.263" v="21117" actId="1036"/>
          <ac:grpSpMkLst>
            <pc:docMk/>
            <pc:sldMk cId="672143202" sldId="2147480837"/>
            <ac:grpSpMk id="49" creationId="{8ACC1F56-061B-47C5-EB81-42EB3DC899D6}"/>
          </ac:grpSpMkLst>
        </pc:grpChg>
        <pc:cxnChg chg="add mod">
          <ac:chgData name="Takeuchi, Koichiro" userId="b3848a05-443b-4434-8fa5-7398ca0c03c9" providerId="ADAL" clId="{8AE3A369-E55C-4573-8F49-6E668EF80783}" dt="2024-07-12T02:13:17.263" v="21117" actId="1036"/>
          <ac:cxnSpMkLst>
            <pc:docMk/>
            <pc:sldMk cId="672143202" sldId="2147480837"/>
            <ac:cxnSpMk id="13" creationId="{AF6C4BC6-3D3E-FB03-4E5F-761B857360C8}"/>
          </ac:cxnSpMkLst>
        </pc:cxnChg>
        <pc:cxnChg chg="add mod">
          <ac:chgData name="Takeuchi, Koichiro" userId="b3848a05-443b-4434-8fa5-7398ca0c03c9" providerId="ADAL" clId="{8AE3A369-E55C-4573-8F49-6E668EF80783}" dt="2024-07-12T02:13:17.263" v="21117" actId="1036"/>
          <ac:cxnSpMkLst>
            <pc:docMk/>
            <pc:sldMk cId="672143202" sldId="2147480837"/>
            <ac:cxnSpMk id="17" creationId="{823FC720-1AB8-2D9B-6E42-678A921C716E}"/>
          </ac:cxnSpMkLst>
        </pc:cxnChg>
        <pc:cxnChg chg="add mod">
          <ac:chgData name="Takeuchi, Koichiro" userId="b3848a05-443b-4434-8fa5-7398ca0c03c9" providerId="ADAL" clId="{8AE3A369-E55C-4573-8F49-6E668EF80783}" dt="2024-07-12T02:13:17.263" v="21117" actId="1036"/>
          <ac:cxnSpMkLst>
            <pc:docMk/>
            <pc:sldMk cId="672143202" sldId="2147480837"/>
            <ac:cxnSpMk id="19" creationId="{4C2A4F8F-65B0-61D4-A0BF-656D3B67259F}"/>
          </ac:cxnSpMkLst>
        </pc:cxnChg>
        <pc:cxnChg chg="add mod">
          <ac:chgData name="Takeuchi, Koichiro" userId="b3848a05-443b-4434-8fa5-7398ca0c03c9" providerId="ADAL" clId="{8AE3A369-E55C-4573-8F49-6E668EF80783}" dt="2024-07-12T02:13:17.263" v="21117" actId="1036"/>
          <ac:cxnSpMkLst>
            <pc:docMk/>
            <pc:sldMk cId="672143202" sldId="2147480837"/>
            <ac:cxnSpMk id="20" creationId="{AA3B385A-DDD2-9C84-F57B-9D64D724B9F3}"/>
          </ac:cxnSpMkLst>
        </pc:cxnChg>
        <pc:cxnChg chg="add mod">
          <ac:chgData name="Takeuchi, Koichiro" userId="b3848a05-443b-4434-8fa5-7398ca0c03c9" providerId="ADAL" clId="{8AE3A369-E55C-4573-8F49-6E668EF80783}" dt="2024-07-12T02:13:17.263" v="21117" actId="1036"/>
          <ac:cxnSpMkLst>
            <pc:docMk/>
            <pc:sldMk cId="672143202" sldId="2147480837"/>
            <ac:cxnSpMk id="22" creationId="{342BE57F-6526-2FC3-26D5-16EC5C867768}"/>
          </ac:cxnSpMkLst>
        </pc:cxnChg>
        <pc:cxnChg chg="add mod">
          <ac:chgData name="Takeuchi, Koichiro" userId="b3848a05-443b-4434-8fa5-7398ca0c03c9" providerId="ADAL" clId="{8AE3A369-E55C-4573-8F49-6E668EF80783}" dt="2024-07-12T02:13:17.263" v="21117" actId="1036"/>
          <ac:cxnSpMkLst>
            <pc:docMk/>
            <pc:sldMk cId="672143202" sldId="2147480837"/>
            <ac:cxnSpMk id="23" creationId="{71D74389-6E5F-4E2E-ACDB-3B1A1C5AEC18}"/>
          </ac:cxnSpMkLst>
        </pc:cxnChg>
        <pc:cxnChg chg="add mod">
          <ac:chgData name="Takeuchi, Koichiro" userId="b3848a05-443b-4434-8fa5-7398ca0c03c9" providerId="ADAL" clId="{8AE3A369-E55C-4573-8F49-6E668EF80783}" dt="2024-07-12T02:13:17.263" v="21117" actId="1036"/>
          <ac:cxnSpMkLst>
            <pc:docMk/>
            <pc:sldMk cId="672143202" sldId="2147480837"/>
            <ac:cxnSpMk id="29" creationId="{7C1C61B3-D561-462F-7FB1-471D97C11623}"/>
          </ac:cxnSpMkLst>
        </pc:cxnChg>
        <pc:cxnChg chg="add mod">
          <ac:chgData name="Takeuchi, Koichiro" userId="b3848a05-443b-4434-8fa5-7398ca0c03c9" providerId="ADAL" clId="{8AE3A369-E55C-4573-8F49-6E668EF80783}" dt="2024-07-12T02:13:17.263" v="21117" actId="1036"/>
          <ac:cxnSpMkLst>
            <pc:docMk/>
            <pc:sldMk cId="672143202" sldId="2147480837"/>
            <ac:cxnSpMk id="30" creationId="{4687F885-86B2-4A3D-322D-9E0905848D72}"/>
          </ac:cxnSpMkLst>
        </pc:cxnChg>
        <pc:cxnChg chg="add mod">
          <ac:chgData name="Takeuchi, Koichiro" userId="b3848a05-443b-4434-8fa5-7398ca0c03c9" providerId="ADAL" clId="{8AE3A369-E55C-4573-8F49-6E668EF80783}" dt="2024-07-12T02:13:17.263" v="21117" actId="1036"/>
          <ac:cxnSpMkLst>
            <pc:docMk/>
            <pc:sldMk cId="672143202" sldId="2147480837"/>
            <ac:cxnSpMk id="37" creationId="{24A596D2-0973-D998-340F-94C657E08B51}"/>
          </ac:cxnSpMkLst>
        </pc:cxnChg>
        <pc:cxnChg chg="add mod">
          <ac:chgData name="Takeuchi, Koichiro" userId="b3848a05-443b-4434-8fa5-7398ca0c03c9" providerId="ADAL" clId="{8AE3A369-E55C-4573-8F49-6E668EF80783}" dt="2024-07-12T02:13:17.263" v="21117" actId="1036"/>
          <ac:cxnSpMkLst>
            <pc:docMk/>
            <pc:sldMk cId="672143202" sldId="2147480837"/>
            <ac:cxnSpMk id="40" creationId="{0275ADA2-C2A5-30CF-0DA4-29AB82F00D69}"/>
          </ac:cxnSpMkLst>
        </pc:cxnChg>
        <pc:cxnChg chg="add mod">
          <ac:chgData name="Takeuchi, Koichiro" userId="b3848a05-443b-4434-8fa5-7398ca0c03c9" providerId="ADAL" clId="{8AE3A369-E55C-4573-8F49-6E668EF80783}" dt="2024-07-12T02:13:17.263" v="21117" actId="1036"/>
          <ac:cxnSpMkLst>
            <pc:docMk/>
            <pc:sldMk cId="672143202" sldId="2147480837"/>
            <ac:cxnSpMk id="45" creationId="{E2CCC392-02DD-9324-46C8-157B5CC00825}"/>
          </ac:cxnSpMkLst>
        </pc:cxnChg>
        <pc:cxnChg chg="add mod">
          <ac:chgData name="Takeuchi, Koichiro" userId="b3848a05-443b-4434-8fa5-7398ca0c03c9" providerId="ADAL" clId="{8AE3A369-E55C-4573-8F49-6E668EF80783}" dt="2024-07-12T02:13:17.263" v="21117" actId="1036"/>
          <ac:cxnSpMkLst>
            <pc:docMk/>
            <pc:sldMk cId="672143202" sldId="2147480837"/>
            <ac:cxnSpMk id="46" creationId="{EFC64132-A052-C11A-F5DA-65219C24B251}"/>
          </ac:cxnSpMkLst>
        </pc:cxnChg>
        <pc:cxnChg chg="add mod">
          <ac:chgData name="Takeuchi, Koichiro" userId="b3848a05-443b-4434-8fa5-7398ca0c03c9" providerId="ADAL" clId="{8AE3A369-E55C-4573-8F49-6E668EF80783}" dt="2024-07-12T02:13:17.263" v="21117" actId="1036"/>
          <ac:cxnSpMkLst>
            <pc:docMk/>
            <pc:sldMk cId="672143202" sldId="2147480837"/>
            <ac:cxnSpMk id="47" creationId="{C01803EB-CC5D-7440-2B32-E70F773FEBCE}"/>
          </ac:cxnSpMkLst>
        </pc:cxnChg>
        <pc:cxnChg chg="add mod">
          <ac:chgData name="Takeuchi, Koichiro" userId="b3848a05-443b-4434-8fa5-7398ca0c03c9" providerId="ADAL" clId="{8AE3A369-E55C-4573-8F49-6E668EF80783}" dt="2024-07-12T02:13:17.263" v="21117" actId="1036"/>
          <ac:cxnSpMkLst>
            <pc:docMk/>
            <pc:sldMk cId="672143202" sldId="2147480837"/>
            <ac:cxnSpMk id="63" creationId="{AF5CD203-C668-A24E-997D-D2578925377F}"/>
          </ac:cxnSpMkLst>
        </pc:cxnChg>
      </pc:sldChg>
      <pc:sldChg chg="addSp delSp modSp new mod">
        <pc:chgData name="Takeuchi, Koichiro" userId="b3848a05-443b-4434-8fa5-7398ca0c03c9" providerId="ADAL" clId="{8AE3A369-E55C-4573-8F49-6E668EF80783}" dt="2024-07-12T00:22:08.337" v="20267" actId="14100"/>
        <pc:sldMkLst>
          <pc:docMk/>
          <pc:sldMk cId="3849089130" sldId="2147480838"/>
        </pc:sldMkLst>
        <pc:spChg chg="mod">
          <ac:chgData name="Takeuchi, Koichiro" userId="b3848a05-443b-4434-8fa5-7398ca0c03c9" providerId="ADAL" clId="{8AE3A369-E55C-4573-8F49-6E668EF80783}" dt="2024-07-12T00:15:31.329" v="19590" actId="20577"/>
          <ac:spMkLst>
            <pc:docMk/>
            <pc:sldMk cId="3849089130" sldId="2147480838"/>
            <ac:spMk id="2" creationId="{7EF1B1EA-0734-2657-0D7D-45CE0B2A5AF5}"/>
          </ac:spMkLst>
        </pc:spChg>
        <pc:spChg chg="mod">
          <ac:chgData name="Takeuchi, Koichiro" userId="b3848a05-443b-4434-8fa5-7398ca0c03c9" providerId="ADAL" clId="{8AE3A369-E55C-4573-8F49-6E668EF80783}" dt="2024-07-12T00:19:17.307" v="20125" actId="20577"/>
          <ac:spMkLst>
            <pc:docMk/>
            <pc:sldMk cId="3849089130" sldId="2147480838"/>
            <ac:spMk id="3" creationId="{6B7DA810-07B4-528E-15B3-0B0B9CB6B99C}"/>
          </ac:spMkLst>
        </pc:spChg>
        <pc:spChg chg="mod">
          <ac:chgData name="Takeuchi, Koichiro" userId="b3848a05-443b-4434-8fa5-7398ca0c03c9" providerId="ADAL" clId="{8AE3A369-E55C-4573-8F49-6E668EF80783}" dt="2024-07-12T00:12:48.011" v="19537" actId="403"/>
          <ac:spMkLst>
            <pc:docMk/>
            <pc:sldMk cId="3849089130" sldId="2147480838"/>
            <ac:spMk id="4" creationId="{81BE9B96-21A5-6915-930F-E21F4C669B06}"/>
          </ac:spMkLst>
        </pc:spChg>
        <pc:spChg chg="add del mod">
          <ac:chgData name="Takeuchi, Koichiro" userId="b3848a05-443b-4434-8fa5-7398ca0c03c9" providerId="ADAL" clId="{8AE3A369-E55C-4573-8F49-6E668EF80783}" dt="2024-07-12T00:15:33.614" v="19591" actId="478"/>
          <ac:spMkLst>
            <pc:docMk/>
            <pc:sldMk cId="3849089130" sldId="2147480838"/>
            <ac:spMk id="7" creationId="{4E741472-FA96-653E-9756-AD2041090CF1}"/>
          </ac:spMkLst>
        </pc:spChg>
        <pc:spChg chg="add mod">
          <ac:chgData name="Takeuchi, Koichiro" userId="b3848a05-443b-4434-8fa5-7398ca0c03c9" providerId="ADAL" clId="{8AE3A369-E55C-4573-8F49-6E668EF80783}" dt="2024-07-12T00:22:08.337" v="20267" actId="14100"/>
          <ac:spMkLst>
            <pc:docMk/>
            <pc:sldMk cId="3849089130" sldId="2147480838"/>
            <ac:spMk id="8" creationId="{7A7D6ECF-8672-90B1-C41E-7E8CA4F965DF}"/>
          </ac:spMkLst>
        </pc:spChg>
        <pc:spChg chg="add mod">
          <ac:chgData name="Takeuchi, Koichiro" userId="b3848a05-443b-4434-8fa5-7398ca0c03c9" providerId="ADAL" clId="{8AE3A369-E55C-4573-8F49-6E668EF80783}" dt="2024-07-12T00:15:41.043" v="19592"/>
          <ac:spMkLst>
            <pc:docMk/>
            <pc:sldMk cId="3849089130" sldId="2147480838"/>
            <ac:spMk id="9" creationId="{A0E160A5-7D86-1FBD-2C97-0BFC66FB244F}"/>
          </ac:spMkLst>
        </pc:spChg>
        <pc:spChg chg="add mod">
          <ac:chgData name="Takeuchi, Koichiro" userId="b3848a05-443b-4434-8fa5-7398ca0c03c9" providerId="ADAL" clId="{8AE3A369-E55C-4573-8F49-6E668EF80783}" dt="2024-07-12T00:15:41.043" v="19592"/>
          <ac:spMkLst>
            <pc:docMk/>
            <pc:sldMk cId="3849089130" sldId="2147480838"/>
            <ac:spMk id="10" creationId="{C0C139C4-3BE1-60D4-49EC-A26F7967E0EB}"/>
          </ac:spMkLst>
        </pc:spChg>
        <pc:spChg chg="add mod">
          <ac:chgData name="Takeuchi, Koichiro" userId="b3848a05-443b-4434-8fa5-7398ca0c03c9" providerId="ADAL" clId="{8AE3A369-E55C-4573-8F49-6E668EF80783}" dt="2024-07-12T00:15:41.043" v="19592"/>
          <ac:spMkLst>
            <pc:docMk/>
            <pc:sldMk cId="3849089130" sldId="2147480838"/>
            <ac:spMk id="11" creationId="{B225072E-7715-F797-8831-65ECAC912FF6}"/>
          </ac:spMkLst>
        </pc:spChg>
        <pc:spChg chg="add mod">
          <ac:chgData name="Takeuchi, Koichiro" userId="b3848a05-443b-4434-8fa5-7398ca0c03c9" providerId="ADAL" clId="{8AE3A369-E55C-4573-8F49-6E668EF80783}" dt="2024-07-12T00:15:41.043" v="19592"/>
          <ac:spMkLst>
            <pc:docMk/>
            <pc:sldMk cId="3849089130" sldId="2147480838"/>
            <ac:spMk id="12" creationId="{746AE22B-38A0-5C1A-A1BD-3663179EB654}"/>
          </ac:spMkLst>
        </pc:spChg>
        <pc:spChg chg="add mod">
          <ac:chgData name="Takeuchi, Koichiro" userId="b3848a05-443b-4434-8fa5-7398ca0c03c9" providerId="ADAL" clId="{8AE3A369-E55C-4573-8F49-6E668EF80783}" dt="2024-07-12T00:15:41.043" v="19592"/>
          <ac:spMkLst>
            <pc:docMk/>
            <pc:sldMk cId="3849089130" sldId="2147480838"/>
            <ac:spMk id="13" creationId="{F269EB3D-9EA9-14C1-BAE7-02B70F27F609}"/>
          </ac:spMkLst>
        </pc:spChg>
        <pc:spChg chg="add mod">
          <ac:chgData name="Takeuchi, Koichiro" userId="b3848a05-443b-4434-8fa5-7398ca0c03c9" providerId="ADAL" clId="{8AE3A369-E55C-4573-8F49-6E668EF80783}" dt="2024-07-12T00:15:41.043" v="19592"/>
          <ac:spMkLst>
            <pc:docMk/>
            <pc:sldMk cId="3849089130" sldId="2147480838"/>
            <ac:spMk id="14" creationId="{349663B9-8489-B855-FE55-090F60857EA2}"/>
          </ac:spMkLst>
        </pc:spChg>
        <pc:spChg chg="add mod">
          <ac:chgData name="Takeuchi, Koichiro" userId="b3848a05-443b-4434-8fa5-7398ca0c03c9" providerId="ADAL" clId="{8AE3A369-E55C-4573-8F49-6E668EF80783}" dt="2024-07-12T00:15:41.043" v="19592"/>
          <ac:spMkLst>
            <pc:docMk/>
            <pc:sldMk cId="3849089130" sldId="2147480838"/>
            <ac:spMk id="15" creationId="{0954431D-F7C4-B9BB-07B7-8D053BF3C3F1}"/>
          </ac:spMkLst>
        </pc:spChg>
        <pc:spChg chg="add mod">
          <ac:chgData name="Takeuchi, Koichiro" userId="b3848a05-443b-4434-8fa5-7398ca0c03c9" providerId="ADAL" clId="{8AE3A369-E55C-4573-8F49-6E668EF80783}" dt="2024-07-12T00:15:41.043" v="19592"/>
          <ac:spMkLst>
            <pc:docMk/>
            <pc:sldMk cId="3849089130" sldId="2147480838"/>
            <ac:spMk id="16" creationId="{269BFB13-A183-3068-89A4-DEB83EF8CC30}"/>
          </ac:spMkLst>
        </pc:spChg>
        <pc:spChg chg="add mod">
          <ac:chgData name="Takeuchi, Koichiro" userId="b3848a05-443b-4434-8fa5-7398ca0c03c9" providerId="ADAL" clId="{8AE3A369-E55C-4573-8F49-6E668EF80783}" dt="2024-07-12T00:15:41.043" v="19592"/>
          <ac:spMkLst>
            <pc:docMk/>
            <pc:sldMk cId="3849089130" sldId="2147480838"/>
            <ac:spMk id="17" creationId="{813FD338-42E2-276D-6D38-2F820ABD755D}"/>
          </ac:spMkLst>
        </pc:spChg>
        <pc:spChg chg="add mod">
          <ac:chgData name="Takeuchi, Koichiro" userId="b3848a05-443b-4434-8fa5-7398ca0c03c9" providerId="ADAL" clId="{8AE3A369-E55C-4573-8F49-6E668EF80783}" dt="2024-07-12T00:15:41.043" v="19592"/>
          <ac:spMkLst>
            <pc:docMk/>
            <pc:sldMk cId="3849089130" sldId="2147480838"/>
            <ac:spMk id="18" creationId="{BB0F0C53-BD06-B93F-82D7-38144254F00E}"/>
          </ac:spMkLst>
        </pc:spChg>
        <pc:spChg chg="add mod">
          <ac:chgData name="Takeuchi, Koichiro" userId="b3848a05-443b-4434-8fa5-7398ca0c03c9" providerId="ADAL" clId="{8AE3A369-E55C-4573-8F49-6E668EF80783}" dt="2024-07-12T00:15:41.043" v="19592"/>
          <ac:spMkLst>
            <pc:docMk/>
            <pc:sldMk cId="3849089130" sldId="2147480838"/>
            <ac:spMk id="19" creationId="{C773225D-E3C0-5DCB-43E3-BD12D2B66CEC}"/>
          </ac:spMkLst>
        </pc:spChg>
        <pc:spChg chg="add mod">
          <ac:chgData name="Takeuchi, Koichiro" userId="b3848a05-443b-4434-8fa5-7398ca0c03c9" providerId="ADAL" clId="{8AE3A369-E55C-4573-8F49-6E668EF80783}" dt="2024-07-12T00:15:41.043" v="19592"/>
          <ac:spMkLst>
            <pc:docMk/>
            <pc:sldMk cId="3849089130" sldId="2147480838"/>
            <ac:spMk id="20" creationId="{F651DCFC-42A1-AEA2-3813-0F1538A91F5A}"/>
          </ac:spMkLst>
        </pc:spChg>
        <pc:spChg chg="add mod">
          <ac:chgData name="Takeuchi, Koichiro" userId="b3848a05-443b-4434-8fa5-7398ca0c03c9" providerId="ADAL" clId="{8AE3A369-E55C-4573-8F49-6E668EF80783}" dt="2024-07-12T00:15:41.043" v="19592"/>
          <ac:spMkLst>
            <pc:docMk/>
            <pc:sldMk cId="3849089130" sldId="2147480838"/>
            <ac:spMk id="21" creationId="{EE910167-64DB-F6DC-D904-D7BC8DE62681}"/>
          </ac:spMkLst>
        </pc:spChg>
        <pc:spChg chg="add mod">
          <ac:chgData name="Takeuchi, Koichiro" userId="b3848a05-443b-4434-8fa5-7398ca0c03c9" providerId="ADAL" clId="{8AE3A369-E55C-4573-8F49-6E668EF80783}" dt="2024-07-12T00:15:41.043" v="19592"/>
          <ac:spMkLst>
            <pc:docMk/>
            <pc:sldMk cId="3849089130" sldId="2147480838"/>
            <ac:spMk id="22" creationId="{1F3118E7-658B-46F3-448A-2D7453A84080}"/>
          </ac:spMkLst>
        </pc:spChg>
        <pc:spChg chg="add mod">
          <ac:chgData name="Takeuchi, Koichiro" userId="b3848a05-443b-4434-8fa5-7398ca0c03c9" providerId="ADAL" clId="{8AE3A369-E55C-4573-8F49-6E668EF80783}" dt="2024-07-12T00:15:41.043" v="19592"/>
          <ac:spMkLst>
            <pc:docMk/>
            <pc:sldMk cId="3849089130" sldId="2147480838"/>
            <ac:spMk id="23" creationId="{9CCF22A4-A612-8948-C059-F5255A62EF84}"/>
          </ac:spMkLst>
        </pc:spChg>
        <pc:spChg chg="add mod">
          <ac:chgData name="Takeuchi, Koichiro" userId="b3848a05-443b-4434-8fa5-7398ca0c03c9" providerId="ADAL" clId="{8AE3A369-E55C-4573-8F49-6E668EF80783}" dt="2024-07-12T00:15:41.043" v="19592"/>
          <ac:spMkLst>
            <pc:docMk/>
            <pc:sldMk cId="3849089130" sldId="2147480838"/>
            <ac:spMk id="24" creationId="{E555F6E1-70CB-9ABF-98A5-A48073D7882B}"/>
          </ac:spMkLst>
        </pc:spChg>
        <pc:spChg chg="add mod">
          <ac:chgData name="Takeuchi, Koichiro" userId="b3848a05-443b-4434-8fa5-7398ca0c03c9" providerId="ADAL" clId="{8AE3A369-E55C-4573-8F49-6E668EF80783}" dt="2024-07-12T00:15:41.043" v="19592"/>
          <ac:spMkLst>
            <pc:docMk/>
            <pc:sldMk cId="3849089130" sldId="2147480838"/>
            <ac:spMk id="25" creationId="{F89471B2-5455-25DA-E0CE-839482F754BB}"/>
          </ac:spMkLst>
        </pc:spChg>
        <pc:spChg chg="add mod">
          <ac:chgData name="Takeuchi, Koichiro" userId="b3848a05-443b-4434-8fa5-7398ca0c03c9" providerId="ADAL" clId="{8AE3A369-E55C-4573-8F49-6E668EF80783}" dt="2024-07-12T00:15:41.043" v="19592"/>
          <ac:spMkLst>
            <pc:docMk/>
            <pc:sldMk cId="3849089130" sldId="2147480838"/>
            <ac:spMk id="26" creationId="{521A74FE-2291-8552-06E5-9EB1BEE2DC26}"/>
          </ac:spMkLst>
        </pc:spChg>
        <pc:spChg chg="add mod">
          <ac:chgData name="Takeuchi, Koichiro" userId="b3848a05-443b-4434-8fa5-7398ca0c03c9" providerId="ADAL" clId="{8AE3A369-E55C-4573-8F49-6E668EF80783}" dt="2024-07-12T00:15:41.043" v="19592"/>
          <ac:spMkLst>
            <pc:docMk/>
            <pc:sldMk cId="3849089130" sldId="2147480838"/>
            <ac:spMk id="27" creationId="{72442474-6147-88B3-BF11-8F7B6B97098A}"/>
          </ac:spMkLst>
        </pc:spChg>
        <pc:spChg chg="add mod">
          <ac:chgData name="Takeuchi, Koichiro" userId="b3848a05-443b-4434-8fa5-7398ca0c03c9" providerId="ADAL" clId="{8AE3A369-E55C-4573-8F49-6E668EF80783}" dt="2024-07-12T00:15:41.043" v="19592"/>
          <ac:spMkLst>
            <pc:docMk/>
            <pc:sldMk cId="3849089130" sldId="2147480838"/>
            <ac:spMk id="28" creationId="{6F20C04D-D2CB-6F6F-D19B-C9D01AFECEEC}"/>
          </ac:spMkLst>
        </pc:spChg>
        <pc:spChg chg="add mod">
          <ac:chgData name="Takeuchi, Koichiro" userId="b3848a05-443b-4434-8fa5-7398ca0c03c9" providerId="ADAL" clId="{8AE3A369-E55C-4573-8F49-6E668EF80783}" dt="2024-07-12T00:15:41.043" v="19592"/>
          <ac:spMkLst>
            <pc:docMk/>
            <pc:sldMk cId="3849089130" sldId="2147480838"/>
            <ac:spMk id="29" creationId="{BFD595CA-8672-CC54-82D0-04D65D28245D}"/>
          </ac:spMkLst>
        </pc:spChg>
        <pc:spChg chg="add mod">
          <ac:chgData name="Takeuchi, Koichiro" userId="b3848a05-443b-4434-8fa5-7398ca0c03c9" providerId="ADAL" clId="{8AE3A369-E55C-4573-8F49-6E668EF80783}" dt="2024-07-12T00:15:41.043" v="19592"/>
          <ac:spMkLst>
            <pc:docMk/>
            <pc:sldMk cId="3849089130" sldId="2147480838"/>
            <ac:spMk id="30" creationId="{347A3B10-1286-6386-ADAD-D010E3E5549E}"/>
          </ac:spMkLst>
        </pc:spChg>
        <pc:spChg chg="add mod">
          <ac:chgData name="Takeuchi, Koichiro" userId="b3848a05-443b-4434-8fa5-7398ca0c03c9" providerId="ADAL" clId="{8AE3A369-E55C-4573-8F49-6E668EF80783}" dt="2024-07-12T00:15:41.043" v="19592"/>
          <ac:spMkLst>
            <pc:docMk/>
            <pc:sldMk cId="3849089130" sldId="2147480838"/>
            <ac:spMk id="31" creationId="{C3C5DEC2-0604-BE8A-51E6-504FD3E863E6}"/>
          </ac:spMkLst>
        </pc:spChg>
        <pc:spChg chg="add mod">
          <ac:chgData name="Takeuchi, Koichiro" userId="b3848a05-443b-4434-8fa5-7398ca0c03c9" providerId="ADAL" clId="{8AE3A369-E55C-4573-8F49-6E668EF80783}" dt="2024-07-12T00:15:41.043" v="19592"/>
          <ac:spMkLst>
            <pc:docMk/>
            <pc:sldMk cId="3849089130" sldId="2147480838"/>
            <ac:spMk id="32" creationId="{CBFF872D-AB46-BF42-26AA-97A07854B075}"/>
          </ac:spMkLst>
        </pc:spChg>
        <pc:spChg chg="add mod">
          <ac:chgData name="Takeuchi, Koichiro" userId="b3848a05-443b-4434-8fa5-7398ca0c03c9" providerId="ADAL" clId="{8AE3A369-E55C-4573-8F49-6E668EF80783}" dt="2024-07-12T00:15:41.043" v="19592"/>
          <ac:spMkLst>
            <pc:docMk/>
            <pc:sldMk cId="3849089130" sldId="2147480838"/>
            <ac:spMk id="33" creationId="{294A93E6-919A-04F6-C4B6-657E1343E007}"/>
          </ac:spMkLst>
        </pc:spChg>
        <pc:spChg chg="add mod">
          <ac:chgData name="Takeuchi, Koichiro" userId="b3848a05-443b-4434-8fa5-7398ca0c03c9" providerId="ADAL" clId="{8AE3A369-E55C-4573-8F49-6E668EF80783}" dt="2024-07-12T00:15:41.043" v="19592"/>
          <ac:spMkLst>
            <pc:docMk/>
            <pc:sldMk cId="3849089130" sldId="2147480838"/>
            <ac:spMk id="34" creationId="{487F6900-D2E0-EA1F-E502-8F52CD99AA59}"/>
          </ac:spMkLst>
        </pc:spChg>
        <pc:spChg chg="add mod">
          <ac:chgData name="Takeuchi, Koichiro" userId="b3848a05-443b-4434-8fa5-7398ca0c03c9" providerId="ADAL" clId="{8AE3A369-E55C-4573-8F49-6E668EF80783}" dt="2024-07-12T00:15:41.043" v="19592"/>
          <ac:spMkLst>
            <pc:docMk/>
            <pc:sldMk cId="3849089130" sldId="2147480838"/>
            <ac:spMk id="35" creationId="{6D0EB408-52BA-14C3-3BFA-6C32848BFA5D}"/>
          </ac:spMkLst>
        </pc:spChg>
        <pc:spChg chg="add mod">
          <ac:chgData name="Takeuchi, Koichiro" userId="b3848a05-443b-4434-8fa5-7398ca0c03c9" providerId="ADAL" clId="{8AE3A369-E55C-4573-8F49-6E668EF80783}" dt="2024-07-12T00:15:41.043" v="19592"/>
          <ac:spMkLst>
            <pc:docMk/>
            <pc:sldMk cId="3849089130" sldId="2147480838"/>
            <ac:spMk id="36" creationId="{C7BF3547-29E6-D215-B909-D18890989FB4}"/>
          </ac:spMkLst>
        </pc:spChg>
        <pc:spChg chg="mod">
          <ac:chgData name="Takeuchi, Koichiro" userId="b3848a05-443b-4434-8fa5-7398ca0c03c9" providerId="ADAL" clId="{8AE3A369-E55C-4573-8F49-6E668EF80783}" dt="2024-07-12T00:15:41.043" v="19592"/>
          <ac:spMkLst>
            <pc:docMk/>
            <pc:sldMk cId="3849089130" sldId="2147480838"/>
            <ac:spMk id="39" creationId="{70F4A0A2-F0CA-176D-D823-E46073253E31}"/>
          </ac:spMkLst>
        </pc:spChg>
        <pc:spChg chg="mod">
          <ac:chgData name="Takeuchi, Koichiro" userId="b3848a05-443b-4434-8fa5-7398ca0c03c9" providerId="ADAL" clId="{8AE3A369-E55C-4573-8F49-6E668EF80783}" dt="2024-07-12T00:15:41.043" v="19592"/>
          <ac:spMkLst>
            <pc:docMk/>
            <pc:sldMk cId="3849089130" sldId="2147480838"/>
            <ac:spMk id="40" creationId="{A609B1F7-3D6F-DF13-3E3E-3148A21FD628}"/>
          </ac:spMkLst>
        </pc:spChg>
        <pc:spChg chg="mod">
          <ac:chgData name="Takeuchi, Koichiro" userId="b3848a05-443b-4434-8fa5-7398ca0c03c9" providerId="ADAL" clId="{8AE3A369-E55C-4573-8F49-6E668EF80783}" dt="2024-07-12T00:15:41.043" v="19592"/>
          <ac:spMkLst>
            <pc:docMk/>
            <pc:sldMk cId="3849089130" sldId="2147480838"/>
            <ac:spMk id="42" creationId="{7008892C-A090-CBFA-137E-1CF1AD68F3A6}"/>
          </ac:spMkLst>
        </pc:spChg>
        <pc:spChg chg="mod">
          <ac:chgData name="Takeuchi, Koichiro" userId="b3848a05-443b-4434-8fa5-7398ca0c03c9" providerId="ADAL" clId="{8AE3A369-E55C-4573-8F49-6E668EF80783}" dt="2024-07-12T00:15:41.043" v="19592"/>
          <ac:spMkLst>
            <pc:docMk/>
            <pc:sldMk cId="3849089130" sldId="2147480838"/>
            <ac:spMk id="43" creationId="{66CBCE56-B4A7-1412-4CFA-B92A53B9E63B}"/>
          </ac:spMkLst>
        </pc:spChg>
        <pc:spChg chg="add mod">
          <ac:chgData name="Takeuchi, Koichiro" userId="b3848a05-443b-4434-8fa5-7398ca0c03c9" providerId="ADAL" clId="{8AE3A369-E55C-4573-8F49-6E668EF80783}" dt="2024-07-12T00:15:41.043" v="19592"/>
          <ac:spMkLst>
            <pc:docMk/>
            <pc:sldMk cId="3849089130" sldId="2147480838"/>
            <ac:spMk id="44" creationId="{F6B3D51A-1E0D-21F0-1882-7C82EFB72482}"/>
          </ac:spMkLst>
        </pc:spChg>
        <pc:spChg chg="add del mod">
          <ac:chgData name="Takeuchi, Koichiro" userId="b3848a05-443b-4434-8fa5-7398ca0c03c9" providerId="ADAL" clId="{8AE3A369-E55C-4573-8F49-6E668EF80783}" dt="2024-07-12T00:15:52.604" v="19595" actId="21"/>
          <ac:spMkLst>
            <pc:docMk/>
            <pc:sldMk cId="3849089130" sldId="2147480838"/>
            <ac:spMk id="45" creationId="{4C5760C6-001B-2D40-C048-CFBEE5517A2D}"/>
          </ac:spMkLst>
        </pc:spChg>
        <pc:spChg chg="add del mod">
          <ac:chgData name="Takeuchi, Koichiro" userId="b3848a05-443b-4434-8fa5-7398ca0c03c9" providerId="ADAL" clId="{8AE3A369-E55C-4573-8F49-6E668EF80783}" dt="2024-07-12T00:15:52.604" v="19595" actId="21"/>
          <ac:spMkLst>
            <pc:docMk/>
            <pc:sldMk cId="3849089130" sldId="2147480838"/>
            <ac:spMk id="46" creationId="{C56454B7-5F2A-3B7D-E3E4-25D56DC74FE2}"/>
          </ac:spMkLst>
        </pc:spChg>
        <pc:spChg chg="add del mod">
          <ac:chgData name="Takeuchi, Koichiro" userId="b3848a05-443b-4434-8fa5-7398ca0c03c9" providerId="ADAL" clId="{8AE3A369-E55C-4573-8F49-6E668EF80783}" dt="2024-07-12T00:15:52.604" v="19595" actId="21"/>
          <ac:spMkLst>
            <pc:docMk/>
            <pc:sldMk cId="3849089130" sldId="2147480838"/>
            <ac:spMk id="47" creationId="{7860E261-7B19-6635-7F5A-99E20139F3B9}"/>
          </ac:spMkLst>
        </pc:spChg>
        <pc:spChg chg="add del mod">
          <ac:chgData name="Takeuchi, Koichiro" userId="b3848a05-443b-4434-8fa5-7398ca0c03c9" providerId="ADAL" clId="{8AE3A369-E55C-4573-8F49-6E668EF80783}" dt="2024-07-12T00:15:52.604" v="19595" actId="21"/>
          <ac:spMkLst>
            <pc:docMk/>
            <pc:sldMk cId="3849089130" sldId="2147480838"/>
            <ac:spMk id="48" creationId="{1C8734BC-CC45-FFD8-DEF6-3BC09EE3BDF1}"/>
          </ac:spMkLst>
        </pc:spChg>
        <pc:spChg chg="add del mod">
          <ac:chgData name="Takeuchi, Koichiro" userId="b3848a05-443b-4434-8fa5-7398ca0c03c9" providerId="ADAL" clId="{8AE3A369-E55C-4573-8F49-6E668EF80783}" dt="2024-07-12T00:15:52.604" v="19595" actId="21"/>
          <ac:spMkLst>
            <pc:docMk/>
            <pc:sldMk cId="3849089130" sldId="2147480838"/>
            <ac:spMk id="49" creationId="{E08026A2-7ED9-7BFD-D5B4-709E2BC69452}"/>
          </ac:spMkLst>
        </pc:spChg>
        <pc:spChg chg="add del mod">
          <ac:chgData name="Takeuchi, Koichiro" userId="b3848a05-443b-4434-8fa5-7398ca0c03c9" providerId="ADAL" clId="{8AE3A369-E55C-4573-8F49-6E668EF80783}" dt="2024-07-12T00:15:52.604" v="19595" actId="21"/>
          <ac:spMkLst>
            <pc:docMk/>
            <pc:sldMk cId="3849089130" sldId="2147480838"/>
            <ac:spMk id="50" creationId="{F974F5B1-7562-10E4-4C3F-52692565659F}"/>
          </ac:spMkLst>
        </pc:spChg>
        <pc:spChg chg="add del mod">
          <ac:chgData name="Takeuchi, Koichiro" userId="b3848a05-443b-4434-8fa5-7398ca0c03c9" providerId="ADAL" clId="{8AE3A369-E55C-4573-8F49-6E668EF80783}" dt="2024-07-12T00:15:52.604" v="19595" actId="21"/>
          <ac:spMkLst>
            <pc:docMk/>
            <pc:sldMk cId="3849089130" sldId="2147480838"/>
            <ac:spMk id="51" creationId="{2B1B8BA1-C15A-4D43-3B84-67414B2FDACB}"/>
          </ac:spMkLst>
        </pc:spChg>
        <pc:spChg chg="add del mod">
          <ac:chgData name="Takeuchi, Koichiro" userId="b3848a05-443b-4434-8fa5-7398ca0c03c9" providerId="ADAL" clId="{8AE3A369-E55C-4573-8F49-6E668EF80783}" dt="2024-07-12T00:15:52.604" v="19595" actId="21"/>
          <ac:spMkLst>
            <pc:docMk/>
            <pc:sldMk cId="3849089130" sldId="2147480838"/>
            <ac:spMk id="52" creationId="{9B1614C1-2197-589F-0EEE-F01CF38FE833}"/>
          </ac:spMkLst>
        </pc:spChg>
        <pc:spChg chg="add del mod">
          <ac:chgData name="Takeuchi, Koichiro" userId="b3848a05-443b-4434-8fa5-7398ca0c03c9" providerId="ADAL" clId="{8AE3A369-E55C-4573-8F49-6E668EF80783}" dt="2024-07-12T00:15:52.604" v="19595" actId="21"/>
          <ac:spMkLst>
            <pc:docMk/>
            <pc:sldMk cId="3849089130" sldId="2147480838"/>
            <ac:spMk id="53" creationId="{AAC89761-B5EF-B504-3678-0AF4F066B13C}"/>
          </ac:spMkLst>
        </pc:spChg>
        <pc:spChg chg="add del mod">
          <ac:chgData name="Takeuchi, Koichiro" userId="b3848a05-443b-4434-8fa5-7398ca0c03c9" providerId="ADAL" clId="{8AE3A369-E55C-4573-8F49-6E668EF80783}" dt="2024-07-12T00:15:52.604" v="19595" actId="21"/>
          <ac:spMkLst>
            <pc:docMk/>
            <pc:sldMk cId="3849089130" sldId="2147480838"/>
            <ac:spMk id="54" creationId="{07395BA9-EB7E-EEED-CAE7-1FDDBE9647C6}"/>
          </ac:spMkLst>
        </pc:spChg>
        <pc:spChg chg="add del mod">
          <ac:chgData name="Takeuchi, Koichiro" userId="b3848a05-443b-4434-8fa5-7398ca0c03c9" providerId="ADAL" clId="{8AE3A369-E55C-4573-8F49-6E668EF80783}" dt="2024-07-12T00:15:52.604" v="19595" actId="21"/>
          <ac:spMkLst>
            <pc:docMk/>
            <pc:sldMk cId="3849089130" sldId="2147480838"/>
            <ac:spMk id="55" creationId="{64A8B26C-8C84-129E-AA86-EC89F5570C68}"/>
          </ac:spMkLst>
        </pc:spChg>
        <pc:spChg chg="add del mod">
          <ac:chgData name="Takeuchi, Koichiro" userId="b3848a05-443b-4434-8fa5-7398ca0c03c9" providerId="ADAL" clId="{8AE3A369-E55C-4573-8F49-6E668EF80783}" dt="2024-07-12T00:15:52.604" v="19595" actId="21"/>
          <ac:spMkLst>
            <pc:docMk/>
            <pc:sldMk cId="3849089130" sldId="2147480838"/>
            <ac:spMk id="56" creationId="{63AED709-B78B-2DD2-301D-5D513EB4C401}"/>
          </ac:spMkLst>
        </pc:spChg>
        <pc:spChg chg="add del mod">
          <ac:chgData name="Takeuchi, Koichiro" userId="b3848a05-443b-4434-8fa5-7398ca0c03c9" providerId="ADAL" clId="{8AE3A369-E55C-4573-8F49-6E668EF80783}" dt="2024-07-12T00:15:52.604" v="19595" actId="21"/>
          <ac:spMkLst>
            <pc:docMk/>
            <pc:sldMk cId="3849089130" sldId="2147480838"/>
            <ac:spMk id="57" creationId="{04ADA61F-C53C-8C9D-4FEF-7B94A3C5E8D4}"/>
          </ac:spMkLst>
        </pc:spChg>
        <pc:spChg chg="add del mod">
          <ac:chgData name="Takeuchi, Koichiro" userId="b3848a05-443b-4434-8fa5-7398ca0c03c9" providerId="ADAL" clId="{8AE3A369-E55C-4573-8F49-6E668EF80783}" dt="2024-07-12T00:15:52.604" v="19595" actId="21"/>
          <ac:spMkLst>
            <pc:docMk/>
            <pc:sldMk cId="3849089130" sldId="2147480838"/>
            <ac:spMk id="58" creationId="{3DE99381-FA3D-EA1F-05BF-71D80EC2EF1B}"/>
          </ac:spMkLst>
        </pc:spChg>
        <pc:spChg chg="add del mod">
          <ac:chgData name="Takeuchi, Koichiro" userId="b3848a05-443b-4434-8fa5-7398ca0c03c9" providerId="ADAL" clId="{8AE3A369-E55C-4573-8F49-6E668EF80783}" dt="2024-07-12T00:15:52.604" v="19595" actId="21"/>
          <ac:spMkLst>
            <pc:docMk/>
            <pc:sldMk cId="3849089130" sldId="2147480838"/>
            <ac:spMk id="59" creationId="{3D06B9B9-2A48-48D7-9615-0C5D98766E37}"/>
          </ac:spMkLst>
        </pc:spChg>
        <pc:spChg chg="add del mod">
          <ac:chgData name="Takeuchi, Koichiro" userId="b3848a05-443b-4434-8fa5-7398ca0c03c9" providerId="ADAL" clId="{8AE3A369-E55C-4573-8F49-6E668EF80783}" dt="2024-07-12T00:15:52.604" v="19595" actId="21"/>
          <ac:spMkLst>
            <pc:docMk/>
            <pc:sldMk cId="3849089130" sldId="2147480838"/>
            <ac:spMk id="60" creationId="{C5023853-E4A2-EBE2-EAB7-53F7B02A6D7F}"/>
          </ac:spMkLst>
        </pc:spChg>
        <pc:spChg chg="add del mod">
          <ac:chgData name="Takeuchi, Koichiro" userId="b3848a05-443b-4434-8fa5-7398ca0c03c9" providerId="ADAL" clId="{8AE3A369-E55C-4573-8F49-6E668EF80783}" dt="2024-07-12T00:15:52.604" v="19595" actId="21"/>
          <ac:spMkLst>
            <pc:docMk/>
            <pc:sldMk cId="3849089130" sldId="2147480838"/>
            <ac:spMk id="61" creationId="{5FFF09C9-72C0-7E61-5615-D114B061141E}"/>
          </ac:spMkLst>
        </pc:spChg>
        <pc:spChg chg="add del mod">
          <ac:chgData name="Takeuchi, Koichiro" userId="b3848a05-443b-4434-8fa5-7398ca0c03c9" providerId="ADAL" clId="{8AE3A369-E55C-4573-8F49-6E668EF80783}" dt="2024-07-12T00:15:52.604" v="19595" actId="21"/>
          <ac:spMkLst>
            <pc:docMk/>
            <pc:sldMk cId="3849089130" sldId="2147480838"/>
            <ac:spMk id="62" creationId="{37393AD4-94DB-1F98-9105-29257CB4E232}"/>
          </ac:spMkLst>
        </pc:spChg>
        <pc:spChg chg="add del mod">
          <ac:chgData name="Takeuchi, Koichiro" userId="b3848a05-443b-4434-8fa5-7398ca0c03c9" providerId="ADAL" clId="{8AE3A369-E55C-4573-8F49-6E668EF80783}" dt="2024-07-12T00:15:52.604" v="19595" actId="21"/>
          <ac:spMkLst>
            <pc:docMk/>
            <pc:sldMk cId="3849089130" sldId="2147480838"/>
            <ac:spMk id="63" creationId="{7F824E5E-1F36-90B0-538C-146F565A84F1}"/>
          </ac:spMkLst>
        </pc:spChg>
        <pc:spChg chg="add del mod">
          <ac:chgData name="Takeuchi, Koichiro" userId="b3848a05-443b-4434-8fa5-7398ca0c03c9" providerId="ADAL" clId="{8AE3A369-E55C-4573-8F49-6E668EF80783}" dt="2024-07-12T00:15:52.604" v="19595" actId="21"/>
          <ac:spMkLst>
            <pc:docMk/>
            <pc:sldMk cId="3849089130" sldId="2147480838"/>
            <ac:spMk id="64" creationId="{9C48A4F8-B759-E44D-1B52-981D00DC46FF}"/>
          </ac:spMkLst>
        </pc:spChg>
        <pc:spChg chg="add del mod">
          <ac:chgData name="Takeuchi, Koichiro" userId="b3848a05-443b-4434-8fa5-7398ca0c03c9" providerId="ADAL" clId="{8AE3A369-E55C-4573-8F49-6E668EF80783}" dt="2024-07-12T00:15:52.604" v="19595" actId="21"/>
          <ac:spMkLst>
            <pc:docMk/>
            <pc:sldMk cId="3849089130" sldId="2147480838"/>
            <ac:spMk id="65" creationId="{C26AF090-5185-1A19-926F-1FF8A48540A0}"/>
          </ac:spMkLst>
        </pc:spChg>
        <pc:spChg chg="add del mod">
          <ac:chgData name="Takeuchi, Koichiro" userId="b3848a05-443b-4434-8fa5-7398ca0c03c9" providerId="ADAL" clId="{8AE3A369-E55C-4573-8F49-6E668EF80783}" dt="2024-07-12T00:15:52.604" v="19595" actId="21"/>
          <ac:spMkLst>
            <pc:docMk/>
            <pc:sldMk cId="3849089130" sldId="2147480838"/>
            <ac:spMk id="66" creationId="{9DE7F2DF-21BD-E49D-084B-0486C5A08DE2}"/>
          </ac:spMkLst>
        </pc:spChg>
        <pc:spChg chg="add del mod">
          <ac:chgData name="Takeuchi, Koichiro" userId="b3848a05-443b-4434-8fa5-7398ca0c03c9" providerId="ADAL" clId="{8AE3A369-E55C-4573-8F49-6E668EF80783}" dt="2024-07-12T00:15:52.604" v="19595" actId="21"/>
          <ac:spMkLst>
            <pc:docMk/>
            <pc:sldMk cId="3849089130" sldId="2147480838"/>
            <ac:spMk id="67" creationId="{67BF023C-9C14-E816-4223-E622D2809320}"/>
          </ac:spMkLst>
        </pc:spChg>
        <pc:spChg chg="add del mod">
          <ac:chgData name="Takeuchi, Koichiro" userId="b3848a05-443b-4434-8fa5-7398ca0c03c9" providerId="ADAL" clId="{8AE3A369-E55C-4573-8F49-6E668EF80783}" dt="2024-07-12T00:15:52.604" v="19595" actId="21"/>
          <ac:spMkLst>
            <pc:docMk/>
            <pc:sldMk cId="3849089130" sldId="2147480838"/>
            <ac:spMk id="68" creationId="{1C1462E8-5881-63FE-B833-1180033167C8}"/>
          </ac:spMkLst>
        </pc:spChg>
        <pc:spChg chg="add del mod">
          <ac:chgData name="Takeuchi, Koichiro" userId="b3848a05-443b-4434-8fa5-7398ca0c03c9" providerId="ADAL" clId="{8AE3A369-E55C-4573-8F49-6E668EF80783}" dt="2024-07-12T00:15:52.604" v="19595" actId="21"/>
          <ac:spMkLst>
            <pc:docMk/>
            <pc:sldMk cId="3849089130" sldId="2147480838"/>
            <ac:spMk id="69" creationId="{DCED7C81-0D2D-FB22-E449-CF1BC8DB97D1}"/>
          </ac:spMkLst>
        </pc:spChg>
        <pc:spChg chg="add del mod">
          <ac:chgData name="Takeuchi, Koichiro" userId="b3848a05-443b-4434-8fa5-7398ca0c03c9" providerId="ADAL" clId="{8AE3A369-E55C-4573-8F49-6E668EF80783}" dt="2024-07-12T00:15:52.604" v="19595" actId="21"/>
          <ac:spMkLst>
            <pc:docMk/>
            <pc:sldMk cId="3849089130" sldId="2147480838"/>
            <ac:spMk id="70" creationId="{F950A391-F6CF-D9E7-C050-BFC9D77CE32B}"/>
          </ac:spMkLst>
        </pc:spChg>
        <pc:spChg chg="add del mod">
          <ac:chgData name="Takeuchi, Koichiro" userId="b3848a05-443b-4434-8fa5-7398ca0c03c9" providerId="ADAL" clId="{8AE3A369-E55C-4573-8F49-6E668EF80783}" dt="2024-07-12T00:15:52.604" v="19595" actId="21"/>
          <ac:spMkLst>
            <pc:docMk/>
            <pc:sldMk cId="3849089130" sldId="2147480838"/>
            <ac:spMk id="71" creationId="{C68DAD2A-1C62-B204-4842-B9AA2F9C2F4C}"/>
          </ac:spMkLst>
        </pc:spChg>
        <pc:spChg chg="add del mod">
          <ac:chgData name="Takeuchi, Koichiro" userId="b3848a05-443b-4434-8fa5-7398ca0c03c9" providerId="ADAL" clId="{8AE3A369-E55C-4573-8F49-6E668EF80783}" dt="2024-07-12T00:15:52.604" v="19595" actId="21"/>
          <ac:spMkLst>
            <pc:docMk/>
            <pc:sldMk cId="3849089130" sldId="2147480838"/>
            <ac:spMk id="72" creationId="{E3493D9F-DF04-A78E-D815-B7D6776C2BF9}"/>
          </ac:spMkLst>
        </pc:spChg>
        <pc:spChg chg="mod">
          <ac:chgData name="Takeuchi, Koichiro" userId="b3848a05-443b-4434-8fa5-7398ca0c03c9" providerId="ADAL" clId="{8AE3A369-E55C-4573-8F49-6E668EF80783}" dt="2024-07-12T00:15:43.575" v="19593"/>
          <ac:spMkLst>
            <pc:docMk/>
            <pc:sldMk cId="3849089130" sldId="2147480838"/>
            <ac:spMk id="75" creationId="{0E75BE54-51C5-4537-40DB-FE0036532591}"/>
          </ac:spMkLst>
        </pc:spChg>
        <pc:spChg chg="mod">
          <ac:chgData name="Takeuchi, Koichiro" userId="b3848a05-443b-4434-8fa5-7398ca0c03c9" providerId="ADAL" clId="{8AE3A369-E55C-4573-8F49-6E668EF80783}" dt="2024-07-12T00:15:43.575" v="19593"/>
          <ac:spMkLst>
            <pc:docMk/>
            <pc:sldMk cId="3849089130" sldId="2147480838"/>
            <ac:spMk id="76" creationId="{EC627D25-3F36-15DA-A7B7-91F86A3371E8}"/>
          </ac:spMkLst>
        </pc:spChg>
        <pc:spChg chg="mod">
          <ac:chgData name="Takeuchi, Koichiro" userId="b3848a05-443b-4434-8fa5-7398ca0c03c9" providerId="ADAL" clId="{8AE3A369-E55C-4573-8F49-6E668EF80783}" dt="2024-07-12T00:15:43.575" v="19593"/>
          <ac:spMkLst>
            <pc:docMk/>
            <pc:sldMk cId="3849089130" sldId="2147480838"/>
            <ac:spMk id="78" creationId="{2DDC56F3-9E87-71C2-2B8E-EC2DE9A5B9E6}"/>
          </ac:spMkLst>
        </pc:spChg>
        <pc:spChg chg="mod">
          <ac:chgData name="Takeuchi, Koichiro" userId="b3848a05-443b-4434-8fa5-7398ca0c03c9" providerId="ADAL" clId="{8AE3A369-E55C-4573-8F49-6E668EF80783}" dt="2024-07-12T00:15:43.575" v="19593"/>
          <ac:spMkLst>
            <pc:docMk/>
            <pc:sldMk cId="3849089130" sldId="2147480838"/>
            <ac:spMk id="79" creationId="{0A5F5EA4-A058-5AF0-5491-D1C0E5410734}"/>
          </ac:spMkLst>
        </pc:spChg>
        <pc:spChg chg="add del mod">
          <ac:chgData name="Takeuchi, Koichiro" userId="b3848a05-443b-4434-8fa5-7398ca0c03c9" providerId="ADAL" clId="{8AE3A369-E55C-4573-8F49-6E668EF80783}" dt="2024-07-12T00:15:52.604" v="19595" actId="21"/>
          <ac:spMkLst>
            <pc:docMk/>
            <pc:sldMk cId="3849089130" sldId="2147480838"/>
            <ac:spMk id="80" creationId="{7A28A2D9-8781-DAB5-A56C-4A23957ECFCD}"/>
          </ac:spMkLst>
        </pc:spChg>
        <pc:spChg chg="add del mod">
          <ac:chgData name="Takeuchi, Koichiro" userId="b3848a05-443b-4434-8fa5-7398ca0c03c9" providerId="ADAL" clId="{8AE3A369-E55C-4573-8F49-6E668EF80783}" dt="2024-07-12T00:16:07.416" v="19601" actId="21"/>
          <ac:spMkLst>
            <pc:docMk/>
            <pc:sldMk cId="3849089130" sldId="2147480838"/>
            <ac:spMk id="81" creationId="{4C5760C6-001B-2D40-C048-CFBEE5517A2D}"/>
          </ac:spMkLst>
        </pc:spChg>
        <pc:spChg chg="add del mod">
          <ac:chgData name="Takeuchi, Koichiro" userId="b3848a05-443b-4434-8fa5-7398ca0c03c9" providerId="ADAL" clId="{8AE3A369-E55C-4573-8F49-6E668EF80783}" dt="2024-07-12T00:16:07.416" v="19601" actId="21"/>
          <ac:spMkLst>
            <pc:docMk/>
            <pc:sldMk cId="3849089130" sldId="2147480838"/>
            <ac:spMk id="82" creationId="{C56454B7-5F2A-3B7D-E3E4-25D56DC74FE2}"/>
          </ac:spMkLst>
        </pc:spChg>
        <pc:spChg chg="add del mod">
          <ac:chgData name="Takeuchi, Koichiro" userId="b3848a05-443b-4434-8fa5-7398ca0c03c9" providerId="ADAL" clId="{8AE3A369-E55C-4573-8F49-6E668EF80783}" dt="2024-07-12T00:16:07.416" v="19601" actId="21"/>
          <ac:spMkLst>
            <pc:docMk/>
            <pc:sldMk cId="3849089130" sldId="2147480838"/>
            <ac:spMk id="83" creationId="{7860E261-7B19-6635-7F5A-99E20139F3B9}"/>
          </ac:spMkLst>
        </pc:spChg>
        <pc:spChg chg="add del mod">
          <ac:chgData name="Takeuchi, Koichiro" userId="b3848a05-443b-4434-8fa5-7398ca0c03c9" providerId="ADAL" clId="{8AE3A369-E55C-4573-8F49-6E668EF80783}" dt="2024-07-12T00:16:07.416" v="19601" actId="21"/>
          <ac:spMkLst>
            <pc:docMk/>
            <pc:sldMk cId="3849089130" sldId="2147480838"/>
            <ac:spMk id="84" creationId="{1C8734BC-CC45-FFD8-DEF6-3BC09EE3BDF1}"/>
          </ac:spMkLst>
        </pc:spChg>
        <pc:spChg chg="add del mod">
          <ac:chgData name="Takeuchi, Koichiro" userId="b3848a05-443b-4434-8fa5-7398ca0c03c9" providerId="ADAL" clId="{8AE3A369-E55C-4573-8F49-6E668EF80783}" dt="2024-07-12T00:16:07.416" v="19601" actId="21"/>
          <ac:spMkLst>
            <pc:docMk/>
            <pc:sldMk cId="3849089130" sldId="2147480838"/>
            <ac:spMk id="85" creationId="{E08026A2-7ED9-7BFD-D5B4-709E2BC69452}"/>
          </ac:spMkLst>
        </pc:spChg>
        <pc:spChg chg="add del mod">
          <ac:chgData name="Takeuchi, Koichiro" userId="b3848a05-443b-4434-8fa5-7398ca0c03c9" providerId="ADAL" clId="{8AE3A369-E55C-4573-8F49-6E668EF80783}" dt="2024-07-12T00:16:07.416" v="19601" actId="21"/>
          <ac:spMkLst>
            <pc:docMk/>
            <pc:sldMk cId="3849089130" sldId="2147480838"/>
            <ac:spMk id="86" creationId="{F974F5B1-7562-10E4-4C3F-52692565659F}"/>
          </ac:spMkLst>
        </pc:spChg>
        <pc:spChg chg="add del mod">
          <ac:chgData name="Takeuchi, Koichiro" userId="b3848a05-443b-4434-8fa5-7398ca0c03c9" providerId="ADAL" clId="{8AE3A369-E55C-4573-8F49-6E668EF80783}" dt="2024-07-12T00:16:07.416" v="19601" actId="21"/>
          <ac:spMkLst>
            <pc:docMk/>
            <pc:sldMk cId="3849089130" sldId="2147480838"/>
            <ac:spMk id="87" creationId="{2B1B8BA1-C15A-4D43-3B84-67414B2FDACB}"/>
          </ac:spMkLst>
        </pc:spChg>
        <pc:spChg chg="add del mod">
          <ac:chgData name="Takeuchi, Koichiro" userId="b3848a05-443b-4434-8fa5-7398ca0c03c9" providerId="ADAL" clId="{8AE3A369-E55C-4573-8F49-6E668EF80783}" dt="2024-07-12T00:16:07.416" v="19601" actId="21"/>
          <ac:spMkLst>
            <pc:docMk/>
            <pc:sldMk cId="3849089130" sldId="2147480838"/>
            <ac:spMk id="88" creationId="{9B1614C1-2197-589F-0EEE-F01CF38FE833}"/>
          </ac:spMkLst>
        </pc:spChg>
        <pc:spChg chg="add del mod">
          <ac:chgData name="Takeuchi, Koichiro" userId="b3848a05-443b-4434-8fa5-7398ca0c03c9" providerId="ADAL" clId="{8AE3A369-E55C-4573-8F49-6E668EF80783}" dt="2024-07-12T00:16:07.416" v="19601" actId="21"/>
          <ac:spMkLst>
            <pc:docMk/>
            <pc:sldMk cId="3849089130" sldId="2147480838"/>
            <ac:spMk id="89" creationId="{AAC89761-B5EF-B504-3678-0AF4F066B13C}"/>
          </ac:spMkLst>
        </pc:spChg>
        <pc:spChg chg="add del mod">
          <ac:chgData name="Takeuchi, Koichiro" userId="b3848a05-443b-4434-8fa5-7398ca0c03c9" providerId="ADAL" clId="{8AE3A369-E55C-4573-8F49-6E668EF80783}" dt="2024-07-12T00:16:07.416" v="19601" actId="21"/>
          <ac:spMkLst>
            <pc:docMk/>
            <pc:sldMk cId="3849089130" sldId="2147480838"/>
            <ac:spMk id="90" creationId="{07395BA9-EB7E-EEED-CAE7-1FDDBE9647C6}"/>
          </ac:spMkLst>
        </pc:spChg>
        <pc:spChg chg="add del mod">
          <ac:chgData name="Takeuchi, Koichiro" userId="b3848a05-443b-4434-8fa5-7398ca0c03c9" providerId="ADAL" clId="{8AE3A369-E55C-4573-8F49-6E668EF80783}" dt="2024-07-12T00:16:07.416" v="19601" actId="21"/>
          <ac:spMkLst>
            <pc:docMk/>
            <pc:sldMk cId="3849089130" sldId="2147480838"/>
            <ac:spMk id="91" creationId="{64A8B26C-8C84-129E-AA86-EC89F5570C68}"/>
          </ac:spMkLst>
        </pc:spChg>
        <pc:spChg chg="add del mod">
          <ac:chgData name="Takeuchi, Koichiro" userId="b3848a05-443b-4434-8fa5-7398ca0c03c9" providerId="ADAL" clId="{8AE3A369-E55C-4573-8F49-6E668EF80783}" dt="2024-07-12T00:16:07.416" v="19601" actId="21"/>
          <ac:spMkLst>
            <pc:docMk/>
            <pc:sldMk cId="3849089130" sldId="2147480838"/>
            <ac:spMk id="92" creationId="{63AED709-B78B-2DD2-301D-5D513EB4C401}"/>
          </ac:spMkLst>
        </pc:spChg>
        <pc:spChg chg="add del mod">
          <ac:chgData name="Takeuchi, Koichiro" userId="b3848a05-443b-4434-8fa5-7398ca0c03c9" providerId="ADAL" clId="{8AE3A369-E55C-4573-8F49-6E668EF80783}" dt="2024-07-12T00:16:07.416" v="19601" actId="21"/>
          <ac:spMkLst>
            <pc:docMk/>
            <pc:sldMk cId="3849089130" sldId="2147480838"/>
            <ac:spMk id="93" creationId="{04ADA61F-C53C-8C9D-4FEF-7B94A3C5E8D4}"/>
          </ac:spMkLst>
        </pc:spChg>
        <pc:spChg chg="add del mod">
          <ac:chgData name="Takeuchi, Koichiro" userId="b3848a05-443b-4434-8fa5-7398ca0c03c9" providerId="ADAL" clId="{8AE3A369-E55C-4573-8F49-6E668EF80783}" dt="2024-07-12T00:16:07.416" v="19601" actId="21"/>
          <ac:spMkLst>
            <pc:docMk/>
            <pc:sldMk cId="3849089130" sldId="2147480838"/>
            <ac:spMk id="94" creationId="{3DE99381-FA3D-EA1F-05BF-71D80EC2EF1B}"/>
          </ac:spMkLst>
        </pc:spChg>
        <pc:spChg chg="add del mod">
          <ac:chgData name="Takeuchi, Koichiro" userId="b3848a05-443b-4434-8fa5-7398ca0c03c9" providerId="ADAL" clId="{8AE3A369-E55C-4573-8F49-6E668EF80783}" dt="2024-07-12T00:16:07.416" v="19601" actId="21"/>
          <ac:spMkLst>
            <pc:docMk/>
            <pc:sldMk cId="3849089130" sldId="2147480838"/>
            <ac:spMk id="95" creationId="{3D06B9B9-2A48-48D7-9615-0C5D98766E37}"/>
          </ac:spMkLst>
        </pc:spChg>
        <pc:spChg chg="add del mod">
          <ac:chgData name="Takeuchi, Koichiro" userId="b3848a05-443b-4434-8fa5-7398ca0c03c9" providerId="ADAL" clId="{8AE3A369-E55C-4573-8F49-6E668EF80783}" dt="2024-07-12T00:16:07.416" v="19601" actId="21"/>
          <ac:spMkLst>
            <pc:docMk/>
            <pc:sldMk cId="3849089130" sldId="2147480838"/>
            <ac:spMk id="96" creationId="{C5023853-E4A2-EBE2-EAB7-53F7B02A6D7F}"/>
          </ac:spMkLst>
        </pc:spChg>
        <pc:spChg chg="add del mod">
          <ac:chgData name="Takeuchi, Koichiro" userId="b3848a05-443b-4434-8fa5-7398ca0c03c9" providerId="ADAL" clId="{8AE3A369-E55C-4573-8F49-6E668EF80783}" dt="2024-07-12T00:16:07.416" v="19601" actId="21"/>
          <ac:spMkLst>
            <pc:docMk/>
            <pc:sldMk cId="3849089130" sldId="2147480838"/>
            <ac:spMk id="97" creationId="{5FFF09C9-72C0-7E61-5615-D114B061141E}"/>
          </ac:spMkLst>
        </pc:spChg>
        <pc:spChg chg="add del mod">
          <ac:chgData name="Takeuchi, Koichiro" userId="b3848a05-443b-4434-8fa5-7398ca0c03c9" providerId="ADAL" clId="{8AE3A369-E55C-4573-8F49-6E668EF80783}" dt="2024-07-12T00:16:07.416" v="19601" actId="21"/>
          <ac:spMkLst>
            <pc:docMk/>
            <pc:sldMk cId="3849089130" sldId="2147480838"/>
            <ac:spMk id="98" creationId="{37393AD4-94DB-1F98-9105-29257CB4E232}"/>
          </ac:spMkLst>
        </pc:spChg>
        <pc:spChg chg="add del mod">
          <ac:chgData name="Takeuchi, Koichiro" userId="b3848a05-443b-4434-8fa5-7398ca0c03c9" providerId="ADAL" clId="{8AE3A369-E55C-4573-8F49-6E668EF80783}" dt="2024-07-12T00:16:07.416" v="19601" actId="21"/>
          <ac:spMkLst>
            <pc:docMk/>
            <pc:sldMk cId="3849089130" sldId="2147480838"/>
            <ac:spMk id="99" creationId="{7F824E5E-1F36-90B0-538C-146F565A84F1}"/>
          </ac:spMkLst>
        </pc:spChg>
        <pc:spChg chg="add del mod">
          <ac:chgData name="Takeuchi, Koichiro" userId="b3848a05-443b-4434-8fa5-7398ca0c03c9" providerId="ADAL" clId="{8AE3A369-E55C-4573-8F49-6E668EF80783}" dt="2024-07-12T00:16:07.416" v="19601" actId="21"/>
          <ac:spMkLst>
            <pc:docMk/>
            <pc:sldMk cId="3849089130" sldId="2147480838"/>
            <ac:spMk id="100" creationId="{9C48A4F8-B759-E44D-1B52-981D00DC46FF}"/>
          </ac:spMkLst>
        </pc:spChg>
        <pc:spChg chg="add del mod">
          <ac:chgData name="Takeuchi, Koichiro" userId="b3848a05-443b-4434-8fa5-7398ca0c03c9" providerId="ADAL" clId="{8AE3A369-E55C-4573-8F49-6E668EF80783}" dt="2024-07-12T00:16:07.416" v="19601" actId="21"/>
          <ac:spMkLst>
            <pc:docMk/>
            <pc:sldMk cId="3849089130" sldId="2147480838"/>
            <ac:spMk id="101" creationId="{C26AF090-5185-1A19-926F-1FF8A48540A0}"/>
          </ac:spMkLst>
        </pc:spChg>
        <pc:spChg chg="add del mod">
          <ac:chgData name="Takeuchi, Koichiro" userId="b3848a05-443b-4434-8fa5-7398ca0c03c9" providerId="ADAL" clId="{8AE3A369-E55C-4573-8F49-6E668EF80783}" dt="2024-07-12T00:16:07.416" v="19601" actId="21"/>
          <ac:spMkLst>
            <pc:docMk/>
            <pc:sldMk cId="3849089130" sldId="2147480838"/>
            <ac:spMk id="102" creationId="{9DE7F2DF-21BD-E49D-084B-0486C5A08DE2}"/>
          </ac:spMkLst>
        </pc:spChg>
        <pc:spChg chg="add del mod">
          <ac:chgData name="Takeuchi, Koichiro" userId="b3848a05-443b-4434-8fa5-7398ca0c03c9" providerId="ADAL" clId="{8AE3A369-E55C-4573-8F49-6E668EF80783}" dt="2024-07-12T00:16:07.416" v="19601" actId="21"/>
          <ac:spMkLst>
            <pc:docMk/>
            <pc:sldMk cId="3849089130" sldId="2147480838"/>
            <ac:spMk id="103" creationId="{67BF023C-9C14-E816-4223-E622D2809320}"/>
          </ac:spMkLst>
        </pc:spChg>
        <pc:spChg chg="add del mod">
          <ac:chgData name="Takeuchi, Koichiro" userId="b3848a05-443b-4434-8fa5-7398ca0c03c9" providerId="ADAL" clId="{8AE3A369-E55C-4573-8F49-6E668EF80783}" dt="2024-07-12T00:16:07.416" v="19601" actId="21"/>
          <ac:spMkLst>
            <pc:docMk/>
            <pc:sldMk cId="3849089130" sldId="2147480838"/>
            <ac:spMk id="104" creationId="{1C1462E8-5881-63FE-B833-1180033167C8}"/>
          </ac:spMkLst>
        </pc:spChg>
        <pc:spChg chg="add del mod">
          <ac:chgData name="Takeuchi, Koichiro" userId="b3848a05-443b-4434-8fa5-7398ca0c03c9" providerId="ADAL" clId="{8AE3A369-E55C-4573-8F49-6E668EF80783}" dt="2024-07-12T00:16:07.416" v="19601" actId="21"/>
          <ac:spMkLst>
            <pc:docMk/>
            <pc:sldMk cId="3849089130" sldId="2147480838"/>
            <ac:spMk id="105" creationId="{DCED7C81-0D2D-FB22-E449-CF1BC8DB97D1}"/>
          </ac:spMkLst>
        </pc:spChg>
        <pc:spChg chg="add del mod">
          <ac:chgData name="Takeuchi, Koichiro" userId="b3848a05-443b-4434-8fa5-7398ca0c03c9" providerId="ADAL" clId="{8AE3A369-E55C-4573-8F49-6E668EF80783}" dt="2024-07-12T00:16:07.416" v="19601" actId="21"/>
          <ac:spMkLst>
            <pc:docMk/>
            <pc:sldMk cId="3849089130" sldId="2147480838"/>
            <ac:spMk id="106" creationId="{F950A391-F6CF-D9E7-C050-BFC9D77CE32B}"/>
          </ac:spMkLst>
        </pc:spChg>
        <pc:spChg chg="add del mod">
          <ac:chgData name="Takeuchi, Koichiro" userId="b3848a05-443b-4434-8fa5-7398ca0c03c9" providerId="ADAL" clId="{8AE3A369-E55C-4573-8F49-6E668EF80783}" dt="2024-07-12T00:16:07.416" v="19601" actId="21"/>
          <ac:spMkLst>
            <pc:docMk/>
            <pc:sldMk cId="3849089130" sldId="2147480838"/>
            <ac:spMk id="107" creationId="{C68DAD2A-1C62-B204-4842-B9AA2F9C2F4C}"/>
          </ac:spMkLst>
        </pc:spChg>
        <pc:spChg chg="add del mod">
          <ac:chgData name="Takeuchi, Koichiro" userId="b3848a05-443b-4434-8fa5-7398ca0c03c9" providerId="ADAL" clId="{8AE3A369-E55C-4573-8F49-6E668EF80783}" dt="2024-07-12T00:16:07.416" v="19601" actId="21"/>
          <ac:spMkLst>
            <pc:docMk/>
            <pc:sldMk cId="3849089130" sldId="2147480838"/>
            <ac:spMk id="108" creationId="{E3493D9F-DF04-A78E-D815-B7D6776C2BF9}"/>
          </ac:spMkLst>
        </pc:spChg>
        <pc:spChg chg="mod">
          <ac:chgData name="Takeuchi, Koichiro" userId="b3848a05-443b-4434-8fa5-7398ca0c03c9" providerId="ADAL" clId="{8AE3A369-E55C-4573-8F49-6E668EF80783}" dt="2024-07-12T00:15:53.666" v="19596"/>
          <ac:spMkLst>
            <pc:docMk/>
            <pc:sldMk cId="3849089130" sldId="2147480838"/>
            <ac:spMk id="111" creationId="{0E75BE54-51C5-4537-40DB-FE0036532591}"/>
          </ac:spMkLst>
        </pc:spChg>
        <pc:spChg chg="mod">
          <ac:chgData name="Takeuchi, Koichiro" userId="b3848a05-443b-4434-8fa5-7398ca0c03c9" providerId="ADAL" clId="{8AE3A369-E55C-4573-8F49-6E668EF80783}" dt="2024-07-12T00:16:01.320" v="19600" actId="20577"/>
          <ac:spMkLst>
            <pc:docMk/>
            <pc:sldMk cId="3849089130" sldId="2147480838"/>
            <ac:spMk id="112" creationId="{EC627D25-3F36-15DA-A7B7-91F86A3371E8}"/>
          </ac:spMkLst>
        </pc:spChg>
        <pc:spChg chg="mod">
          <ac:chgData name="Takeuchi, Koichiro" userId="b3848a05-443b-4434-8fa5-7398ca0c03c9" providerId="ADAL" clId="{8AE3A369-E55C-4573-8F49-6E668EF80783}" dt="2024-07-12T00:15:53.666" v="19596"/>
          <ac:spMkLst>
            <pc:docMk/>
            <pc:sldMk cId="3849089130" sldId="2147480838"/>
            <ac:spMk id="114" creationId="{2DDC56F3-9E87-71C2-2B8E-EC2DE9A5B9E6}"/>
          </ac:spMkLst>
        </pc:spChg>
        <pc:spChg chg="mod">
          <ac:chgData name="Takeuchi, Koichiro" userId="b3848a05-443b-4434-8fa5-7398ca0c03c9" providerId="ADAL" clId="{8AE3A369-E55C-4573-8F49-6E668EF80783}" dt="2024-07-12T00:15:53.666" v="19596"/>
          <ac:spMkLst>
            <pc:docMk/>
            <pc:sldMk cId="3849089130" sldId="2147480838"/>
            <ac:spMk id="115" creationId="{0A5F5EA4-A058-5AF0-5491-D1C0E5410734}"/>
          </ac:spMkLst>
        </pc:spChg>
        <pc:spChg chg="add del mod">
          <ac:chgData name="Takeuchi, Koichiro" userId="b3848a05-443b-4434-8fa5-7398ca0c03c9" providerId="ADAL" clId="{8AE3A369-E55C-4573-8F49-6E668EF80783}" dt="2024-07-12T00:16:07.416" v="19601" actId="21"/>
          <ac:spMkLst>
            <pc:docMk/>
            <pc:sldMk cId="3849089130" sldId="2147480838"/>
            <ac:spMk id="116" creationId="{7A28A2D9-8781-DAB5-A56C-4A23957ECFCD}"/>
          </ac:spMkLst>
        </pc:spChg>
        <pc:spChg chg="add del mod">
          <ac:chgData name="Takeuchi, Koichiro" userId="b3848a05-443b-4434-8fa5-7398ca0c03c9" providerId="ADAL" clId="{8AE3A369-E55C-4573-8F49-6E668EF80783}" dt="2024-07-12T00:19:24.061" v="20126" actId="478"/>
          <ac:spMkLst>
            <pc:docMk/>
            <pc:sldMk cId="3849089130" sldId="2147480838"/>
            <ac:spMk id="118" creationId="{939B7625-D637-6085-54A5-1A6DBBD9F822}"/>
          </ac:spMkLst>
        </pc:spChg>
        <pc:spChg chg="add mod">
          <ac:chgData name="Takeuchi, Koichiro" userId="b3848a05-443b-4434-8fa5-7398ca0c03c9" providerId="ADAL" clId="{8AE3A369-E55C-4573-8F49-6E668EF80783}" dt="2024-07-12T00:20:33.703" v="20164" actId="207"/>
          <ac:spMkLst>
            <pc:docMk/>
            <pc:sldMk cId="3849089130" sldId="2147480838"/>
            <ac:spMk id="119" creationId="{F94C362C-4689-3421-36B2-0BD404D867E4}"/>
          </ac:spMkLst>
        </pc:spChg>
        <pc:grpChg chg="add mod">
          <ac:chgData name="Takeuchi, Koichiro" userId="b3848a05-443b-4434-8fa5-7398ca0c03c9" providerId="ADAL" clId="{8AE3A369-E55C-4573-8F49-6E668EF80783}" dt="2024-07-12T00:15:41.043" v="19592"/>
          <ac:grpSpMkLst>
            <pc:docMk/>
            <pc:sldMk cId="3849089130" sldId="2147480838"/>
            <ac:grpSpMk id="38" creationId="{F786373F-277D-8CA9-9DD3-568F3F136359}"/>
          </ac:grpSpMkLst>
        </pc:grpChg>
        <pc:grpChg chg="add mod">
          <ac:chgData name="Takeuchi, Koichiro" userId="b3848a05-443b-4434-8fa5-7398ca0c03c9" providerId="ADAL" clId="{8AE3A369-E55C-4573-8F49-6E668EF80783}" dt="2024-07-12T00:15:41.043" v="19592"/>
          <ac:grpSpMkLst>
            <pc:docMk/>
            <pc:sldMk cId="3849089130" sldId="2147480838"/>
            <ac:grpSpMk id="41" creationId="{532ED4C7-4253-57DB-CEB6-51BACF04E6D6}"/>
          </ac:grpSpMkLst>
        </pc:grpChg>
        <pc:grpChg chg="add del mod">
          <ac:chgData name="Takeuchi, Koichiro" userId="b3848a05-443b-4434-8fa5-7398ca0c03c9" providerId="ADAL" clId="{8AE3A369-E55C-4573-8F49-6E668EF80783}" dt="2024-07-12T00:15:52.604" v="19595" actId="21"/>
          <ac:grpSpMkLst>
            <pc:docMk/>
            <pc:sldMk cId="3849089130" sldId="2147480838"/>
            <ac:grpSpMk id="74" creationId="{DF6CB9C2-ED1F-530D-F9C7-4B61DBDB2AC3}"/>
          </ac:grpSpMkLst>
        </pc:grpChg>
        <pc:grpChg chg="add del mod">
          <ac:chgData name="Takeuchi, Koichiro" userId="b3848a05-443b-4434-8fa5-7398ca0c03c9" providerId="ADAL" clId="{8AE3A369-E55C-4573-8F49-6E668EF80783}" dt="2024-07-12T00:15:52.604" v="19595" actId="21"/>
          <ac:grpSpMkLst>
            <pc:docMk/>
            <pc:sldMk cId="3849089130" sldId="2147480838"/>
            <ac:grpSpMk id="77" creationId="{CBB349A8-3E1A-A309-F211-DDA6E13EED99}"/>
          </ac:grpSpMkLst>
        </pc:grpChg>
        <pc:grpChg chg="add del mod">
          <ac:chgData name="Takeuchi, Koichiro" userId="b3848a05-443b-4434-8fa5-7398ca0c03c9" providerId="ADAL" clId="{8AE3A369-E55C-4573-8F49-6E668EF80783}" dt="2024-07-12T00:16:07.416" v="19601" actId="21"/>
          <ac:grpSpMkLst>
            <pc:docMk/>
            <pc:sldMk cId="3849089130" sldId="2147480838"/>
            <ac:grpSpMk id="110" creationId="{DF6CB9C2-ED1F-530D-F9C7-4B61DBDB2AC3}"/>
          </ac:grpSpMkLst>
        </pc:grpChg>
        <pc:grpChg chg="add del mod">
          <ac:chgData name="Takeuchi, Koichiro" userId="b3848a05-443b-4434-8fa5-7398ca0c03c9" providerId="ADAL" clId="{8AE3A369-E55C-4573-8F49-6E668EF80783}" dt="2024-07-12T00:16:07.416" v="19601" actId="21"/>
          <ac:grpSpMkLst>
            <pc:docMk/>
            <pc:sldMk cId="3849089130" sldId="2147480838"/>
            <ac:grpSpMk id="113" creationId="{CBB349A8-3E1A-A309-F211-DDA6E13EED99}"/>
          </ac:grpSpMkLst>
        </pc:grpChg>
        <pc:picChg chg="add mod">
          <ac:chgData name="Takeuchi, Koichiro" userId="b3848a05-443b-4434-8fa5-7398ca0c03c9" providerId="ADAL" clId="{8AE3A369-E55C-4573-8F49-6E668EF80783}" dt="2024-07-12T00:15:41.043" v="19592"/>
          <ac:picMkLst>
            <pc:docMk/>
            <pc:sldMk cId="3849089130" sldId="2147480838"/>
            <ac:picMk id="37" creationId="{2ED85346-B7C5-3E1E-2059-A2BF985624E6}"/>
          </ac:picMkLst>
        </pc:picChg>
        <pc:picChg chg="add del mod">
          <ac:chgData name="Takeuchi, Koichiro" userId="b3848a05-443b-4434-8fa5-7398ca0c03c9" providerId="ADAL" clId="{8AE3A369-E55C-4573-8F49-6E668EF80783}" dt="2024-07-12T00:15:52.604" v="19595" actId="21"/>
          <ac:picMkLst>
            <pc:docMk/>
            <pc:sldMk cId="3849089130" sldId="2147480838"/>
            <ac:picMk id="73" creationId="{4E94D735-C644-5D1A-859E-1C1B3FF0BAD2}"/>
          </ac:picMkLst>
        </pc:picChg>
        <pc:picChg chg="add del mod">
          <ac:chgData name="Takeuchi, Koichiro" userId="b3848a05-443b-4434-8fa5-7398ca0c03c9" providerId="ADAL" clId="{8AE3A369-E55C-4573-8F49-6E668EF80783}" dt="2024-07-12T00:16:07.416" v="19601" actId="21"/>
          <ac:picMkLst>
            <pc:docMk/>
            <pc:sldMk cId="3849089130" sldId="2147480838"/>
            <ac:picMk id="109" creationId="{4E94D735-C644-5D1A-859E-1C1B3FF0BAD2}"/>
          </ac:picMkLst>
        </pc:picChg>
        <pc:picChg chg="add mod">
          <ac:chgData name="Takeuchi, Koichiro" userId="b3848a05-443b-4434-8fa5-7398ca0c03c9" providerId="ADAL" clId="{8AE3A369-E55C-4573-8F49-6E668EF80783}" dt="2024-07-12T00:19:27.982" v="20141" actId="1036"/>
          <ac:picMkLst>
            <pc:docMk/>
            <pc:sldMk cId="3849089130" sldId="2147480838"/>
            <ac:picMk id="117" creationId="{AFBCCD2A-61D8-C008-9A62-066B09EE5552}"/>
          </ac:picMkLst>
        </pc:picChg>
      </pc:sldChg>
      <pc:sldChg chg="addSp modSp new del mod">
        <pc:chgData name="Takeuchi, Koichiro" userId="b3848a05-443b-4434-8fa5-7398ca0c03c9" providerId="ADAL" clId="{8AE3A369-E55C-4573-8F49-6E668EF80783}" dt="2024-07-11T23:28:57.679" v="17528" actId="47"/>
        <pc:sldMkLst>
          <pc:docMk/>
          <pc:sldMk cId="7111861" sldId="2147480839"/>
        </pc:sldMkLst>
        <pc:spChg chg="add mod">
          <ac:chgData name="Takeuchi, Koichiro" userId="b3848a05-443b-4434-8fa5-7398ca0c03c9" providerId="ADAL" clId="{8AE3A369-E55C-4573-8F49-6E668EF80783}" dt="2024-07-04T01:48:25.461" v="10374" actId="20577"/>
          <ac:spMkLst>
            <pc:docMk/>
            <pc:sldMk cId="7111861" sldId="2147480839"/>
            <ac:spMk id="7" creationId="{6CDC2F96-9B21-537A-2D5D-3CB1AC4C7601}"/>
          </ac:spMkLst>
        </pc:spChg>
      </pc:sldChg>
      <pc:sldChg chg="addSp delSp modSp add mod">
        <pc:chgData name="Takeuchi, Koichiro" userId="b3848a05-443b-4434-8fa5-7398ca0c03c9" providerId="ADAL" clId="{8AE3A369-E55C-4573-8F49-6E668EF80783}" dt="2024-07-12T02:29:50.165" v="21326" actId="20577"/>
        <pc:sldMkLst>
          <pc:docMk/>
          <pc:sldMk cId="1607300711" sldId="2147480840"/>
        </pc:sldMkLst>
        <pc:spChg chg="mod">
          <ac:chgData name="Takeuchi, Koichiro" userId="b3848a05-443b-4434-8fa5-7398ca0c03c9" providerId="ADAL" clId="{8AE3A369-E55C-4573-8F49-6E668EF80783}" dt="2024-07-12T00:02:36.373" v="19100" actId="404"/>
          <ac:spMkLst>
            <pc:docMk/>
            <pc:sldMk cId="1607300711" sldId="2147480840"/>
            <ac:spMk id="2" creationId="{C4050E0A-F4AC-8E52-FCEA-9771083801F3}"/>
          </ac:spMkLst>
        </pc:spChg>
        <pc:spChg chg="add mod">
          <ac:chgData name="Takeuchi, Koichiro" userId="b3848a05-443b-4434-8fa5-7398ca0c03c9" providerId="ADAL" clId="{8AE3A369-E55C-4573-8F49-6E668EF80783}" dt="2024-07-12T02:25:55.143" v="21278" actId="20577"/>
          <ac:spMkLst>
            <pc:docMk/>
            <pc:sldMk cId="1607300711" sldId="2147480840"/>
            <ac:spMk id="3" creationId="{E3D1267C-2426-816B-4A76-C1E6C6075135}"/>
          </ac:spMkLst>
        </pc:spChg>
        <pc:spChg chg="mod">
          <ac:chgData name="Takeuchi, Koichiro" userId="b3848a05-443b-4434-8fa5-7398ca0c03c9" providerId="ADAL" clId="{8AE3A369-E55C-4573-8F49-6E668EF80783}" dt="2024-07-11T23:58:42.205" v="18959" actId="20577"/>
          <ac:spMkLst>
            <pc:docMk/>
            <pc:sldMk cId="1607300711" sldId="2147480840"/>
            <ac:spMk id="4" creationId="{00A5FE04-EC3A-89E5-9EA0-6E07FBF47F13}"/>
          </ac:spMkLst>
        </pc:spChg>
        <pc:spChg chg="del mod">
          <ac:chgData name="Takeuchi, Koichiro" userId="b3848a05-443b-4434-8fa5-7398ca0c03c9" providerId="ADAL" clId="{8AE3A369-E55C-4573-8F49-6E668EF80783}" dt="2024-07-11T23:43:19.208" v="18474" actId="478"/>
          <ac:spMkLst>
            <pc:docMk/>
            <pc:sldMk cId="1607300711" sldId="2147480840"/>
            <ac:spMk id="6" creationId="{9A5B5AA7-CD37-D6AB-42CB-30F50B1CEF78}"/>
          </ac:spMkLst>
        </pc:spChg>
        <pc:spChg chg="add del mod">
          <ac:chgData name="Takeuchi, Koichiro" userId="b3848a05-443b-4434-8fa5-7398ca0c03c9" providerId="ADAL" clId="{8AE3A369-E55C-4573-8F49-6E668EF80783}" dt="2024-07-11T23:38:28.155" v="18323" actId="478"/>
          <ac:spMkLst>
            <pc:docMk/>
            <pc:sldMk cId="1607300711" sldId="2147480840"/>
            <ac:spMk id="7" creationId="{331BC78D-5A51-84C9-6856-EA72809A63BD}"/>
          </ac:spMkLst>
        </pc:spChg>
        <pc:spChg chg="mod">
          <ac:chgData name="Takeuchi, Koichiro" userId="b3848a05-443b-4434-8fa5-7398ca0c03c9" providerId="ADAL" clId="{8AE3A369-E55C-4573-8F49-6E668EF80783}" dt="2024-07-11T23:41:39.385" v="18469" actId="20577"/>
          <ac:spMkLst>
            <pc:docMk/>
            <pc:sldMk cId="1607300711" sldId="2147480840"/>
            <ac:spMk id="9" creationId="{B86D8330-0B1A-E587-FA07-0AAE4A76EC6B}"/>
          </ac:spMkLst>
        </pc:spChg>
        <pc:spChg chg="mod">
          <ac:chgData name="Takeuchi, Koichiro" userId="b3848a05-443b-4434-8fa5-7398ca0c03c9" providerId="ADAL" clId="{8AE3A369-E55C-4573-8F49-6E668EF80783}" dt="2024-07-11T23:40:02.796" v="18358" actId="207"/>
          <ac:spMkLst>
            <pc:docMk/>
            <pc:sldMk cId="1607300711" sldId="2147480840"/>
            <ac:spMk id="12" creationId="{45EE08F6-DEC4-E349-C3D4-3A0D55311423}"/>
          </ac:spMkLst>
        </pc:spChg>
        <pc:spChg chg="mod">
          <ac:chgData name="Takeuchi, Koichiro" userId="b3848a05-443b-4434-8fa5-7398ca0c03c9" providerId="ADAL" clId="{8AE3A369-E55C-4573-8F49-6E668EF80783}" dt="2024-07-11T23:40:02.796" v="18358" actId="207"/>
          <ac:spMkLst>
            <pc:docMk/>
            <pc:sldMk cId="1607300711" sldId="2147480840"/>
            <ac:spMk id="13" creationId="{F8CADEEC-4DA6-DFCA-EDD3-66F074215B62}"/>
          </ac:spMkLst>
        </pc:spChg>
        <pc:spChg chg="mod">
          <ac:chgData name="Takeuchi, Koichiro" userId="b3848a05-443b-4434-8fa5-7398ca0c03c9" providerId="ADAL" clId="{8AE3A369-E55C-4573-8F49-6E668EF80783}" dt="2024-07-11T23:41:35.627" v="18467" actId="20577"/>
          <ac:spMkLst>
            <pc:docMk/>
            <pc:sldMk cId="1607300711" sldId="2147480840"/>
            <ac:spMk id="14" creationId="{EFA41AAB-2D04-0717-2656-A5F1F1A09AEE}"/>
          </ac:spMkLst>
        </pc:spChg>
        <pc:spChg chg="mod topLvl">
          <ac:chgData name="Takeuchi, Koichiro" userId="b3848a05-443b-4434-8fa5-7398ca0c03c9" providerId="ADAL" clId="{8AE3A369-E55C-4573-8F49-6E668EF80783}" dt="2024-07-11T23:40:02.796" v="18358" actId="207"/>
          <ac:spMkLst>
            <pc:docMk/>
            <pc:sldMk cId="1607300711" sldId="2147480840"/>
            <ac:spMk id="15" creationId="{9E2C2CC3-C868-A486-19A5-796650E36F44}"/>
          </ac:spMkLst>
        </pc:spChg>
        <pc:spChg chg="mod topLvl">
          <ac:chgData name="Takeuchi, Koichiro" userId="b3848a05-443b-4434-8fa5-7398ca0c03c9" providerId="ADAL" clId="{8AE3A369-E55C-4573-8F49-6E668EF80783}" dt="2024-07-11T23:40:02.796" v="18358" actId="207"/>
          <ac:spMkLst>
            <pc:docMk/>
            <pc:sldMk cId="1607300711" sldId="2147480840"/>
            <ac:spMk id="16" creationId="{037C46BB-6F39-EABB-FE4B-F5D4758A4034}"/>
          </ac:spMkLst>
        </pc:spChg>
        <pc:spChg chg="mod topLvl">
          <ac:chgData name="Takeuchi, Koichiro" userId="b3848a05-443b-4434-8fa5-7398ca0c03c9" providerId="ADAL" clId="{8AE3A369-E55C-4573-8F49-6E668EF80783}" dt="2024-07-11T23:40:02.796" v="18358" actId="207"/>
          <ac:spMkLst>
            <pc:docMk/>
            <pc:sldMk cId="1607300711" sldId="2147480840"/>
            <ac:spMk id="17" creationId="{A5CAC6B1-665F-4C40-F148-C1BBFB3F82B8}"/>
          </ac:spMkLst>
        </pc:spChg>
        <pc:spChg chg="mod topLvl">
          <ac:chgData name="Takeuchi, Koichiro" userId="b3848a05-443b-4434-8fa5-7398ca0c03c9" providerId="ADAL" clId="{8AE3A369-E55C-4573-8F49-6E668EF80783}" dt="2024-07-11T23:40:02.796" v="18358" actId="207"/>
          <ac:spMkLst>
            <pc:docMk/>
            <pc:sldMk cId="1607300711" sldId="2147480840"/>
            <ac:spMk id="18" creationId="{54925650-A2C7-8C3D-3169-31D70F34808D}"/>
          </ac:spMkLst>
        </pc:spChg>
        <pc:spChg chg="mod">
          <ac:chgData name="Takeuchi, Koichiro" userId="b3848a05-443b-4434-8fa5-7398ca0c03c9" providerId="ADAL" clId="{8AE3A369-E55C-4573-8F49-6E668EF80783}" dt="2024-07-11T23:41:42.411" v="18471" actId="20577"/>
          <ac:spMkLst>
            <pc:docMk/>
            <pc:sldMk cId="1607300711" sldId="2147480840"/>
            <ac:spMk id="52" creationId="{31FE5F08-F380-21A0-E6AC-8278563276A2}"/>
          </ac:spMkLst>
        </pc:spChg>
        <pc:spChg chg="mod">
          <ac:chgData name="Takeuchi, Koichiro" userId="b3848a05-443b-4434-8fa5-7398ca0c03c9" providerId="ADAL" clId="{8AE3A369-E55C-4573-8F49-6E668EF80783}" dt="2024-07-11T23:40:02.796" v="18358" actId="207"/>
          <ac:spMkLst>
            <pc:docMk/>
            <pc:sldMk cId="1607300711" sldId="2147480840"/>
            <ac:spMk id="75" creationId="{259D5601-F7A4-9E37-5B38-041897564AC6}"/>
          </ac:spMkLst>
        </pc:spChg>
        <pc:spChg chg="mod topLvl">
          <ac:chgData name="Takeuchi, Koichiro" userId="b3848a05-443b-4434-8fa5-7398ca0c03c9" providerId="ADAL" clId="{8AE3A369-E55C-4573-8F49-6E668EF80783}" dt="2024-07-11T23:40:02.796" v="18358" actId="207"/>
          <ac:spMkLst>
            <pc:docMk/>
            <pc:sldMk cId="1607300711" sldId="2147480840"/>
            <ac:spMk id="77" creationId="{BD0BC7C3-CD39-C14E-2EA1-9B97F1441834}"/>
          </ac:spMkLst>
        </pc:spChg>
        <pc:spChg chg="mod topLvl">
          <ac:chgData name="Takeuchi, Koichiro" userId="b3848a05-443b-4434-8fa5-7398ca0c03c9" providerId="ADAL" clId="{8AE3A369-E55C-4573-8F49-6E668EF80783}" dt="2024-07-11T23:40:02.796" v="18358" actId="207"/>
          <ac:spMkLst>
            <pc:docMk/>
            <pc:sldMk cId="1607300711" sldId="2147480840"/>
            <ac:spMk id="78" creationId="{FEA6D6A3-6F0A-1214-A01F-411341C529BB}"/>
          </ac:spMkLst>
        </pc:spChg>
        <pc:spChg chg="mod">
          <ac:chgData name="Takeuchi, Koichiro" userId="b3848a05-443b-4434-8fa5-7398ca0c03c9" providerId="ADAL" clId="{8AE3A369-E55C-4573-8F49-6E668EF80783}" dt="2024-07-11T23:41:46.157" v="18473" actId="20577"/>
          <ac:spMkLst>
            <pc:docMk/>
            <pc:sldMk cId="1607300711" sldId="2147480840"/>
            <ac:spMk id="189" creationId="{E8F97E9A-8132-2D11-6001-9A3F3AECEF9F}"/>
          </ac:spMkLst>
        </pc:spChg>
        <pc:spChg chg="mod">
          <ac:chgData name="Takeuchi, Koichiro" userId="b3848a05-443b-4434-8fa5-7398ca0c03c9" providerId="ADAL" clId="{8AE3A369-E55C-4573-8F49-6E668EF80783}" dt="2024-07-12T02:24:32.734" v="21267" actId="20577"/>
          <ac:spMkLst>
            <pc:docMk/>
            <pc:sldMk cId="1607300711" sldId="2147480840"/>
            <ac:spMk id="208" creationId="{531F8940-1EFE-DA00-53F1-5015FAE21735}"/>
          </ac:spMkLst>
        </pc:spChg>
        <pc:spChg chg="mod">
          <ac:chgData name="Takeuchi, Koichiro" userId="b3848a05-443b-4434-8fa5-7398ca0c03c9" providerId="ADAL" clId="{8AE3A369-E55C-4573-8F49-6E668EF80783}" dt="2024-07-11T23:38:15.577" v="18321" actId="14100"/>
          <ac:spMkLst>
            <pc:docMk/>
            <pc:sldMk cId="1607300711" sldId="2147480840"/>
            <ac:spMk id="209" creationId="{30B282B6-9750-FA8B-6C51-A5917F777134}"/>
          </ac:spMkLst>
        </pc:spChg>
        <pc:spChg chg="mod">
          <ac:chgData name="Takeuchi, Koichiro" userId="b3848a05-443b-4434-8fa5-7398ca0c03c9" providerId="ADAL" clId="{8AE3A369-E55C-4573-8F49-6E668EF80783}" dt="2024-07-11T23:38:15.577" v="18321" actId="14100"/>
          <ac:spMkLst>
            <pc:docMk/>
            <pc:sldMk cId="1607300711" sldId="2147480840"/>
            <ac:spMk id="210" creationId="{35CE46D5-A796-E027-5CAC-CF70DF116A4B}"/>
          </ac:spMkLst>
        </pc:spChg>
        <pc:spChg chg="mod">
          <ac:chgData name="Takeuchi, Koichiro" userId="b3848a05-443b-4434-8fa5-7398ca0c03c9" providerId="ADAL" clId="{8AE3A369-E55C-4573-8F49-6E668EF80783}" dt="2024-07-11T23:38:15.577" v="18321" actId="14100"/>
          <ac:spMkLst>
            <pc:docMk/>
            <pc:sldMk cId="1607300711" sldId="2147480840"/>
            <ac:spMk id="211" creationId="{AFF9BE76-BCFA-CBD5-8E5B-971A0279D4FD}"/>
          </ac:spMkLst>
        </pc:spChg>
        <pc:spChg chg="mod">
          <ac:chgData name="Takeuchi, Koichiro" userId="b3848a05-443b-4434-8fa5-7398ca0c03c9" providerId="ADAL" clId="{8AE3A369-E55C-4573-8F49-6E668EF80783}" dt="2024-07-11T23:38:15.577" v="18321" actId="14100"/>
          <ac:spMkLst>
            <pc:docMk/>
            <pc:sldMk cId="1607300711" sldId="2147480840"/>
            <ac:spMk id="212" creationId="{14A9D9A1-4AEE-599B-32A1-C126CF147B38}"/>
          </ac:spMkLst>
        </pc:spChg>
        <pc:spChg chg="mod">
          <ac:chgData name="Takeuchi, Koichiro" userId="b3848a05-443b-4434-8fa5-7398ca0c03c9" providerId="ADAL" clId="{8AE3A369-E55C-4573-8F49-6E668EF80783}" dt="2024-07-11T23:38:15.577" v="18321" actId="14100"/>
          <ac:spMkLst>
            <pc:docMk/>
            <pc:sldMk cId="1607300711" sldId="2147480840"/>
            <ac:spMk id="213" creationId="{4E7C820E-2345-BB83-143F-E8B2E618B28D}"/>
          </ac:spMkLst>
        </pc:spChg>
        <pc:spChg chg="mod">
          <ac:chgData name="Takeuchi, Koichiro" userId="b3848a05-443b-4434-8fa5-7398ca0c03c9" providerId="ADAL" clId="{8AE3A369-E55C-4573-8F49-6E668EF80783}" dt="2024-07-11T23:38:15.577" v="18321" actId="14100"/>
          <ac:spMkLst>
            <pc:docMk/>
            <pc:sldMk cId="1607300711" sldId="2147480840"/>
            <ac:spMk id="214" creationId="{8912081A-38C7-6169-5113-49BD0264F6FF}"/>
          </ac:spMkLst>
        </pc:spChg>
        <pc:spChg chg="mod">
          <ac:chgData name="Takeuchi, Koichiro" userId="b3848a05-443b-4434-8fa5-7398ca0c03c9" providerId="ADAL" clId="{8AE3A369-E55C-4573-8F49-6E668EF80783}" dt="2024-07-11T23:38:15.577" v="18321" actId="14100"/>
          <ac:spMkLst>
            <pc:docMk/>
            <pc:sldMk cId="1607300711" sldId="2147480840"/>
            <ac:spMk id="215" creationId="{43FD22A2-8270-CE73-7B7D-6930666C3742}"/>
          </ac:spMkLst>
        </pc:spChg>
        <pc:spChg chg="mod">
          <ac:chgData name="Takeuchi, Koichiro" userId="b3848a05-443b-4434-8fa5-7398ca0c03c9" providerId="ADAL" clId="{8AE3A369-E55C-4573-8F49-6E668EF80783}" dt="2024-07-11T23:38:15.577" v="18321" actId="14100"/>
          <ac:spMkLst>
            <pc:docMk/>
            <pc:sldMk cId="1607300711" sldId="2147480840"/>
            <ac:spMk id="216" creationId="{D1D443BD-5FF5-0466-8254-D380AA63B39F}"/>
          </ac:spMkLst>
        </pc:spChg>
        <pc:spChg chg="mod">
          <ac:chgData name="Takeuchi, Koichiro" userId="b3848a05-443b-4434-8fa5-7398ca0c03c9" providerId="ADAL" clId="{8AE3A369-E55C-4573-8F49-6E668EF80783}" dt="2024-07-12T00:06:31.945" v="19193" actId="20577"/>
          <ac:spMkLst>
            <pc:docMk/>
            <pc:sldMk cId="1607300711" sldId="2147480840"/>
            <ac:spMk id="217" creationId="{040B7B0C-2E0B-336E-FC0D-9741329C79D8}"/>
          </ac:spMkLst>
        </pc:spChg>
        <pc:spChg chg="mod">
          <ac:chgData name="Takeuchi, Koichiro" userId="b3848a05-443b-4434-8fa5-7398ca0c03c9" providerId="ADAL" clId="{8AE3A369-E55C-4573-8F49-6E668EF80783}" dt="2024-07-11T23:38:15.577" v="18321" actId="14100"/>
          <ac:spMkLst>
            <pc:docMk/>
            <pc:sldMk cId="1607300711" sldId="2147480840"/>
            <ac:spMk id="218" creationId="{C5672CB1-C2C8-588F-CB81-5A4F126EB313}"/>
          </ac:spMkLst>
        </pc:spChg>
        <pc:spChg chg="mod">
          <ac:chgData name="Takeuchi, Koichiro" userId="b3848a05-443b-4434-8fa5-7398ca0c03c9" providerId="ADAL" clId="{8AE3A369-E55C-4573-8F49-6E668EF80783}" dt="2024-07-11T23:38:15.577" v="18321" actId="14100"/>
          <ac:spMkLst>
            <pc:docMk/>
            <pc:sldMk cId="1607300711" sldId="2147480840"/>
            <ac:spMk id="224" creationId="{85BC9C2E-C34B-E93D-65E3-92129BE29BF3}"/>
          </ac:spMkLst>
        </pc:spChg>
        <pc:spChg chg="mod">
          <ac:chgData name="Takeuchi, Koichiro" userId="b3848a05-443b-4434-8fa5-7398ca0c03c9" providerId="ADAL" clId="{8AE3A369-E55C-4573-8F49-6E668EF80783}" dt="2024-07-12T02:26:19.212" v="21296" actId="20577"/>
          <ac:spMkLst>
            <pc:docMk/>
            <pc:sldMk cId="1607300711" sldId="2147480840"/>
            <ac:spMk id="227" creationId="{3791F0AB-B144-EA72-B581-3B967285A068}"/>
          </ac:spMkLst>
        </pc:spChg>
        <pc:spChg chg="mod">
          <ac:chgData name="Takeuchi, Koichiro" userId="b3848a05-443b-4434-8fa5-7398ca0c03c9" providerId="ADAL" clId="{8AE3A369-E55C-4573-8F49-6E668EF80783}" dt="2024-07-11T23:59:00.931" v="19019" actId="20577"/>
          <ac:spMkLst>
            <pc:docMk/>
            <pc:sldMk cId="1607300711" sldId="2147480840"/>
            <ac:spMk id="255" creationId="{8DF0C800-9480-1D55-C3A5-A90B83D54F6D}"/>
          </ac:spMkLst>
        </pc:spChg>
        <pc:spChg chg="mod">
          <ac:chgData name="Takeuchi, Koichiro" userId="b3848a05-443b-4434-8fa5-7398ca0c03c9" providerId="ADAL" clId="{8AE3A369-E55C-4573-8F49-6E668EF80783}" dt="2024-07-11T23:38:15.577" v="18321" actId="14100"/>
          <ac:spMkLst>
            <pc:docMk/>
            <pc:sldMk cId="1607300711" sldId="2147480840"/>
            <ac:spMk id="263" creationId="{23249CE0-6054-8C26-59F0-EDA6D641ABCC}"/>
          </ac:spMkLst>
        </pc:spChg>
        <pc:spChg chg="mod">
          <ac:chgData name="Takeuchi, Koichiro" userId="b3848a05-443b-4434-8fa5-7398ca0c03c9" providerId="ADAL" clId="{8AE3A369-E55C-4573-8F49-6E668EF80783}" dt="2024-07-12T02:29:50.165" v="21326" actId="20577"/>
          <ac:spMkLst>
            <pc:docMk/>
            <pc:sldMk cId="1607300711" sldId="2147480840"/>
            <ac:spMk id="308" creationId="{48AD3ECE-2A9A-A9F8-0CBE-5B277B5774CE}"/>
          </ac:spMkLst>
        </pc:spChg>
        <pc:grpChg chg="del">
          <ac:chgData name="Takeuchi, Koichiro" userId="b3848a05-443b-4434-8fa5-7398ca0c03c9" providerId="ADAL" clId="{8AE3A369-E55C-4573-8F49-6E668EF80783}" dt="2024-07-11T23:39:54.035" v="18357" actId="165"/>
          <ac:grpSpMkLst>
            <pc:docMk/>
            <pc:sldMk cId="1607300711" sldId="2147480840"/>
            <ac:grpSpMk id="25" creationId="{2A54FA47-0E35-1A7B-2118-B7581D0D08E2}"/>
          </ac:grpSpMkLst>
        </pc:grpChg>
        <pc:grpChg chg="mod">
          <ac:chgData name="Takeuchi, Koichiro" userId="b3848a05-443b-4434-8fa5-7398ca0c03c9" providerId="ADAL" clId="{8AE3A369-E55C-4573-8F49-6E668EF80783}" dt="2024-07-11T23:39:45.735" v="18356" actId="1036"/>
          <ac:grpSpMkLst>
            <pc:docMk/>
            <pc:sldMk cId="1607300711" sldId="2147480840"/>
            <ac:grpSpMk id="44" creationId="{0268E6E6-0163-7AB8-FE04-4731C4A726D4}"/>
          </ac:grpSpMkLst>
        </pc:grpChg>
        <pc:grpChg chg="mod">
          <ac:chgData name="Takeuchi, Koichiro" userId="b3848a05-443b-4434-8fa5-7398ca0c03c9" providerId="ADAL" clId="{8AE3A369-E55C-4573-8F49-6E668EF80783}" dt="2024-07-11T23:38:21.064" v="18322" actId="14100"/>
          <ac:grpSpMkLst>
            <pc:docMk/>
            <pc:sldMk cId="1607300711" sldId="2147480840"/>
            <ac:grpSpMk id="259" creationId="{BD742AFC-913D-9D9A-8B50-52664690A895}"/>
          </ac:grpSpMkLst>
        </pc:grpChg>
      </pc:sldChg>
      <pc:sldChg chg="add del">
        <pc:chgData name="Takeuchi, Koichiro" userId="b3848a05-443b-4434-8fa5-7398ca0c03c9" providerId="ADAL" clId="{8AE3A369-E55C-4573-8F49-6E668EF80783}" dt="2024-07-11T07:18:05.128" v="13632" actId="47"/>
        <pc:sldMkLst>
          <pc:docMk/>
          <pc:sldMk cId="2390001677" sldId="2147480840"/>
        </pc:sldMkLst>
      </pc:sldChg>
      <pc:sldChg chg="addSp delSp modSp add mod">
        <pc:chgData name="Takeuchi, Koichiro" userId="b3848a05-443b-4434-8fa5-7398ca0c03c9" providerId="ADAL" clId="{8AE3A369-E55C-4573-8F49-6E668EF80783}" dt="2024-07-12T00:55:52.029" v="20477" actId="14100"/>
        <pc:sldMkLst>
          <pc:docMk/>
          <pc:sldMk cId="489336897" sldId="2147480841"/>
        </pc:sldMkLst>
        <pc:spChg chg="mod">
          <ac:chgData name="Takeuchi, Koichiro" userId="b3848a05-443b-4434-8fa5-7398ca0c03c9" providerId="ADAL" clId="{8AE3A369-E55C-4573-8F49-6E668EF80783}" dt="2024-07-12T00:02:28.025" v="19098" actId="404"/>
          <ac:spMkLst>
            <pc:docMk/>
            <pc:sldMk cId="489336897" sldId="2147480841"/>
            <ac:spMk id="2" creationId="{C4050E0A-F4AC-8E52-FCEA-9771083801F3}"/>
          </ac:spMkLst>
        </pc:spChg>
        <pc:spChg chg="mod">
          <ac:chgData name="Takeuchi, Koichiro" userId="b3848a05-443b-4434-8fa5-7398ca0c03c9" providerId="ADAL" clId="{8AE3A369-E55C-4573-8F49-6E668EF80783}" dt="2024-07-11T23:58:34.319" v="18949" actId="20577"/>
          <ac:spMkLst>
            <pc:docMk/>
            <pc:sldMk cId="489336897" sldId="2147480841"/>
            <ac:spMk id="4" creationId="{00A5FE04-EC3A-89E5-9EA0-6E07FBF47F13}"/>
          </ac:spMkLst>
        </pc:spChg>
        <pc:spChg chg="mod">
          <ac:chgData name="Takeuchi, Koichiro" userId="b3848a05-443b-4434-8fa5-7398ca0c03c9" providerId="ADAL" clId="{8AE3A369-E55C-4573-8F49-6E668EF80783}" dt="2024-07-12T00:55:52.029" v="20477" actId="14100"/>
          <ac:spMkLst>
            <pc:docMk/>
            <pc:sldMk cId="489336897" sldId="2147480841"/>
            <ac:spMk id="6" creationId="{90EE92DB-DBB3-C63E-C631-8747CA2DC46E}"/>
          </ac:spMkLst>
        </pc:spChg>
        <pc:spChg chg="del">
          <ac:chgData name="Takeuchi, Koichiro" userId="b3848a05-443b-4434-8fa5-7398ca0c03c9" providerId="ADAL" clId="{8AE3A369-E55C-4573-8F49-6E668EF80783}" dt="2024-07-11T07:40:52.256" v="15402" actId="478"/>
          <ac:spMkLst>
            <pc:docMk/>
            <pc:sldMk cId="489336897" sldId="2147480841"/>
            <ac:spMk id="8" creationId="{E1B1D180-8A6C-7442-250A-CC4087A6B9D5}"/>
          </ac:spMkLst>
        </pc:spChg>
        <pc:spChg chg="mod">
          <ac:chgData name="Takeuchi, Koichiro" userId="b3848a05-443b-4434-8fa5-7398ca0c03c9" providerId="ADAL" clId="{8AE3A369-E55C-4573-8F49-6E668EF80783}" dt="2024-07-11T23:40:35.319" v="18365" actId="947"/>
          <ac:spMkLst>
            <pc:docMk/>
            <pc:sldMk cId="489336897" sldId="2147480841"/>
            <ac:spMk id="9" creationId="{B86D8330-0B1A-E587-FA07-0AAE4A76EC6B}"/>
          </ac:spMkLst>
        </pc:spChg>
        <pc:spChg chg="mod topLvl">
          <ac:chgData name="Takeuchi, Koichiro" userId="b3848a05-443b-4434-8fa5-7398ca0c03c9" providerId="ADAL" clId="{8AE3A369-E55C-4573-8F49-6E668EF80783}" dt="2024-07-11T07:53:34.346" v="16535" actId="555"/>
          <ac:spMkLst>
            <pc:docMk/>
            <pc:sldMk cId="489336897" sldId="2147480841"/>
            <ac:spMk id="12" creationId="{45EE08F6-DEC4-E349-C3D4-3A0D55311423}"/>
          </ac:spMkLst>
        </pc:spChg>
        <pc:spChg chg="mod topLvl">
          <ac:chgData name="Takeuchi, Koichiro" userId="b3848a05-443b-4434-8fa5-7398ca0c03c9" providerId="ADAL" clId="{8AE3A369-E55C-4573-8F49-6E668EF80783}" dt="2024-07-11T07:53:27.948" v="16532" actId="555"/>
          <ac:spMkLst>
            <pc:docMk/>
            <pc:sldMk cId="489336897" sldId="2147480841"/>
            <ac:spMk id="13" creationId="{F8CADEEC-4DA6-DFCA-EDD3-66F074215B62}"/>
          </ac:spMkLst>
        </pc:spChg>
        <pc:spChg chg="mod topLvl">
          <ac:chgData name="Takeuchi, Koichiro" userId="b3848a05-443b-4434-8fa5-7398ca0c03c9" providerId="ADAL" clId="{8AE3A369-E55C-4573-8F49-6E668EF80783}" dt="2024-07-11T07:47:30.960" v="15989" actId="164"/>
          <ac:spMkLst>
            <pc:docMk/>
            <pc:sldMk cId="489336897" sldId="2147480841"/>
            <ac:spMk id="15" creationId="{9E2C2CC3-C868-A486-19A5-796650E36F44}"/>
          </ac:spMkLst>
        </pc:spChg>
        <pc:spChg chg="mod topLvl">
          <ac:chgData name="Takeuchi, Koichiro" userId="b3848a05-443b-4434-8fa5-7398ca0c03c9" providerId="ADAL" clId="{8AE3A369-E55C-4573-8F49-6E668EF80783}" dt="2024-07-11T07:47:30.960" v="15989" actId="164"/>
          <ac:spMkLst>
            <pc:docMk/>
            <pc:sldMk cId="489336897" sldId="2147480841"/>
            <ac:spMk id="16" creationId="{037C46BB-6F39-EABB-FE4B-F5D4758A4034}"/>
          </ac:spMkLst>
        </pc:spChg>
        <pc:spChg chg="mod topLvl">
          <ac:chgData name="Takeuchi, Koichiro" userId="b3848a05-443b-4434-8fa5-7398ca0c03c9" providerId="ADAL" clId="{8AE3A369-E55C-4573-8F49-6E668EF80783}" dt="2024-07-11T07:47:30.960" v="15989" actId="164"/>
          <ac:spMkLst>
            <pc:docMk/>
            <pc:sldMk cId="489336897" sldId="2147480841"/>
            <ac:spMk id="17" creationId="{A5CAC6B1-665F-4C40-F148-C1BBFB3F82B8}"/>
          </ac:spMkLst>
        </pc:spChg>
        <pc:spChg chg="mod topLvl">
          <ac:chgData name="Takeuchi, Koichiro" userId="b3848a05-443b-4434-8fa5-7398ca0c03c9" providerId="ADAL" clId="{8AE3A369-E55C-4573-8F49-6E668EF80783}" dt="2024-07-11T07:47:30.960" v="15989" actId="164"/>
          <ac:spMkLst>
            <pc:docMk/>
            <pc:sldMk cId="489336897" sldId="2147480841"/>
            <ac:spMk id="18" creationId="{54925650-A2C7-8C3D-3169-31D70F34808D}"/>
          </ac:spMkLst>
        </pc:spChg>
        <pc:spChg chg="add mod">
          <ac:chgData name="Takeuchi, Koichiro" userId="b3848a05-443b-4434-8fa5-7398ca0c03c9" providerId="ADAL" clId="{8AE3A369-E55C-4573-8F49-6E668EF80783}" dt="2024-07-11T07:47:17.478" v="15985" actId="555"/>
          <ac:spMkLst>
            <pc:docMk/>
            <pc:sldMk cId="489336897" sldId="2147480841"/>
            <ac:spMk id="20" creationId="{C1CCDEAC-293D-CFBD-A6DC-79CC8724D50D}"/>
          </ac:spMkLst>
        </pc:spChg>
        <pc:spChg chg="del">
          <ac:chgData name="Takeuchi, Koichiro" userId="b3848a05-443b-4434-8fa5-7398ca0c03c9" providerId="ADAL" clId="{8AE3A369-E55C-4573-8F49-6E668EF80783}" dt="2024-07-11T07:21:30.730" v="13740" actId="478"/>
          <ac:spMkLst>
            <pc:docMk/>
            <pc:sldMk cId="489336897" sldId="2147480841"/>
            <ac:spMk id="21" creationId="{A4DE7A8D-6B64-4CED-DAF5-F1F1D2D469D9}"/>
          </ac:spMkLst>
        </pc:spChg>
        <pc:spChg chg="add mod">
          <ac:chgData name="Takeuchi, Koichiro" userId="b3848a05-443b-4434-8fa5-7398ca0c03c9" providerId="ADAL" clId="{8AE3A369-E55C-4573-8F49-6E668EF80783}" dt="2024-07-11T07:46:55.968" v="15964" actId="465"/>
          <ac:spMkLst>
            <pc:docMk/>
            <pc:sldMk cId="489336897" sldId="2147480841"/>
            <ac:spMk id="24" creationId="{5DE35DF3-5FE8-F274-8AC5-7357F6730352}"/>
          </ac:spMkLst>
        </pc:spChg>
        <pc:spChg chg="del">
          <ac:chgData name="Takeuchi, Koichiro" userId="b3848a05-443b-4434-8fa5-7398ca0c03c9" providerId="ADAL" clId="{8AE3A369-E55C-4573-8F49-6E668EF80783}" dt="2024-07-11T07:21:45.291" v="13742" actId="478"/>
          <ac:spMkLst>
            <pc:docMk/>
            <pc:sldMk cId="489336897" sldId="2147480841"/>
            <ac:spMk id="26" creationId="{1DA32650-B045-D9BC-3CCD-DDEEDB2D602D}"/>
          </ac:spMkLst>
        </pc:spChg>
        <pc:spChg chg="del">
          <ac:chgData name="Takeuchi, Koichiro" userId="b3848a05-443b-4434-8fa5-7398ca0c03c9" providerId="ADAL" clId="{8AE3A369-E55C-4573-8F49-6E668EF80783}" dt="2024-07-11T07:21:45.291" v="13742" actId="478"/>
          <ac:spMkLst>
            <pc:docMk/>
            <pc:sldMk cId="489336897" sldId="2147480841"/>
            <ac:spMk id="28" creationId="{0EDA5138-D410-C67E-2E37-6B97332AEEAC}"/>
          </ac:spMkLst>
        </pc:spChg>
        <pc:spChg chg="del">
          <ac:chgData name="Takeuchi, Koichiro" userId="b3848a05-443b-4434-8fa5-7398ca0c03c9" providerId="ADAL" clId="{8AE3A369-E55C-4573-8F49-6E668EF80783}" dt="2024-07-11T07:21:45.291" v="13742" actId="478"/>
          <ac:spMkLst>
            <pc:docMk/>
            <pc:sldMk cId="489336897" sldId="2147480841"/>
            <ac:spMk id="29" creationId="{978C9B17-67C8-E6DD-A757-00973BE33D30}"/>
          </ac:spMkLst>
        </pc:spChg>
        <pc:spChg chg="del">
          <ac:chgData name="Takeuchi, Koichiro" userId="b3848a05-443b-4434-8fa5-7398ca0c03c9" providerId="ADAL" clId="{8AE3A369-E55C-4573-8F49-6E668EF80783}" dt="2024-07-11T07:21:45.291" v="13742" actId="478"/>
          <ac:spMkLst>
            <pc:docMk/>
            <pc:sldMk cId="489336897" sldId="2147480841"/>
            <ac:spMk id="30" creationId="{DC79760C-355C-E00E-F8C9-BF089296F00E}"/>
          </ac:spMkLst>
        </pc:spChg>
        <pc:spChg chg="del">
          <ac:chgData name="Takeuchi, Koichiro" userId="b3848a05-443b-4434-8fa5-7398ca0c03c9" providerId="ADAL" clId="{8AE3A369-E55C-4573-8F49-6E668EF80783}" dt="2024-07-11T07:21:45.291" v="13742" actId="478"/>
          <ac:spMkLst>
            <pc:docMk/>
            <pc:sldMk cId="489336897" sldId="2147480841"/>
            <ac:spMk id="31" creationId="{F9C953D7-060B-4103-0A38-78D36EFCE9DF}"/>
          </ac:spMkLst>
        </pc:spChg>
        <pc:spChg chg="del">
          <ac:chgData name="Takeuchi, Koichiro" userId="b3848a05-443b-4434-8fa5-7398ca0c03c9" providerId="ADAL" clId="{8AE3A369-E55C-4573-8F49-6E668EF80783}" dt="2024-07-11T07:21:45.291" v="13742" actId="478"/>
          <ac:spMkLst>
            <pc:docMk/>
            <pc:sldMk cId="489336897" sldId="2147480841"/>
            <ac:spMk id="32" creationId="{EA3D5716-DA44-36C3-FC91-611D3BEF2DC1}"/>
          </ac:spMkLst>
        </pc:spChg>
        <pc:spChg chg="del">
          <ac:chgData name="Takeuchi, Koichiro" userId="b3848a05-443b-4434-8fa5-7398ca0c03c9" providerId="ADAL" clId="{8AE3A369-E55C-4573-8F49-6E668EF80783}" dt="2024-07-11T07:21:45.291" v="13742" actId="478"/>
          <ac:spMkLst>
            <pc:docMk/>
            <pc:sldMk cId="489336897" sldId="2147480841"/>
            <ac:spMk id="33" creationId="{42702711-B423-8CC4-51E5-EA10A15B4813}"/>
          </ac:spMkLst>
        </pc:spChg>
        <pc:spChg chg="add mod">
          <ac:chgData name="Takeuchi, Koichiro" userId="b3848a05-443b-4434-8fa5-7398ca0c03c9" providerId="ADAL" clId="{8AE3A369-E55C-4573-8F49-6E668EF80783}" dt="2024-07-11T07:46:55.968" v="15964" actId="465"/>
          <ac:spMkLst>
            <pc:docMk/>
            <pc:sldMk cId="489336897" sldId="2147480841"/>
            <ac:spMk id="34" creationId="{DD3733C2-63E9-9073-72B8-48C6084F1C93}"/>
          </ac:spMkLst>
        </pc:spChg>
        <pc:spChg chg="add mod">
          <ac:chgData name="Takeuchi, Koichiro" userId="b3848a05-443b-4434-8fa5-7398ca0c03c9" providerId="ADAL" clId="{8AE3A369-E55C-4573-8F49-6E668EF80783}" dt="2024-07-11T07:46:55.968" v="15964" actId="465"/>
          <ac:spMkLst>
            <pc:docMk/>
            <pc:sldMk cId="489336897" sldId="2147480841"/>
            <ac:spMk id="35" creationId="{5F1C6E13-5CA5-1BF9-0102-8F74C13F2D77}"/>
          </ac:spMkLst>
        </pc:spChg>
        <pc:spChg chg="add mod">
          <ac:chgData name="Takeuchi, Koichiro" userId="b3848a05-443b-4434-8fa5-7398ca0c03c9" providerId="ADAL" clId="{8AE3A369-E55C-4573-8F49-6E668EF80783}" dt="2024-07-11T07:46:55.968" v="15964" actId="465"/>
          <ac:spMkLst>
            <pc:docMk/>
            <pc:sldMk cId="489336897" sldId="2147480841"/>
            <ac:spMk id="36" creationId="{90F6DD07-9D4B-ECEC-5DC6-1578937F845D}"/>
          </ac:spMkLst>
        </pc:spChg>
        <pc:spChg chg="del">
          <ac:chgData name="Takeuchi, Koichiro" userId="b3848a05-443b-4434-8fa5-7398ca0c03c9" providerId="ADAL" clId="{8AE3A369-E55C-4573-8F49-6E668EF80783}" dt="2024-07-11T07:21:41.219" v="13741" actId="478"/>
          <ac:spMkLst>
            <pc:docMk/>
            <pc:sldMk cId="489336897" sldId="2147480841"/>
            <ac:spMk id="37" creationId="{78CE2519-3690-9D0C-EBDA-40E10BFFA4B6}"/>
          </ac:spMkLst>
        </pc:spChg>
        <pc:spChg chg="del">
          <ac:chgData name="Takeuchi, Koichiro" userId="b3848a05-443b-4434-8fa5-7398ca0c03c9" providerId="ADAL" clId="{8AE3A369-E55C-4573-8F49-6E668EF80783}" dt="2024-07-11T07:21:41.219" v="13741" actId="478"/>
          <ac:spMkLst>
            <pc:docMk/>
            <pc:sldMk cId="489336897" sldId="2147480841"/>
            <ac:spMk id="38" creationId="{5DEB7BA9-9E32-B9D5-263B-C3DB1357F0A4}"/>
          </ac:spMkLst>
        </pc:spChg>
        <pc:spChg chg="del">
          <ac:chgData name="Takeuchi, Koichiro" userId="b3848a05-443b-4434-8fa5-7398ca0c03c9" providerId="ADAL" clId="{8AE3A369-E55C-4573-8F49-6E668EF80783}" dt="2024-07-11T07:21:41.219" v="13741" actId="478"/>
          <ac:spMkLst>
            <pc:docMk/>
            <pc:sldMk cId="489336897" sldId="2147480841"/>
            <ac:spMk id="39" creationId="{80627AC9-02C1-4AD6-42AA-2390DD110274}"/>
          </ac:spMkLst>
        </pc:spChg>
        <pc:spChg chg="add mod">
          <ac:chgData name="Takeuchi, Koichiro" userId="b3848a05-443b-4434-8fa5-7398ca0c03c9" providerId="ADAL" clId="{8AE3A369-E55C-4573-8F49-6E668EF80783}" dt="2024-07-11T07:46:26.125" v="15899" actId="1035"/>
          <ac:spMkLst>
            <pc:docMk/>
            <pc:sldMk cId="489336897" sldId="2147480841"/>
            <ac:spMk id="40" creationId="{E4013D42-869C-F771-1523-5561938B4D87}"/>
          </ac:spMkLst>
        </pc:spChg>
        <pc:spChg chg="add del mod">
          <ac:chgData name="Takeuchi, Koichiro" userId="b3848a05-443b-4434-8fa5-7398ca0c03c9" providerId="ADAL" clId="{8AE3A369-E55C-4573-8F49-6E668EF80783}" dt="2024-07-11T07:44:45.073" v="15889" actId="478"/>
          <ac:spMkLst>
            <pc:docMk/>
            <pc:sldMk cId="489336897" sldId="2147480841"/>
            <ac:spMk id="41" creationId="{F408D1A5-C064-8835-E104-F183353CEB0E}"/>
          </ac:spMkLst>
        </pc:spChg>
        <pc:spChg chg="add del mod">
          <ac:chgData name="Takeuchi, Koichiro" userId="b3848a05-443b-4434-8fa5-7398ca0c03c9" providerId="ADAL" clId="{8AE3A369-E55C-4573-8F49-6E668EF80783}" dt="2024-07-11T07:44:34.598" v="15858" actId="478"/>
          <ac:spMkLst>
            <pc:docMk/>
            <pc:sldMk cId="489336897" sldId="2147480841"/>
            <ac:spMk id="42" creationId="{02FE8B11-5799-59C0-C3B5-606350719AE7}"/>
          </ac:spMkLst>
        </pc:spChg>
        <pc:spChg chg="mod">
          <ac:chgData name="Takeuchi, Koichiro" userId="b3848a05-443b-4434-8fa5-7398ca0c03c9" providerId="ADAL" clId="{8AE3A369-E55C-4573-8F49-6E668EF80783}" dt="2024-07-11T07:52:43.704" v="16523" actId="20577"/>
          <ac:spMkLst>
            <pc:docMk/>
            <pc:sldMk cId="489336897" sldId="2147480841"/>
            <ac:spMk id="56" creationId="{491EEB24-3D1D-D72F-A1D9-0DE73D7B5404}"/>
          </ac:spMkLst>
        </pc:spChg>
        <pc:spChg chg="del">
          <ac:chgData name="Takeuchi, Koichiro" userId="b3848a05-443b-4434-8fa5-7398ca0c03c9" providerId="ADAL" clId="{8AE3A369-E55C-4573-8F49-6E668EF80783}" dt="2024-07-11T07:22:10.911" v="13790" actId="478"/>
          <ac:spMkLst>
            <pc:docMk/>
            <pc:sldMk cId="489336897" sldId="2147480841"/>
            <ac:spMk id="57" creationId="{8CB8B048-6EAE-0492-6BF5-326113B693F2}"/>
          </ac:spMkLst>
        </pc:spChg>
        <pc:spChg chg="del">
          <ac:chgData name="Takeuchi, Koichiro" userId="b3848a05-443b-4434-8fa5-7398ca0c03c9" providerId="ADAL" clId="{8AE3A369-E55C-4573-8F49-6E668EF80783}" dt="2024-07-11T07:21:30.730" v="13740" actId="478"/>
          <ac:spMkLst>
            <pc:docMk/>
            <pc:sldMk cId="489336897" sldId="2147480841"/>
            <ac:spMk id="74" creationId="{C3E3AD82-E1D5-D1A1-56BB-1922A92AC7BD}"/>
          </ac:spMkLst>
        </pc:spChg>
        <pc:spChg chg="mod topLvl">
          <ac:chgData name="Takeuchi, Koichiro" userId="b3848a05-443b-4434-8fa5-7398ca0c03c9" providerId="ADAL" clId="{8AE3A369-E55C-4573-8F49-6E668EF80783}" dt="2024-07-11T07:53:46.747" v="16548" actId="555"/>
          <ac:spMkLst>
            <pc:docMk/>
            <pc:sldMk cId="489336897" sldId="2147480841"/>
            <ac:spMk id="75" creationId="{259D5601-F7A4-9E37-5B38-041897564AC6}"/>
          </ac:spMkLst>
        </pc:spChg>
        <pc:spChg chg="mod topLvl">
          <ac:chgData name="Takeuchi, Koichiro" userId="b3848a05-443b-4434-8fa5-7398ca0c03c9" providerId="ADAL" clId="{8AE3A369-E55C-4573-8F49-6E668EF80783}" dt="2024-07-11T07:47:30.960" v="15989" actId="164"/>
          <ac:spMkLst>
            <pc:docMk/>
            <pc:sldMk cId="489336897" sldId="2147480841"/>
            <ac:spMk id="77" creationId="{BD0BC7C3-CD39-C14E-2EA1-9B97F1441834}"/>
          </ac:spMkLst>
        </pc:spChg>
        <pc:spChg chg="mod topLvl">
          <ac:chgData name="Takeuchi, Koichiro" userId="b3848a05-443b-4434-8fa5-7398ca0c03c9" providerId="ADAL" clId="{8AE3A369-E55C-4573-8F49-6E668EF80783}" dt="2024-07-11T07:47:30.960" v="15989" actId="164"/>
          <ac:spMkLst>
            <pc:docMk/>
            <pc:sldMk cId="489336897" sldId="2147480841"/>
            <ac:spMk id="78" creationId="{FEA6D6A3-6F0A-1214-A01F-411341C529BB}"/>
          </ac:spMkLst>
        </pc:spChg>
        <pc:spChg chg="add del mod">
          <ac:chgData name="Takeuchi, Koichiro" userId="b3848a05-443b-4434-8fa5-7398ca0c03c9" providerId="ADAL" clId="{8AE3A369-E55C-4573-8F49-6E668EF80783}" dt="2024-07-11T07:52:47.261" v="16524" actId="478"/>
          <ac:spMkLst>
            <pc:docMk/>
            <pc:sldMk cId="489336897" sldId="2147480841"/>
            <ac:spMk id="96" creationId="{D4CF37F7-6C23-2003-E09A-66CEE1D3AD24}"/>
          </ac:spMkLst>
        </pc:spChg>
        <pc:spChg chg="mod">
          <ac:chgData name="Takeuchi, Koichiro" userId="b3848a05-443b-4434-8fa5-7398ca0c03c9" providerId="ADAL" clId="{8AE3A369-E55C-4573-8F49-6E668EF80783}" dt="2024-07-11T07:54:07.490" v="16576" actId="255"/>
          <ac:spMkLst>
            <pc:docMk/>
            <pc:sldMk cId="489336897" sldId="2147480841"/>
            <ac:spMk id="102" creationId="{380C856B-096D-D58D-1F14-BD74C777B395}"/>
          </ac:spMkLst>
        </pc:spChg>
        <pc:spChg chg="mod">
          <ac:chgData name="Takeuchi, Koichiro" userId="b3848a05-443b-4434-8fa5-7398ca0c03c9" providerId="ADAL" clId="{8AE3A369-E55C-4573-8F49-6E668EF80783}" dt="2024-07-11T07:54:26.784" v="16611" actId="20577"/>
          <ac:spMkLst>
            <pc:docMk/>
            <pc:sldMk cId="489336897" sldId="2147480841"/>
            <ac:spMk id="105" creationId="{925A08DC-8BAC-BE6C-0D37-8A810DB70136}"/>
          </ac:spMkLst>
        </pc:spChg>
        <pc:spChg chg="mod">
          <ac:chgData name="Takeuchi, Koichiro" userId="b3848a05-443b-4434-8fa5-7398ca0c03c9" providerId="ADAL" clId="{8AE3A369-E55C-4573-8F49-6E668EF80783}" dt="2024-07-11T07:54:42.263" v="16627" actId="20577"/>
          <ac:spMkLst>
            <pc:docMk/>
            <pc:sldMk cId="489336897" sldId="2147480841"/>
            <ac:spMk id="108" creationId="{20031272-822F-197D-EC2C-4784E64C1D85}"/>
          </ac:spMkLst>
        </pc:spChg>
        <pc:spChg chg="add mod">
          <ac:chgData name="Takeuchi, Koichiro" userId="b3848a05-443b-4434-8fa5-7398ca0c03c9" providerId="ADAL" clId="{8AE3A369-E55C-4573-8F49-6E668EF80783}" dt="2024-07-11T23:41:07.264" v="18372" actId="1076"/>
          <ac:spMkLst>
            <pc:docMk/>
            <pc:sldMk cId="489336897" sldId="2147480841"/>
            <ac:spMk id="110" creationId="{3BAB559A-77D4-6EF2-2A0E-7AB3D6026BB9}"/>
          </ac:spMkLst>
        </pc:spChg>
        <pc:grpChg chg="del mod">
          <ac:chgData name="Takeuchi, Koichiro" userId="b3848a05-443b-4434-8fa5-7398ca0c03c9" providerId="ADAL" clId="{8AE3A369-E55C-4573-8F49-6E668EF80783}" dt="2024-07-11T07:26:51.810" v="13951" actId="165"/>
          <ac:grpSpMkLst>
            <pc:docMk/>
            <pc:sldMk cId="489336897" sldId="2147480841"/>
            <ac:grpSpMk id="3" creationId="{E7C2F6B4-B08F-1C31-681A-3B6EB5A30FD3}"/>
          </ac:grpSpMkLst>
        </pc:grpChg>
        <pc:grpChg chg="del">
          <ac:chgData name="Takeuchi, Koichiro" userId="b3848a05-443b-4434-8fa5-7398ca0c03c9" providerId="ADAL" clId="{8AE3A369-E55C-4573-8F49-6E668EF80783}" dt="2024-07-11T07:22:07.667" v="13789" actId="478"/>
          <ac:grpSpMkLst>
            <pc:docMk/>
            <pc:sldMk cId="489336897" sldId="2147480841"/>
            <ac:grpSpMk id="7" creationId="{E336E46D-2C2A-708A-9009-89BDEB85DDBC}"/>
          </ac:grpSpMkLst>
        </pc:grpChg>
        <pc:grpChg chg="del mod">
          <ac:chgData name="Takeuchi, Koichiro" userId="b3848a05-443b-4434-8fa5-7398ca0c03c9" providerId="ADAL" clId="{8AE3A369-E55C-4573-8F49-6E668EF80783}" dt="2024-07-11T07:26:51.810" v="13951" actId="165"/>
          <ac:grpSpMkLst>
            <pc:docMk/>
            <pc:sldMk cId="489336897" sldId="2147480841"/>
            <ac:grpSpMk id="25" creationId="{2A54FA47-0E35-1A7B-2118-B7581D0D08E2}"/>
          </ac:grpSpMkLst>
        </pc:grpChg>
        <pc:grpChg chg="add del mod">
          <ac:chgData name="Takeuchi, Koichiro" userId="b3848a05-443b-4434-8fa5-7398ca0c03c9" providerId="ADAL" clId="{8AE3A369-E55C-4573-8F49-6E668EF80783}" dt="2024-07-11T07:53:22.294" v="16530" actId="165"/>
          <ac:grpSpMkLst>
            <pc:docMk/>
            <pc:sldMk cId="489336897" sldId="2147480841"/>
            <ac:grpSpMk id="43" creationId="{F62BF861-3BDF-E0D3-FFE8-4BEDD5E6268D}"/>
          </ac:grpSpMkLst>
        </pc:grpChg>
        <pc:grpChg chg="del">
          <ac:chgData name="Takeuchi, Koichiro" userId="b3848a05-443b-4434-8fa5-7398ca0c03c9" providerId="ADAL" clId="{8AE3A369-E55C-4573-8F49-6E668EF80783}" dt="2024-07-11T07:26:05.574" v="13946" actId="478"/>
          <ac:grpSpMkLst>
            <pc:docMk/>
            <pc:sldMk cId="489336897" sldId="2147480841"/>
            <ac:grpSpMk id="44" creationId="{0268E6E6-0163-7AB8-FE04-4731C4A726D4}"/>
          </ac:grpSpMkLst>
        </pc:grpChg>
        <pc:grpChg chg="add mod">
          <ac:chgData name="Takeuchi, Koichiro" userId="b3848a05-443b-4434-8fa5-7398ca0c03c9" providerId="ADAL" clId="{8AE3A369-E55C-4573-8F49-6E668EF80783}" dt="2024-07-11T07:47:32.990" v="15990" actId="12789"/>
          <ac:grpSpMkLst>
            <pc:docMk/>
            <pc:sldMk cId="489336897" sldId="2147480841"/>
            <ac:grpSpMk id="47" creationId="{D8EE1047-A8A2-0740-2664-88806BE2E5B6}"/>
          </ac:grpSpMkLst>
        </pc:grpChg>
        <pc:grpChg chg="del">
          <ac:chgData name="Takeuchi, Koichiro" userId="b3848a05-443b-4434-8fa5-7398ca0c03c9" providerId="ADAL" clId="{8AE3A369-E55C-4573-8F49-6E668EF80783}" dt="2024-07-11T07:26:08.590" v="13947" actId="478"/>
          <ac:grpSpMkLst>
            <pc:docMk/>
            <pc:sldMk cId="489336897" sldId="2147480841"/>
            <ac:grpSpMk id="50" creationId="{ACEFCF3C-2616-77E0-F8EF-14862CC5C5D9}"/>
          </ac:grpSpMkLst>
        </pc:grpChg>
        <pc:grpChg chg="add mod">
          <ac:chgData name="Takeuchi, Koichiro" userId="b3848a05-443b-4434-8fa5-7398ca0c03c9" providerId="ADAL" clId="{8AE3A369-E55C-4573-8F49-6E668EF80783}" dt="2024-07-11T07:55:00.175" v="16634" actId="1036"/>
          <ac:grpSpMkLst>
            <pc:docMk/>
            <pc:sldMk cId="489336897" sldId="2147480841"/>
            <ac:grpSpMk id="100" creationId="{8B34D0DF-ED2B-8103-803C-BF460FF02642}"/>
          </ac:grpSpMkLst>
        </pc:grpChg>
        <pc:grpChg chg="add mod">
          <ac:chgData name="Takeuchi, Koichiro" userId="b3848a05-443b-4434-8fa5-7398ca0c03c9" providerId="ADAL" clId="{8AE3A369-E55C-4573-8F49-6E668EF80783}" dt="2024-07-11T07:55:00.175" v="16634" actId="1036"/>
          <ac:grpSpMkLst>
            <pc:docMk/>
            <pc:sldMk cId="489336897" sldId="2147480841"/>
            <ac:grpSpMk id="103" creationId="{3058AAFE-BC61-F5D2-7304-FAF8D97EA765}"/>
          </ac:grpSpMkLst>
        </pc:grpChg>
        <pc:grpChg chg="add mod">
          <ac:chgData name="Takeuchi, Koichiro" userId="b3848a05-443b-4434-8fa5-7398ca0c03c9" providerId="ADAL" clId="{8AE3A369-E55C-4573-8F49-6E668EF80783}" dt="2024-07-11T07:55:00.175" v="16634" actId="1036"/>
          <ac:grpSpMkLst>
            <pc:docMk/>
            <pc:sldMk cId="489336897" sldId="2147480841"/>
            <ac:grpSpMk id="106" creationId="{86FEFFE9-0C0F-F8E8-B6AA-633F01148805}"/>
          </ac:grpSpMkLst>
        </pc:grpChg>
        <pc:picChg chg="add mod">
          <ac:chgData name="Takeuchi, Koichiro" userId="b3848a05-443b-4434-8fa5-7398ca0c03c9" providerId="ADAL" clId="{8AE3A369-E55C-4573-8F49-6E668EF80783}" dt="2024-07-11T07:53:46.747" v="16548" actId="555"/>
          <ac:picMkLst>
            <pc:docMk/>
            <pc:sldMk cId="489336897" sldId="2147480841"/>
            <ac:picMk id="97" creationId="{DA3BCDB9-2F9E-2EEF-EBF6-87AEC335FD06}"/>
          </ac:picMkLst>
        </pc:picChg>
        <pc:picChg chg="add mod">
          <ac:chgData name="Takeuchi, Koichiro" userId="b3848a05-443b-4434-8fa5-7398ca0c03c9" providerId="ADAL" clId="{8AE3A369-E55C-4573-8F49-6E668EF80783}" dt="2024-07-11T07:53:36.966" v="16538" actId="1035"/>
          <ac:picMkLst>
            <pc:docMk/>
            <pc:sldMk cId="489336897" sldId="2147480841"/>
            <ac:picMk id="98" creationId="{74E0DF33-744D-7AA0-4619-25DB0F7CAC65}"/>
          </ac:picMkLst>
        </pc:picChg>
        <pc:picChg chg="add mod">
          <ac:chgData name="Takeuchi, Koichiro" userId="b3848a05-443b-4434-8fa5-7398ca0c03c9" providerId="ADAL" clId="{8AE3A369-E55C-4573-8F49-6E668EF80783}" dt="2024-07-11T07:53:27.948" v="16532" actId="555"/>
          <ac:picMkLst>
            <pc:docMk/>
            <pc:sldMk cId="489336897" sldId="2147480841"/>
            <ac:picMk id="99" creationId="{6E486C85-0C8B-62F1-08D7-9F30709C2997}"/>
          </ac:picMkLst>
        </pc:picChg>
        <pc:cxnChg chg="del mod">
          <ac:chgData name="Takeuchi, Koichiro" userId="b3848a05-443b-4434-8fa5-7398ca0c03c9" providerId="ADAL" clId="{8AE3A369-E55C-4573-8F49-6E668EF80783}" dt="2024-07-11T07:29:29.073" v="14068" actId="478"/>
          <ac:cxnSpMkLst>
            <pc:docMk/>
            <pc:sldMk cId="489336897" sldId="2147480841"/>
            <ac:cxnSpMk id="22" creationId="{130F5DBF-645B-D8CF-3BD2-17554BC75219}"/>
          </ac:cxnSpMkLst>
        </pc:cxnChg>
        <pc:cxnChg chg="del mod">
          <ac:chgData name="Takeuchi, Koichiro" userId="b3848a05-443b-4434-8fa5-7398ca0c03c9" providerId="ADAL" clId="{8AE3A369-E55C-4573-8F49-6E668EF80783}" dt="2024-07-11T07:29:29.073" v="14068" actId="478"/>
          <ac:cxnSpMkLst>
            <pc:docMk/>
            <pc:sldMk cId="489336897" sldId="2147480841"/>
            <ac:cxnSpMk id="23" creationId="{9A7CA008-4115-3C2A-02F7-6DD94000A43F}"/>
          </ac:cxnSpMkLst>
        </pc:cxnChg>
        <pc:cxnChg chg="del mod">
          <ac:chgData name="Takeuchi, Koichiro" userId="b3848a05-443b-4434-8fa5-7398ca0c03c9" providerId="ADAL" clId="{8AE3A369-E55C-4573-8F49-6E668EF80783}" dt="2024-07-11T07:29:29.073" v="14068" actId="478"/>
          <ac:cxnSpMkLst>
            <pc:docMk/>
            <pc:sldMk cId="489336897" sldId="2147480841"/>
            <ac:cxnSpMk id="27" creationId="{DE7AA20C-F602-DBEA-0FB0-4C3CE1A0FA43}"/>
          </ac:cxnSpMkLst>
        </pc:cxnChg>
        <pc:cxnChg chg="add mod">
          <ac:chgData name="Takeuchi, Koichiro" userId="b3848a05-443b-4434-8fa5-7398ca0c03c9" providerId="ADAL" clId="{8AE3A369-E55C-4573-8F49-6E668EF80783}" dt="2024-07-11T07:53:46.747" v="16548" actId="555"/>
          <ac:cxnSpMkLst>
            <pc:docMk/>
            <pc:sldMk cId="489336897" sldId="2147480841"/>
            <ac:cxnSpMk id="48" creationId="{D4FD7392-C1E2-B608-5C67-1ABC79F55E40}"/>
          </ac:cxnSpMkLst>
        </pc:cxnChg>
        <pc:cxnChg chg="add mod">
          <ac:chgData name="Takeuchi, Koichiro" userId="b3848a05-443b-4434-8fa5-7398ca0c03c9" providerId="ADAL" clId="{8AE3A369-E55C-4573-8F49-6E668EF80783}" dt="2024-07-11T07:53:27.948" v="16532" actId="555"/>
          <ac:cxnSpMkLst>
            <pc:docMk/>
            <pc:sldMk cId="489336897" sldId="2147480841"/>
            <ac:cxnSpMk id="54" creationId="{DB26F43B-A4F2-EDFB-2E37-8D85E9B60EDF}"/>
          </ac:cxnSpMkLst>
        </pc:cxnChg>
        <pc:cxnChg chg="add mod">
          <ac:chgData name="Takeuchi, Koichiro" userId="b3848a05-443b-4434-8fa5-7398ca0c03c9" providerId="ADAL" clId="{8AE3A369-E55C-4573-8F49-6E668EF80783}" dt="2024-07-11T07:53:34.346" v="16535" actId="555"/>
          <ac:cxnSpMkLst>
            <pc:docMk/>
            <pc:sldMk cId="489336897" sldId="2147480841"/>
            <ac:cxnSpMk id="62" creationId="{3BCA13A8-85D4-8A27-0C4B-479D5213A003}"/>
          </ac:cxnSpMkLst>
        </pc:cxnChg>
        <pc:cxnChg chg="add mod">
          <ac:chgData name="Takeuchi, Koichiro" userId="b3848a05-443b-4434-8fa5-7398ca0c03c9" providerId="ADAL" clId="{8AE3A369-E55C-4573-8F49-6E668EF80783}" dt="2024-07-11T07:53:46.747" v="16548" actId="555"/>
          <ac:cxnSpMkLst>
            <pc:docMk/>
            <pc:sldMk cId="489336897" sldId="2147480841"/>
            <ac:cxnSpMk id="65" creationId="{70105A52-964A-C572-4A9F-91567429863F}"/>
          </ac:cxnSpMkLst>
        </pc:cxnChg>
        <pc:cxnChg chg="add mod">
          <ac:chgData name="Takeuchi, Koichiro" userId="b3848a05-443b-4434-8fa5-7398ca0c03c9" providerId="ADAL" clId="{8AE3A369-E55C-4573-8F49-6E668EF80783}" dt="2024-07-11T07:53:46.747" v="16548" actId="555"/>
          <ac:cxnSpMkLst>
            <pc:docMk/>
            <pc:sldMk cId="489336897" sldId="2147480841"/>
            <ac:cxnSpMk id="71" creationId="{A84AEC7F-2F6F-3BF7-95EC-9EC404D26B7C}"/>
          </ac:cxnSpMkLst>
        </pc:cxnChg>
        <pc:cxnChg chg="del mod">
          <ac:chgData name="Takeuchi, Koichiro" userId="b3848a05-443b-4434-8fa5-7398ca0c03c9" providerId="ADAL" clId="{8AE3A369-E55C-4573-8F49-6E668EF80783}" dt="2024-07-11T07:21:30.730" v="13740" actId="478"/>
          <ac:cxnSpMkLst>
            <pc:docMk/>
            <pc:sldMk cId="489336897" sldId="2147480841"/>
            <ac:cxnSpMk id="76" creationId="{0BAFDF68-54E0-523B-45C2-C793ED8C36BB}"/>
          </ac:cxnSpMkLst>
        </pc:cxnChg>
        <pc:cxnChg chg="add mod">
          <ac:chgData name="Takeuchi, Koichiro" userId="b3848a05-443b-4434-8fa5-7398ca0c03c9" providerId="ADAL" clId="{8AE3A369-E55C-4573-8F49-6E668EF80783}" dt="2024-07-11T07:53:34.346" v="16535" actId="555"/>
          <ac:cxnSpMkLst>
            <pc:docMk/>
            <pc:sldMk cId="489336897" sldId="2147480841"/>
            <ac:cxnSpMk id="80" creationId="{0FA0233F-C197-C78E-FB79-9A95021269FF}"/>
          </ac:cxnSpMkLst>
        </pc:cxnChg>
        <pc:cxnChg chg="add mod">
          <ac:chgData name="Takeuchi, Koichiro" userId="b3848a05-443b-4434-8fa5-7398ca0c03c9" providerId="ADAL" clId="{8AE3A369-E55C-4573-8F49-6E668EF80783}" dt="2024-07-11T07:49:01.735" v="16034" actId="14100"/>
          <ac:cxnSpMkLst>
            <pc:docMk/>
            <pc:sldMk cId="489336897" sldId="2147480841"/>
            <ac:cxnSpMk id="83" creationId="{0B29E1F1-83D1-3DF9-4E2D-5D2044BA3DBE}"/>
          </ac:cxnSpMkLst>
        </pc:cxnChg>
        <pc:cxnChg chg="add mod">
          <ac:chgData name="Takeuchi, Koichiro" userId="b3848a05-443b-4434-8fa5-7398ca0c03c9" providerId="ADAL" clId="{8AE3A369-E55C-4573-8F49-6E668EF80783}" dt="2024-07-11T07:53:34.346" v="16535" actId="555"/>
          <ac:cxnSpMkLst>
            <pc:docMk/>
            <pc:sldMk cId="489336897" sldId="2147480841"/>
            <ac:cxnSpMk id="86" creationId="{75F21CE3-3B32-AD57-9662-ECB7265CDF11}"/>
          </ac:cxnSpMkLst>
        </pc:cxnChg>
        <pc:cxnChg chg="add mod">
          <ac:chgData name="Takeuchi, Koichiro" userId="b3848a05-443b-4434-8fa5-7398ca0c03c9" providerId="ADAL" clId="{8AE3A369-E55C-4573-8F49-6E668EF80783}" dt="2024-07-11T07:53:27.948" v="16532" actId="555"/>
          <ac:cxnSpMkLst>
            <pc:docMk/>
            <pc:sldMk cId="489336897" sldId="2147480841"/>
            <ac:cxnSpMk id="89" creationId="{EEB9A801-3C65-3403-54C2-46EA35EB027C}"/>
          </ac:cxnSpMkLst>
        </pc:cxnChg>
        <pc:cxnChg chg="add mod">
          <ac:chgData name="Takeuchi, Koichiro" userId="b3848a05-443b-4434-8fa5-7398ca0c03c9" providerId="ADAL" clId="{8AE3A369-E55C-4573-8F49-6E668EF80783}" dt="2024-07-11T07:53:27.948" v="16532" actId="555"/>
          <ac:cxnSpMkLst>
            <pc:docMk/>
            <pc:sldMk cId="489336897" sldId="2147480841"/>
            <ac:cxnSpMk id="93" creationId="{D935385D-EC38-67F6-F490-8303AE4C35E6}"/>
          </ac:cxnSpMkLst>
        </pc:cxnChg>
        <pc:cxnChg chg="mod">
          <ac:chgData name="Takeuchi, Koichiro" userId="b3848a05-443b-4434-8fa5-7398ca0c03c9" providerId="ADAL" clId="{8AE3A369-E55C-4573-8F49-6E668EF80783}" dt="2024-07-11T07:53:59.372" v="16549"/>
          <ac:cxnSpMkLst>
            <pc:docMk/>
            <pc:sldMk cId="489336897" sldId="2147480841"/>
            <ac:cxnSpMk id="101" creationId="{20BC817F-222C-9125-E322-4B6AC310FB46}"/>
          </ac:cxnSpMkLst>
        </pc:cxnChg>
        <pc:cxnChg chg="mod">
          <ac:chgData name="Takeuchi, Koichiro" userId="b3848a05-443b-4434-8fa5-7398ca0c03c9" providerId="ADAL" clId="{8AE3A369-E55C-4573-8F49-6E668EF80783}" dt="2024-07-11T07:54:16.359" v="16586"/>
          <ac:cxnSpMkLst>
            <pc:docMk/>
            <pc:sldMk cId="489336897" sldId="2147480841"/>
            <ac:cxnSpMk id="104" creationId="{72E7B28D-3EEA-0637-B871-B728E8095FFD}"/>
          </ac:cxnSpMkLst>
        </pc:cxnChg>
        <pc:cxnChg chg="mod">
          <ac:chgData name="Takeuchi, Koichiro" userId="b3848a05-443b-4434-8fa5-7398ca0c03c9" providerId="ADAL" clId="{8AE3A369-E55C-4573-8F49-6E668EF80783}" dt="2024-07-11T07:54:36.876" v="16614"/>
          <ac:cxnSpMkLst>
            <pc:docMk/>
            <pc:sldMk cId="489336897" sldId="2147480841"/>
            <ac:cxnSpMk id="107" creationId="{503AD396-25D5-AAC2-4741-CEBB91EBF409}"/>
          </ac:cxnSpMkLst>
        </pc:cxnChg>
        <pc:cxnChg chg="del mod">
          <ac:chgData name="Takeuchi, Koichiro" userId="b3848a05-443b-4434-8fa5-7398ca0c03c9" providerId="ADAL" clId="{8AE3A369-E55C-4573-8F49-6E668EF80783}" dt="2024-07-11T07:29:29.073" v="14068" actId="478"/>
          <ac:cxnSpMkLst>
            <pc:docMk/>
            <pc:sldMk cId="489336897" sldId="2147480841"/>
            <ac:cxnSpMk id="109" creationId="{3275AEDC-025C-4B1F-4533-4B10EE78329F}"/>
          </ac:cxnSpMkLst>
        </pc:cxnChg>
        <pc:cxnChg chg="del mod">
          <ac:chgData name="Takeuchi, Koichiro" userId="b3848a05-443b-4434-8fa5-7398ca0c03c9" providerId="ADAL" clId="{8AE3A369-E55C-4573-8F49-6E668EF80783}" dt="2024-07-11T07:29:29.073" v="14068" actId="478"/>
          <ac:cxnSpMkLst>
            <pc:docMk/>
            <pc:sldMk cId="489336897" sldId="2147480841"/>
            <ac:cxnSpMk id="125" creationId="{8787CE3C-CA7A-A3BE-09AF-744A7190F664}"/>
          </ac:cxnSpMkLst>
        </pc:cxnChg>
        <pc:cxnChg chg="del mod">
          <ac:chgData name="Takeuchi, Koichiro" userId="b3848a05-443b-4434-8fa5-7398ca0c03c9" providerId="ADAL" clId="{8AE3A369-E55C-4573-8F49-6E668EF80783}" dt="2024-07-11T07:29:19.715" v="14065" actId="478"/>
          <ac:cxnSpMkLst>
            <pc:docMk/>
            <pc:sldMk cId="489336897" sldId="2147480841"/>
            <ac:cxnSpMk id="139" creationId="{8DC7AD91-655E-054E-7D1E-D98A085B9247}"/>
          </ac:cxnSpMkLst>
        </pc:cxnChg>
        <pc:cxnChg chg="del mod">
          <ac:chgData name="Takeuchi, Koichiro" userId="b3848a05-443b-4434-8fa5-7398ca0c03c9" providerId="ADAL" clId="{8AE3A369-E55C-4573-8F49-6E668EF80783}" dt="2024-07-11T07:29:21.292" v="14066" actId="478"/>
          <ac:cxnSpMkLst>
            <pc:docMk/>
            <pc:sldMk cId="489336897" sldId="2147480841"/>
            <ac:cxnSpMk id="143" creationId="{3D096BD8-6E6E-D250-30BE-A545DA8F82A5}"/>
          </ac:cxnSpMkLst>
        </pc:cxnChg>
        <pc:cxnChg chg="del mod">
          <ac:chgData name="Takeuchi, Koichiro" userId="b3848a05-443b-4434-8fa5-7398ca0c03c9" providerId="ADAL" clId="{8AE3A369-E55C-4573-8F49-6E668EF80783}" dt="2024-07-11T07:29:19.715" v="14065" actId="478"/>
          <ac:cxnSpMkLst>
            <pc:docMk/>
            <pc:sldMk cId="489336897" sldId="2147480841"/>
            <ac:cxnSpMk id="157" creationId="{764E6D94-9419-4754-ED19-BFD46C6C1A65}"/>
          </ac:cxnSpMkLst>
        </pc:cxnChg>
        <pc:cxnChg chg="del mod">
          <ac:chgData name="Takeuchi, Koichiro" userId="b3848a05-443b-4434-8fa5-7398ca0c03c9" providerId="ADAL" clId="{8AE3A369-E55C-4573-8F49-6E668EF80783}" dt="2024-07-11T07:29:23.760" v="14067" actId="478"/>
          <ac:cxnSpMkLst>
            <pc:docMk/>
            <pc:sldMk cId="489336897" sldId="2147480841"/>
            <ac:cxnSpMk id="166" creationId="{748D00FA-2792-8498-BF5D-97F9B7851A9B}"/>
          </ac:cxnSpMkLst>
        </pc:cxnChg>
        <pc:cxnChg chg="del mod">
          <ac:chgData name="Takeuchi, Koichiro" userId="b3848a05-443b-4434-8fa5-7398ca0c03c9" providerId="ADAL" clId="{8AE3A369-E55C-4573-8F49-6E668EF80783}" dt="2024-07-11T07:29:23.760" v="14067" actId="478"/>
          <ac:cxnSpMkLst>
            <pc:docMk/>
            <pc:sldMk cId="489336897" sldId="2147480841"/>
            <ac:cxnSpMk id="170" creationId="{2ADDD7AE-3528-F939-719E-C0D38A3797CB}"/>
          </ac:cxnSpMkLst>
        </pc:cxnChg>
      </pc:sldChg>
      <pc:sldChg chg="addSp delSp modSp add mod">
        <pc:chgData name="Takeuchi, Koichiro" userId="b3848a05-443b-4434-8fa5-7398ca0c03c9" providerId="ADAL" clId="{8AE3A369-E55C-4573-8F49-6E668EF80783}" dt="2024-07-12T00:56:16.658" v="20533" actId="14100"/>
        <pc:sldMkLst>
          <pc:docMk/>
          <pc:sldMk cId="403272463" sldId="2147480842"/>
        </pc:sldMkLst>
        <pc:spChg chg="mod">
          <ac:chgData name="Takeuchi, Koichiro" userId="b3848a05-443b-4434-8fa5-7398ca0c03c9" providerId="ADAL" clId="{8AE3A369-E55C-4573-8F49-6E668EF80783}" dt="2024-07-12T00:02:32.660" v="19099" actId="404"/>
          <ac:spMkLst>
            <pc:docMk/>
            <pc:sldMk cId="403272463" sldId="2147480842"/>
            <ac:spMk id="2" creationId="{C4050E0A-F4AC-8E52-FCEA-9771083801F3}"/>
          </ac:spMkLst>
        </pc:spChg>
        <pc:spChg chg="mod">
          <ac:chgData name="Takeuchi, Koichiro" userId="b3848a05-443b-4434-8fa5-7398ca0c03c9" providerId="ADAL" clId="{8AE3A369-E55C-4573-8F49-6E668EF80783}" dt="2024-07-11T23:58:38.255" v="18954" actId="20577"/>
          <ac:spMkLst>
            <pc:docMk/>
            <pc:sldMk cId="403272463" sldId="2147480842"/>
            <ac:spMk id="4" creationId="{00A5FE04-EC3A-89E5-9EA0-6E07FBF47F13}"/>
          </ac:spMkLst>
        </pc:spChg>
        <pc:spChg chg="mod">
          <ac:chgData name="Takeuchi, Koichiro" userId="b3848a05-443b-4434-8fa5-7398ca0c03c9" providerId="ADAL" clId="{8AE3A369-E55C-4573-8F49-6E668EF80783}" dt="2024-07-12T00:56:16.658" v="20533" actId="14100"/>
          <ac:spMkLst>
            <pc:docMk/>
            <pc:sldMk cId="403272463" sldId="2147480842"/>
            <ac:spMk id="6" creationId="{90EE92DB-DBB3-C63E-C631-8747CA2DC46E}"/>
          </ac:spMkLst>
        </pc:spChg>
        <pc:spChg chg="add mod">
          <ac:chgData name="Takeuchi, Koichiro" userId="b3848a05-443b-4434-8fa5-7398ca0c03c9" providerId="ADAL" clId="{8AE3A369-E55C-4573-8F49-6E668EF80783}" dt="2024-07-11T07:59:17.096" v="16773"/>
          <ac:spMkLst>
            <pc:docMk/>
            <pc:sldMk cId="403272463" sldId="2147480842"/>
            <ac:spMk id="8" creationId="{353F94FD-E881-5FF8-712F-6F5AC10777B2}"/>
          </ac:spMkLst>
        </pc:spChg>
        <pc:spChg chg="mod">
          <ac:chgData name="Takeuchi, Koichiro" userId="b3848a05-443b-4434-8fa5-7398ca0c03c9" providerId="ADAL" clId="{8AE3A369-E55C-4573-8F49-6E668EF80783}" dt="2024-07-11T07:59:00.054" v="16772" actId="207"/>
          <ac:spMkLst>
            <pc:docMk/>
            <pc:sldMk cId="403272463" sldId="2147480842"/>
            <ac:spMk id="9" creationId="{B86D8330-0B1A-E587-FA07-0AAE4A76EC6B}"/>
          </ac:spMkLst>
        </pc:spChg>
        <pc:spChg chg="add mod">
          <ac:chgData name="Takeuchi, Koichiro" userId="b3848a05-443b-4434-8fa5-7398ca0c03c9" providerId="ADAL" clId="{8AE3A369-E55C-4573-8F49-6E668EF80783}" dt="2024-07-11T07:59:17.096" v="16773"/>
          <ac:spMkLst>
            <pc:docMk/>
            <pc:sldMk cId="403272463" sldId="2147480842"/>
            <ac:spMk id="10" creationId="{66CF0006-0006-798F-A82E-C57B504E4157}"/>
          </ac:spMkLst>
        </pc:spChg>
        <pc:spChg chg="add mod">
          <ac:chgData name="Takeuchi, Koichiro" userId="b3848a05-443b-4434-8fa5-7398ca0c03c9" providerId="ADAL" clId="{8AE3A369-E55C-4573-8F49-6E668EF80783}" dt="2024-07-11T07:59:23.184" v="16789" actId="1035"/>
          <ac:spMkLst>
            <pc:docMk/>
            <pc:sldMk cId="403272463" sldId="2147480842"/>
            <ac:spMk id="11" creationId="{4D90B926-8ADE-4C36-D0C8-B6C5AE45C9DF}"/>
          </ac:spMkLst>
        </pc:spChg>
        <pc:spChg chg="add del mod topLvl">
          <ac:chgData name="Takeuchi, Koichiro" userId="b3848a05-443b-4434-8fa5-7398ca0c03c9" providerId="ADAL" clId="{8AE3A369-E55C-4573-8F49-6E668EF80783}" dt="2024-07-11T07:58:57.397" v="16771" actId="207"/>
          <ac:spMkLst>
            <pc:docMk/>
            <pc:sldMk cId="403272463" sldId="2147480842"/>
            <ac:spMk id="12" creationId="{45EE08F6-DEC4-E349-C3D4-3A0D55311423}"/>
          </ac:spMkLst>
        </pc:spChg>
        <pc:spChg chg="mod topLvl">
          <ac:chgData name="Takeuchi, Koichiro" userId="b3848a05-443b-4434-8fa5-7398ca0c03c9" providerId="ADAL" clId="{8AE3A369-E55C-4573-8F49-6E668EF80783}" dt="2024-07-11T07:58:57.397" v="16771" actId="207"/>
          <ac:spMkLst>
            <pc:docMk/>
            <pc:sldMk cId="403272463" sldId="2147480842"/>
            <ac:spMk id="13" creationId="{F8CADEEC-4DA6-DFCA-EDD3-66F074215B62}"/>
          </ac:spMkLst>
        </pc:spChg>
        <pc:spChg chg="add mod">
          <ac:chgData name="Takeuchi, Koichiro" userId="b3848a05-443b-4434-8fa5-7398ca0c03c9" providerId="ADAL" clId="{8AE3A369-E55C-4573-8F49-6E668EF80783}" dt="2024-07-11T07:59:17.096" v="16773"/>
          <ac:spMkLst>
            <pc:docMk/>
            <pc:sldMk cId="403272463" sldId="2147480842"/>
            <ac:spMk id="14" creationId="{01318334-F0BA-AA8A-0013-7A0C5A4643FD}"/>
          </ac:spMkLst>
        </pc:spChg>
        <pc:spChg chg="mod">
          <ac:chgData name="Takeuchi, Koichiro" userId="b3848a05-443b-4434-8fa5-7398ca0c03c9" providerId="ADAL" clId="{8AE3A369-E55C-4573-8F49-6E668EF80783}" dt="2024-07-11T07:58:36.174" v="16763" actId="207"/>
          <ac:spMkLst>
            <pc:docMk/>
            <pc:sldMk cId="403272463" sldId="2147480842"/>
            <ac:spMk id="15" creationId="{9E2C2CC3-C868-A486-19A5-796650E36F44}"/>
          </ac:spMkLst>
        </pc:spChg>
        <pc:spChg chg="mod">
          <ac:chgData name="Takeuchi, Koichiro" userId="b3848a05-443b-4434-8fa5-7398ca0c03c9" providerId="ADAL" clId="{8AE3A369-E55C-4573-8F49-6E668EF80783}" dt="2024-07-11T07:58:36.174" v="16763" actId="207"/>
          <ac:spMkLst>
            <pc:docMk/>
            <pc:sldMk cId="403272463" sldId="2147480842"/>
            <ac:spMk id="16" creationId="{037C46BB-6F39-EABB-FE4B-F5D4758A4034}"/>
          </ac:spMkLst>
        </pc:spChg>
        <pc:spChg chg="mod">
          <ac:chgData name="Takeuchi, Koichiro" userId="b3848a05-443b-4434-8fa5-7398ca0c03c9" providerId="ADAL" clId="{8AE3A369-E55C-4573-8F49-6E668EF80783}" dt="2024-07-11T07:58:36.174" v="16763" actId="207"/>
          <ac:spMkLst>
            <pc:docMk/>
            <pc:sldMk cId="403272463" sldId="2147480842"/>
            <ac:spMk id="17" creationId="{A5CAC6B1-665F-4C40-F148-C1BBFB3F82B8}"/>
          </ac:spMkLst>
        </pc:spChg>
        <pc:spChg chg="mod">
          <ac:chgData name="Takeuchi, Koichiro" userId="b3848a05-443b-4434-8fa5-7398ca0c03c9" providerId="ADAL" clId="{8AE3A369-E55C-4573-8F49-6E668EF80783}" dt="2024-07-11T07:58:36.174" v="16763" actId="207"/>
          <ac:spMkLst>
            <pc:docMk/>
            <pc:sldMk cId="403272463" sldId="2147480842"/>
            <ac:spMk id="18" creationId="{54925650-A2C7-8C3D-3169-31D70F34808D}"/>
          </ac:spMkLst>
        </pc:spChg>
        <pc:spChg chg="add mod">
          <ac:chgData name="Takeuchi, Koichiro" userId="b3848a05-443b-4434-8fa5-7398ca0c03c9" providerId="ADAL" clId="{8AE3A369-E55C-4573-8F49-6E668EF80783}" dt="2024-07-11T07:59:36.440" v="16846" actId="1036"/>
          <ac:spMkLst>
            <pc:docMk/>
            <pc:sldMk cId="403272463" sldId="2147480842"/>
            <ac:spMk id="19" creationId="{62278405-AA73-BB3D-3692-CE3485DF99D9}"/>
          </ac:spMkLst>
        </pc:spChg>
        <pc:spChg chg="add del">
          <ac:chgData name="Takeuchi, Koichiro" userId="b3848a05-443b-4434-8fa5-7398ca0c03c9" providerId="ADAL" clId="{8AE3A369-E55C-4573-8F49-6E668EF80783}" dt="2024-07-11T07:56:40.370" v="16717" actId="478"/>
          <ac:spMkLst>
            <pc:docMk/>
            <pc:sldMk cId="403272463" sldId="2147480842"/>
            <ac:spMk id="20" creationId="{C1CCDEAC-293D-CFBD-A6DC-79CC8724D50D}"/>
          </ac:spMkLst>
        </pc:spChg>
        <pc:spChg chg="add mod">
          <ac:chgData name="Takeuchi, Koichiro" userId="b3848a05-443b-4434-8fa5-7398ca0c03c9" providerId="ADAL" clId="{8AE3A369-E55C-4573-8F49-6E668EF80783}" dt="2024-07-11T07:59:36.440" v="16846" actId="1036"/>
          <ac:spMkLst>
            <pc:docMk/>
            <pc:sldMk cId="403272463" sldId="2147480842"/>
            <ac:spMk id="21" creationId="{41DE38BB-ACDE-BA84-63B3-896A0AFFA9B6}"/>
          </ac:spMkLst>
        </pc:spChg>
        <pc:spChg chg="add mod">
          <ac:chgData name="Takeuchi, Koichiro" userId="b3848a05-443b-4434-8fa5-7398ca0c03c9" providerId="ADAL" clId="{8AE3A369-E55C-4573-8F49-6E668EF80783}" dt="2024-07-11T07:59:30.723" v="16830" actId="1035"/>
          <ac:spMkLst>
            <pc:docMk/>
            <pc:sldMk cId="403272463" sldId="2147480842"/>
            <ac:spMk id="22" creationId="{EA1260FA-C241-1169-71BB-ADAA87246489}"/>
          </ac:spMkLst>
        </pc:spChg>
        <pc:spChg chg="add mod">
          <ac:chgData name="Takeuchi, Koichiro" userId="b3848a05-443b-4434-8fa5-7398ca0c03c9" providerId="ADAL" clId="{8AE3A369-E55C-4573-8F49-6E668EF80783}" dt="2024-07-11T08:00:07.968" v="16874" actId="12788"/>
          <ac:spMkLst>
            <pc:docMk/>
            <pc:sldMk cId="403272463" sldId="2147480842"/>
            <ac:spMk id="23" creationId="{F43A83E6-F5CB-0B11-CC49-63CC12657B3E}"/>
          </ac:spMkLst>
        </pc:spChg>
        <pc:spChg chg="add del">
          <ac:chgData name="Takeuchi, Koichiro" userId="b3848a05-443b-4434-8fa5-7398ca0c03c9" providerId="ADAL" clId="{8AE3A369-E55C-4573-8F49-6E668EF80783}" dt="2024-07-11T07:56:40.370" v="16717" actId="478"/>
          <ac:spMkLst>
            <pc:docMk/>
            <pc:sldMk cId="403272463" sldId="2147480842"/>
            <ac:spMk id="24" creationId="{5DE35DF3-5FE8-F274-8AC5-7357F6730352}"/>
          </ac:spMkLst>
        </pc:spChg>
        <pc:spChg chg="add mod">
          <ac:chgData name="Takeuchi, Koichiro" userId="b3848a05-443b-4434-8fa5-7398ca0c03c9" providerId="ADAL" clId="{8AE3A369-E55C-4573-8F49-6E668EF80783}" dt="2024-07-11T08:00:07.968" v="16874" actId="12788"/>
          <ac:spMkLst>
            <pc:docMk/>
            <pc:sldMk cId="403272463" sldId="2147480842"/>
            <ac:spMk id="25" creationId="{F407CDBF-17F7-C930-1D05-27FF9BBF8574}"/>
          </ac:spMkLst>
        </pc:spChg>
        <pc:spChg chg="add mod">
          <ac:chgData name="Takeuchi, Koichiro" userId="b3848a05-443b-4434-8fa5-7398ca0c03c9" providerId="ADAL" clId="{8AE3A369-E55C-4573-8F49-6E668EF80783}" dt="2024-07-11T08:00:07.968" v="16874" actId="12788"/>
          <ac:spMkLst>
            <pc:docMk/>
            <pc:sldMk cId="403272463" sldId="2147480842"/>
            <ac:spMk id="26" creationId="{1055AAB6-5833-665F-2E90-66F76047418A}"/>
          </ac:spMkLst>
        </pc:spChg>
        <pc:spChg chg="add mod ord">
          <ac:chgData name="Takeuchi, Koichiro" userId="b3848a05-443b-4434-8fa5-7398ca0c03c9" providerId="ADAL" clId="{8AE3A369-E55C-4573-8F49-6E668EF80783}" dt="2024-07-11T23:47:17.046" v="18624" actId="1582"/>
          <ac:spMkLst>
            <pc:docMk/>
            <pc:sldMk cId="403272463" sldId="2147480842"/>
            <ac:spMk id="27" creationId="{55896198-E275-4DDF-259E-73748DC7FE8C}"/>
          </ac:spMkLst>
        </pc:spChg>
        <pc:spChg chg="add del mod">
          <ac:chgData name="Takeuchi, Koichiro" userId="b3848a05-443b-4434-8fa5-7398ca0c03c9" providerId="ADAL" clId="{8AE3A369-E55C-4573-8F49-6E668EF80783}" dt="2024-07-11T23:28:27.917" v="17526" actId="478"/>
          <ac:spMkLst>
            <pc:docMk/>
            <pc:sldMk cId="403272463" sldId="2147480842"/>
            <ac:spMk id="28" creationId="{EDF69261-0175-C1E7-E44C-D564D8DDD90C}"/>
          </ac:spMkLst>
        </pc:spChg>
        <pc:spChg chg="add del mod">
          <ac:chgData name="Takeuchi, Koichiro" userId="b3848a05-443b-4434-8fa5-7398ca0c03c9" providerId="ADAL" clId="{8AE3A369-E55C-4573-8F49-6E668EF80783}" dt="2024-07-11T23:23:49.282" v="17186" actId="478"/>
          <ac:spMkLst>
            <pc:docMk/>
            <pc:sldMk cId="403272463" sldId="2147480842"/>
            <ac:spMk id="29" creationId="{3EAD0560-4830-18DF-8910-1D95779D49DE}"/>
          </ac:spMkLst>
        </pc:spChg>
        <pc:spChg chg="add mod">
          <ac:chgData name="Takeuchi, Koichiro" userId="b3848a05-443b-4434-8fa5-7398ca0c03c9" providerId="ADAL" clId="{8AE3A369-E55C-4573-8F49-6E668EF80783}" dt="2024-07-11T23:27:54.882" v="17501" actId="552"/>
          <ac:spMkLst>
            <pc:docMk/>
            <pc:sldMk cId="403272463" sldId="2147480842"/>
            <ac:spMk id="30" creationId="{069D5DC4-5554-DF02-632A-B4C2BFA879A8}"/>
          </ac:spMkLst>
        </pc:spChg>
        <pc:spChg chg="add mod">
          <ac:chgData name="Takeuchi, Koichiro" userId="b3848a05-443b-4434-8fa5-7398ca0c03c9" providerId="ADAL" clId="{8AE3A369-E55C-4573-8F49-6E668EF80783}" dt="2024-07-11T23:27:42.057" v="17498"/>
          <ac:spMkLst>
            <pc:docMk/>
            <pc:sldMk cId="403272463" sldId="2147480842"/>
            <ac:spMk id="31" creationId="{54FDA52D-ADB2-85C4-8C95-9CA887BE18B8}"/>
          </ac:spMkLst>
        </pc:spChg>
        <pc:spChg chg="add mod">
          <ac:chgData name="Takeuchi, Koichiro" userId="b3848a05-443b-4434-8fa5-7398ca0c03c9" providerId="ADAL" clId="{8AE3A369-E55C-4573-8F49-6E668EF80783}" dt="2024-07-11T23:27:58.067" v="17502" actId="465"/>
          <ac:spMkLst>
            <pc:docMk/>
            <pc:sldMk cId="403272463" sldId="2147480842"/>
            <ac:spMk id="32" creationId="{7BBFDB6C-B8C8-3F19-4B13-D98FDA6AD88A}"/>
          </ac:spMkLst>
        </pc:spChg>
        <pc:spChg chg="add del">
          <ac:chgData name="Takeuchi, Koichiro" userId="b3848a05-443b-4434-8fa5-7398ca0c03c9" providerId="ADAL" clId="{8AE3A369-E55C-4573-8F49-6E668EF80783}" dt="2024-07-11T07:56:40.370" v="16717" actId="478"/>
          <ac:spMkLst>
            <pc:docMk/>
            <pc:sldMk cId="403272463" sldId="2147480842"/>
            <ac:spMk id="34" creationId="{DD3733C2-63E9-9073-72B8-48C6084F1C93}"/>
          </ac:spMkLst>
        </pc:spChg>
        <pc:spChg chg="add del">
          <ac:chgData name="Takeuchi, Koichiro" userId="b3848a05-443b-4434-8fa5-7398ca0c03c9" providerId="ADAL" clId="{8AE3A369-E55C-4573-8F49-6E668EF80783}" dt="2024-07-11T07:56:40.370" v="16717" actId="478"/>
          <ac:spMkLst>
            <pc:docMk/>
            <pc:sldMk cId="403272463" sldId="2147480842"/>
            <ac:spMk id="35" creationId="{5F1C6E13-5CA5-1BF9-0102-8F74C13F2D77}"/>
          </ac:spMkLst>
        </pc:spChg>
        <pc:spChg chg="add del">
          <ac:chgData name="Takeuchi, Koichiro" userId="b3848a05-443b-4434-8fa5-7398ca0c03c9" providerId="ADAL" clId="{8AE3A369-E55C-4573-8F49-6E668EF80783}" dt="2024-07-11T07:56:40.370" v="16717" actId="478"/>
          <ac:spMkLst>
            <pc:docMk/>
            <pc:sldMk cId="403272463" sldId="2147480842"/>
            <ac:spMk id="36" creationId="{90F6DD07-9D4B-ECEC-5DC6-1578937F845D}"/>
          </ac:spMkLst>
        </pc:spChg>
        <pc:spChg chg="mod">
          <ac:chgData name="Takeuchi, Koichiro" userId="b3848a05-443b-4434-8fa5-7398ca0c03c9" providerId="ADAL" clId="{8AE3A369-E55C-4573-8F49-6E668EF80783}" dt="2024-07-11T23:28:06.874" v="17504"/>
          <ac:spMkLst>
            <pc:docMk/>
            <pc:sldMk cId="403272463" sldId="2147480842"/>
            <ac:spMk id="39" creationId="{C513569F-4B23-3063-5B52-85C3D7795DA8}"/>
          </ac:spMkLst>
        </pc:spChg>
        <pc:spChg chg="add del">
          <ac:chgData name="Takeuchi, Koichiro" userId="b3848a05-443b-4434-8fa5-7398ca0c03c9" providerId="ADAL" clId="{8AE3A369-E55C-4573-8F49-6E668EF80783}" dt="2024-07-11T07:56:40.370" v="16717" actId="478"/>
          <ac:spMkLst>
            <pc:docMk/>
            <pc:sldMk cId="403272463" sldId="2147480842"/>
            <ac:spMk id="40" creationId="{E4013D42-869C-F771-1523-5561938B4D87}"/>
          </ac:spMkLst>
        </pc:spChg>
        <pc:spChg chg="mod">
          <ac:chgData name="Takeuchi, Koichiro" userId="b3848a05-443b-4434-8fa5-7398ca0c03c9" providerId="ADAL" clId="{8AE3A369-E55C-4573-8F49-6E668EF80783}" dt="2024-07-11T23:28:06.874" v="17504"/>
          <ac:spMkLst>
            <pc:docMk/>
            <pc:sldMk cId="403272463" sldId="2147480842"/>
            <ac:spMk id="41" creationId="{C6850488-DFB4-1ED8-1F49-2476D0E20CAF}"/>
          </ac:spMkLst>
        </pc:spChg>
        <pc:spChg chg="mod">
          <ac:chgData name="Takeuchi, Koichiro" userId="b3848a05-443b-4434-8fa5-7398ca0c03c9" providerId="ADAL" clId="{8AE3A369-E55C-4573-8F49-6E668EF80783}" dt="2024-07-11T23:28:06.874" v="17504"/>
          <ac:spMkLst>
            <pc:docMk/>
            <pc:sldMk cId="403272463" sldId="2147480842"/>
            <ac:spMk id="42" creationId="{19754EC4-19D5-931C-9A97-1ED539B7E5F3}"/>
          </ac:spMkLst>
        </pc:spChg>
        <pc:spChg chg="mod">
          <ac:chgData name="Takeuchi, Koichiro" userId="b3848a05-443b-4434-8fa5-7398ca0c03c9" providerId="ADAL" clId="{8AE3A369-E55C-4573-8F49-6E668EF80783}" dt="2024-07-11T23:28:06.874" v="17504"/>
          <ac:spMkLst>
            <pc:docMk/>
            <pc:sldMk cId="403272463" sldId="2147480842"/>
            <ac:spMk id="43" creationId="{A5B6D535-49A7-087A-FCDA-A674F3F31604}"/>
          </ac:spMkLst>
        </pc:spChg>
        <pc:spChg chg="mod">
          <ac:chgData name="Takeuchi, Koichiro" userId="b3848a05-443b-4434-8fa5-7398ca0c03c9" providerId="ADAL" clId="{8AE3A369-E55C-4573-8F49-6E668EF80783}" dt="2024-07-11T23:28:06.874" v="17504"/>
          <ac:spMkLst>
            <pc:docMk/>
            <pc:sldMk cId="403272463" sldId="2147480842"/>
            <ac:spMk id="44" creationId="{944B0AD2-E2DD-C602-3A35-325B012F1351}"/>
          </ac:spMkLst>
        </pc:spChg>
        <pc:spChg chg="mod">
          <ac:chgData name="Takeuchi, Koichiro" userId="b3848a05-443b-4434-8fa5-7398ca0c03c9" providerId="ADAL" clId="{8AE3A369-E55C-4573-8F49-6E668EF80783}" dt="2024-07-11T23:28:06.874" v="17504"/>
          <ac:spMkLst>
            <pc:docMk/>
            <pc:sldMk cId="403272463" sldId="2147480842"/>
            <ac:spMk id="45" creationId="{ACB2C97E-C816-65F3-AD72-F1A1FDF5574A}"/>
          </ac:spMkLst>
        </pc:spChg>
        <pc:spChg chg="mod">
          <ac:chgData name="Takeuchi, Koichiro" userId="b3848a05-443b-4434-8fa5-7398ca0c03c9" providerId="ADAL" clId="{8AE3A369-E55C-4573-8F49-6E668EF80783}" dt="2024-07-11T23:44:45.022" v="18529" actId="20577"/>
          <ac:spMkLst>
            <pc:docMk/>
            <pc:sldMk cId="403272463" sldId="2147480842"/>
            <ac:spMk id="56" creationId="{491EEB24-3D1D-D72F-A1D9-0DE73D7B5404}"/>
          </ac:spMkLst>
        </pc:spChg>
        <pc:spChg chg="mod topLvl">
          <ac:chgData name="Takeuchi, Koichiro" userId="b3848a05-443b-4434-8fa5-7398ca0c03c9" providerId="ADAL" clId="{8AE3A369-E55C-4573-8F49-6E668EF80783}" dt="2024-07-11T07:58:57.397" v="16771" actId="207"/>
          <ac:spMkLst>
            <pc:docMk/>
            <pc:sldMk cId="403272463" sldId="2147480842"/>
            <ac:spMk id="75" creationId="{259D5601-F7A4-9E37-5B38-041897564AC6}"/>
          </ac:spMkLst>
        </pc:spChg>
        <pc:spChg chg="mod">
          <ac:chgData name="Takeuchi, Koichiro" userId="b3848a05-443b-4434-8fa5-7398ca0c03c9" providerId="ADAL" clId="{8AE3A369-E55C-4573-8F49-6E668EF80783}" dt="2024-07-11T07:58:36.174" v="16763" actId="207"/>
          <ac:spMkLst>
            <pc:docMk/>
            <pc:sldMk cId="403272463" sldId="2147480842"/>
            <ac:spMk id="77" creationId="{BD0BC7C3-CD39-C14E-2EA1-9B97F1441834}"/>
          </ac:spMkLst>
        </pc:spChg>
        <pc:spChg chg="mod">
          <ac:chgData name="Takeuchi, Koichiro" userId="b3848a05-443b-4434-8fa5-7398ca0c03c9" providerId="ADAL" clId="{8AE3A369-E55C-4573-8F49-6E668EF80783}" dt="2024-07-11T07:58:36.174" v="16763" actId="207"/>
          <ac:spMkLst>
            <pc:docMk/>
            <pc:sldMk cId="403272463" sldId="2147480842"/>
            <ac:spMk id="78" creationId="{FEA6D6A3-6F0A-1214-A01F-411341C529BB}"/>
          </ac:spMkLst>
        </pc:spChg>
        <pc:spChg chg="mod">
          <ac:chgData name="Takeuchi, Koichiro" userId="b3848a05-443b-4434-8fa5-7398ca0c03c9" providerId="ADAL" clId="{8AE3A369-E55C-4573-8F49-6E668EF80783}" dt="2024-07-11T07:58:14.200" v="16761" actId="165"/>
          <ac:spMkLst>
            <pc:docMk/>
            <pc:sldMk cId="403272463" sldId="2147480842"/>
            <ac:spMk id="105" creationId="{925A08DC-8BAC-BE6C-0D37-8A810DB70136}"/>
          </ac:spMkLst>
        </pc:spChg>
        <pc:spChg chg="add del">
          <ac:chgData name="Takeuchi, Koichiro" userId="b3848a05-443b-4434-8fa5-7398ca0c03c9" providerId="ADAL" clId="{8AE3A369-E55C-4573-8F49-6E668EF80783}" dt="2024-07-11T07:56:35.465" v="16716" actId="478"/>
          <ac:spMkLst>
            <pc:docMk/>
            <pc:sldMk cId="403272463" sldId="2147480842"/>
            <ac:spMk id="262" creationId="{13F54DFC-015E-3ABF-3B49-E6DF60880083}"/>
          </ac:spMkLst>
        </pc:spChg>
        <pc:grpChg chg="add del mod">
          <ac:chgData name="Takeuchi, Koichiro" userId="b3848a05-443b-4434-8fa5-7398ca0c03c9" providerId="ADAL" clId="{8AE3A369-E55C-4573-8F49-6E668EF80783}" dt="2024-07-11T07:58:14.200" v="16761" actId="165"/>
          <ac:grpSpMkLst>
            <pc:docMk/>
            <pc:sldMk cId="403272463" sldId="2147480842"/>
            <ac:grpSpMk id="3" creationId="{D9B974E1-A313-B518-62E2-64EF0F25FC68}"/>
          </ac:grpSpMkLst>
        </pc:grpChg>
        <pc:grpChg chg="add del mod ord">
          <ac:chgData name="Takeuchi, Koichiro" userId="b3848a05-443b-4434-8fa5-7398ca0c03c9" providerId="ADAL" clId="{8AE3A369-E55C-4573-8F49-6E668EF80783}" dt="2024-07-11T07:58:54.668" v="16770" actId="165"/>
          <ac:grpSpMkLst>
            <pc:docMk/>
            <pc:sldMk cId="403272463" sldId="2147480842"/>
            <ac:grpSpMk id="7" creationId="{6F2CBB75-CF98-AD4C-B711-3EA85D89C046}"/>
          </ac:grpSpMkLst>
        </pc:grpChg>
        <pc:grpChg chg="add mod">
          <ac:chgData name="Takeuchi, Koichiro" userId="b3848a05-443b-4434-8fa5-7398ca0c03c9" providerId="ADAL" clId="{8AE3A369-E55C-4573-8F49-6E668EF80783}" dt="2024-07-11T23:28:10.350" v="17512" actId="1036"/>
          <ac:grpSpMkLst>
            <pc:docMk/>
            <pc:sldMk cId="403272463" sldId="2147480842"/>
            <ac:grpSpMk id="38" creationId="{EEAFF4D3-3370-FEBD-76BE-36E9A2AA533E}"/>
          </ac:grpSpMkLst>
        </pc:grpChg>
        <pc:grpChg chg="mod topLvl">
          <ac:chgData name="Takeuchi, Koichiro" userId="b3848a05-443b-4434-8fa5-7398ca0c03c9" providerId="ADAL" clId="{8AE3A369-E55C-4573-8F49-6E668EF80783}" dt="2024-07-11T07:58:36.174" v="16763" actId="207"/>
          <ac:grpSpMkLst>
            <pc:docMk/>
            <pc:sldMk cId="403272463" sldId="2147480842"/>
            <ac:grpSpMk id="47" creationId="{D8EE1047-A8A2-0740-2664-88806BE2E5B6}"/>
          </ac:grpSpMkLst>
        </pc:grpChg>
        <pc:grpChg chg="mod">
          <ac:chgData name="Takeuchi, Koichiro" userId="b3848a05-443b-4434-8fa5-7398ca0c03c9" providerId="ADAL" clId="{8AE3A369-E55C-4573-8F49-6E668EF80783}" dt="2024-07-11T07:58:07.322" v="16760" actId="14100"/>
          <ac:grpSpMkLst>
            <pc:docMk/>
            <pc:sldMk cId="403272463" sldId="2147480842"/>
            <ac:grpSpMk id="100" creationId="{8B34D0DF-ED2B-8103-803C-BF460FF02642}"/>
          </ac:grpSpMkLst>
        </pc:grpChg>
        <pc:grpChg chg="mod topLvl">
          <ac:chgData name="Takeuchi, Koichiro" userId="b3848a05-443b-4434-8fa5-7398ca0c03c9" providerId="ADAL" clId="{8AE3A369-E55C-4573-8F49-6E668EF80783}" dt="2024-07-11T07:58:14.200" v="16761" actId="165"/>
          <ac:grpSpMkLst>
            <pc:docMk/>
            <pc:sldMk cId="403272463" sldId="2147480842"/>
            <ac:grpSpMk id="103" creationId="{3058AAFE-BC61-F5D2-7304-FAF8D97EA765}"/>
          </ac:grpSpMkLst>
        </pc:grpChg>
        <pc:grpChg chg="add del">
          <ac:chgData name="Takeuchi, Koichiro" userId="b3848a05-443b-4434-8fa5-7398ca0c03c9" providerId="ADAL" clId="{8AE3A369-E55C-4573-8F49-6E668EF80783}" dt="2024-07-11T07:56:40.370" v="16717" actId="478"/>
          <ac:grpSpMkLst>
            <pc:docMk/>
            <pc:sldMk cId="403272463" sldId="2147480842"/>
            <ac:grpSpMk id="106" creationId="{86FEFFE9-0C0F-F8E8-B6AA-633F01148805}"/>
          </ac:grpSpMkLst>
        </pc:grpChg>
        <pc:picChg chg="mod topLvl">
          <ac:chgData name="Takeuchi, Koichiro" userId="b3848a05-443b-4434-8fa5-7398ca0c03c9" providerId="ADAL" clId="{8AE3A369-E55C-4573-8F49-6E668EF80783}" dt="2024-07-11T07:58:54.668" v="16770" actId="165"/>
          <ac:picMkLst>
            <pc:docMk/>
            <pc:sldMk cId="403272463" sldId="2147480842"/>
            <ac:picMk id="97" creationId="{DA3BCDB9-2F9E-2EEF-EBF6-87AEC335FD06}"/>
          </ac:picMkLst>
        </pc:picChg>
        <pc:picChg chg="mod topLvl">
          <ac:chgData name="Takeuchi, Koichiro" userId="b3848a05-443b-4434-8fa5-7398ca0c03c9" providerId="ADAL" clId="{8AE3A369-E55C-4573-8F49-6E668EF80783}" dt="2024-07-11T07:58:54.668" v="16770" actId="165"/>
          <ac:picMkLst>
            <pc:docMk/>
            <pc:sldMk cId="403272463" sldId="2147480842"/>
            <ac:picMk id="98" creationId="{74E0DF33-744D-7AA0-4619-25DB0F7CAC65}"/>
          </ac:picMkLst>
        </pc:picChg>
        <pc:picChg chg="mod topLvl">
          <ac:chgData name="Takeuchi, Koichiro" userId="b3848a05-443b-4434-8fa5-7398ca0c03c9" providerId="ADAL" clId="{8AE3A369-E55C-4573-8F49-6E668EF80783}" dt="2024-07-11T07:58:54.668" v="16770" actId="165"/>
          <ac:picMkLst>
            <pc:docMk/>
            <pc:sldMk cId="403272463" sldId="2147480842"/>
            <ac:picMk id="99" creationId="{6E486C85-0C8B-62F1-08D7-9F30709C2997}"/>
          </ac:picMkLst>
        </pc:picChg>
        <pc:cxnChg chg="add mod">
          <ac:chgData name="Takeuchi, Koichiro" userId="b3848a05-443b-4434-8fa5-7398ca0c03c9" providerId="ADAL" clId="{8AE3A369-E55C-4573-8F49-6E668EF80783}" dt="2024-07-11T23:28:00.504" v="17503" actId="14100"/>
          <ac:cxnSpMkLst>
            <pc:docMk/>
            <pc:sldMk cId="403272463" sldId="2147480842"/>
            <ac:cxnSpMk id="33" creationId="{5C3DF6E8-98DE-10EC-B3B6-73FC234486F1}"/>
          </ac:cxnSpMkLst>
        </pc:cxnChg>
        <pc:cxnChg chg="mod">
          <ac:chgData name="Takeuchi, Koichiro" userId="b3848a05-443b-4434-8fa5-7398ca0c03c9" providerId="ADAL" clId="{8AE3A369-E55C-4573-8F49-6E668EF80783}" dt="2024-07-11T07:57:10.020" v="16759" actId="408"/>
          <ac:cxnSpMkLst>
            <pc:docMk/>
            <pc:sldMk cId="403272463" sldId="2147480842"/>
            <ac:cxnSpMk id="48" creationId="{D4FD7392-C1E2-B608-5C67-1ABC79F55E40}"/>
          </ac:cxnSpMkLst>
        </pc:cxnChg>
        <pc:cxnChg chg="mod">
          <ac:chgData name="Takeuchi, Koichiro" userId="b3848a05-443b-4434-8fa5-7398ca0c03c9" providerId="ADAL" clId="{8AE3A369-E55C-4573-8F49-6E668EF80783}" dt="2024-07-11T07:57:10.020" v="16759" actId="408"/>
          <ac:cxnSpMkLst>
            <pc:docMk/>
            <pc:sldMk cId="403272463" sldId="2147480842"/>
            <ac:cxnSpMk id="54" creationId="{DB26F43B-A4F2-EDFB-2E37-8D85E9B60EDF}"/>
          </ac:cxnSpMkLst>
        </pc:cxnChg>
        <pc:cxnChg chg="mod">
          <ac:chgData name="Takeuchi, Koichiro" userId="b3848a05-443b-4434-8fa5-7398ca0c03c9" providerId="ADAL" clId="{8AE3A369-E55C-4573-8F49-6E668EF80783}" dt="2024-07-11T07:58:50.717" v="16767" actId="21"/>
          <ac:cxnSpMkLst>
            <pc:docMk/>
            <pc:sldMk cId="403272463" sldId="2147480842"/>
            <ac:cxnSpMk id="62" creationId="{3BCA13A8-85D4-8A27-0C4B-479D5213A003}"/>
          </ac:cxnSpMkLst>
        </pc:cxnChg>
        <pc:cxnChg chg="mod">
          <ac:chgData name="Takeuchi, Koichiro" userId="b3848a05-443b-4434-8fa5-7398ca0c03c9" providerId="ADAL" clId="{8AE3A369-E55C-4573-8F49-6E668EF80783}" dt="2024-07-11T07:57:10.020" v="16759" actId="408"/>
          <ac:cxnSpMkLst>
            <pc:docMk/>
            <pc:sldMk cId="403272463" sldId="2147480842"/>
            <ac:cxnSpMk id="65" creationId="{70105A52-964A-C572-4A9F-91567429863F}"/>
          </ac:cxnSpMkLst>
        </pc:cxnChg>
        <pc:cxnChg chg="mod">
          <ac:chgData name="Takeuchi, Koichiro" userId="b3848a05-443b-4434-8fa5-7398ca0c03c9" providerId="ADAL" clId="{8AE3A369-E55C-4573-8F49-6E668EF80783}" dt="2024-07-11T07:57:10.020" v="16759" actId="408"/>
          <ac:cxnSpMkLst>
            <pc:docMk/>
            <pc:sldMk cId="403272463" sldId="2147480842"/>
            <ac:cxnSpMk id="71" creationId="{A84AEC7F-2F6F-3BF7-95EC-9EC404D26B7C}"/>
          </ac:cxnSpMkLst>
        </pc:cxnChg>
        <pc:cxnChg chg="mod">
          <ac:chgData name="Takeuchi, Koichiro" userId="b3848a05-443b-4434-8fa5-7398ca0c03c9" providerId="ADAL" clId="{8AE3A369-E55C-4573-8F49-6E668EF80783}" dt="2024-07-11T07:58:50.717" v="16767" actId="21"/>
          <ac:cxnSpMkLst>
            <pc:docMk/>
            <pc:sldMk cId="403272463" sldId="2147480842"/>
            <ac:cxnSpMk id="80" creationId="{0FA0233F-C197-C78E-FB79-9A95021269FF}"/>
          </ac:cxnSpMkLst>
        </pc:cxnChg>
        <pc:cxnChg chg="del mod">
          <ac:chgData name="Takeuchi, Koichiro" userId="b3848a05-443b-4434-8fa5-7398ca0c03c9" providerId="ADAL" clId="{8AE3A369-E55C-4573-8F49-6E668EF80783}" dt="2024-07-11T23:47:08.286" v="18623" actId="478"/>
          <ac:cxnSpMkLst>
            <pc:docMk/>
            <pc:sldMk cId="403272463" sldId="2147480842"/>
            <ac:cxnSpMk id="83" creationId="{0B29E1F1-83D1-3DF9-4E2D-5D2044BA3DBE}"/>
          </ac:cxnSpMkLst>
        </pc:cxnChg>
        <pc:cxnChg chg="mod">
          <ac:chgData name="Takeuchi, Koichiro" userId="b3848a05-443b-4434-8fa5-7398ca0c03c9" providerId="ADAL" clId="{8AE3A369-E55C-4573-8F49-6E668EF80783}" dt="2024-07-11T07:58:50.717" v="16767" actId="21"/>
          <ac:cxnSpMkLst>
            <pc:docMk/>
            <pc:sldMk cId="403272463" sldId="2147480842"/>
            <ac:cxnSpMk id="86" creationId="{75F21CE3-3B32-AD57-9662-ECB7265CDF11}"/>
          </ac:cxnSpMkLst>
        </pc:cxnChg>
        <pc:cxnChg chg="mod">
          <ac:chgData name="Takeuchi, Koichiro" userId="b3848a05-443b-4434-8fa5-7398ca0c03c9" providerId="ADAL" clId="{8AE3A369-E55C-4573-8F49-6E668EF80783}" dt="2024-07-11T07:57:10.020" v="16759" actId="408"/>
          <ac:cxnSpMkLst>
            <pc:docMk/>
            <pc:sldMk cId="403272463" sldId="2147480842"/>
            <ac:cxnSpMk id="89" creationId="{EEB9A801-3C65-3403-54C2-46EA35EB027C}"/>
          </ac:cxnSpMkLst>
        </pc:cxnChg>
        <pc:cxnChg chg="mod">
          <ac:chgData name="Takeuchi, Koichiro" userId="b3848a05-443b-4434-8fa5-7398ca0c03c9" providerId="ADAL" clId="{8AE3A369-E55C-4573-8F49-6E668EF80783}" dt="2024-07-11T07:57:10.020" v="16759" actId="408"/>
          <ac:cxnSpMkLst>
            <pc:docMk/>
            <pc:sldMk cId="403272463" sldId="2147480842"/>
            <ac:cxnSpMk id="93" creationId="{D935385D-EC38-67F6-F490-8303AE4C35E6}"/>
          </ac:cxnSpMkLst>
        </pc:cxnChg>
        <pc:cxnChg chg="mod">
          <ac:chgData name="Takeuchi, Koichiro" userId="b3848a05-443b-4434-8fa5-7398ca0c03c9" providerId="ADAL" clId="{8AE3A369-E55C-4573-8F49-6E668EF80783}" dt="2024-07-11T07:58:14.200" v="16761" actId="165"/>
          <ac:cxnSpMkLst>
            <pc:docMk/>
            <pc:sldMk cId="403272463" sldId="2147480842"/>
            <ac:cxnSpMk id="104" creationId="{72E7B28D-3EEA-0637-B871-B728E8095FFD}"/>
          </ac:cxnSpMkLst>
        </pc:cxnChg>
      </pc:sldChg>
    </pc:docChg>
  </pc:docChgLst>
  <pc:docChgLst>
    <pc:chgData name="Takeuchi, Koichiro" userId="b3848a05-443b-4434-8fa5-7398ca0c03c9" providerId="ADAL" clId="{9101E218-1D98-47F3-8AF3-D91650792D17}"/>
    <pc:docChg chg="custSel delSld modSld modSection">
      <pc:chgData name="Takeuchi, Koichiro" userId="b3848a05-443b-4434-8fa5-7398ca0c03c9" providerId="ADAL" clId="{9101E218-1D98-47F3-8AF3-D91650792D17}" dt="2024-05-27T08:37:52.315" v="349" actId="20577"/>
      <pc:docMkLst>
        <pc:docMk/>
      </pc:docMkLst>
      <pc:sldChg chg="del">
        <pc:chgData name="Takeuchi, Koichiro" userId="b3848a05-443b-4434-8fa5-7398ca0c03c9" providerId="ADAL" clId="{9101E218-1D98-47F3-8AF3-D91650792D17}" dt="2024-05-27T08:31:14.347" v="137" actId="47"/>
        <pc:sldMkLst>
          <pc:docMk/>
          <pc:sldMk cId="2966159613" sldId="2146849189"/>
        </pc:sldMkLst>
      </pc:sldChg>
      <pc:sldChg chg="delSp modSp mod">
        <pc:chgData name="Takeuchi, Koichiro" userId="b3848a05-443b-4434-8fa5-7398ca0c03c9" providerId="ADAL" clId="{9101E218-1D98-47F3-8AF3-D91650792D17}" dt="2024-05-27T08:21:38.424" v="2" actId="20577"/>
        <pc:sldMkLst>
          <pc:docMk/>
          <pc:sldMk cId="684610595" sldId="2147468582"/>
        </pc:sldMkLst>
        <pc:spChg chg="del">
          <ac:chgData name="Takeuchi, Koichiro" userId="b3848a05-443b-4434-8fa5-7398ca0c03c9" providerId="ADAL" clId="{9101E218-1D98-47F3-8AF3-D91650792D17}" dt="2024-05-27T08:21:34.787" v="0" actId="478"/>
          <ac:spMkLst>
            <pc:docMk/>
            <pc:sldMk cId="684610595" sldId="2147468582"/>
            <ac:spMk id="4" creationId="{672C67E4-DAE3-33E9-07F9-6BBC3E63FCB0}"/>
          </ac:spMkLst>
        </pc:spChg>
        <pc:spChg chg="mod">
          <ac:chgData name="Takeuchi, Koichiro" userId="b3848a05-443b-4434-8fa5-7398ca0c03c9" providerId="ADAL" clId="{9101E218-1D98-47F3-8AF3-D91650792D17}" dt="2024-05-27T08:21:38.424" v="2" actId="20577"/>
          <ac:spMkLst>
            <pc:docMk/>
            <pc:sldMk cId="684610595" sldId="2147468582"/>
            <ac:spMk id="7" creationId="{A22762E2-0815-406B-AB18-FC327E470E5A}"/>
          </ac:spMkLst>
        </pc:spChg>
      </pc:sldChg>
      <pc:sldChg chg="del">
        <pc:chgData name="Takeuchi, Koichiro" userId="b3848a05-443b-4434-8fa5-7398ca0c03c9" providerId="ADAL" clId="{9101E218-1D98-47F3-8AF3-D91650792D17}" dt="2024-05-27T08:37:19.862" v="345" actId="47"/>
        <pc:sldMkLst>
          <pc:docMk/>
          <pc:sldMk cId="530578480" sldId="2147468639"/>
        </pc:sldMkLst>
      </pc:sldChg>
      <pc:sldChg chg="delSp mod">
        <pc:chgData name="Takeuchi, Koichiro" userId="b3848a05-443b-4434-8fa5-7398ca0c03c9" providerId="ADAL" clId="{9101E218-1D98-47F3-8AF3-D91650792D17}" dt="2024-05-27T08:21:52.568" v="3" actId="478"/>
        <pc:sldMkLst>
          <pc:docMk/>
          <pc:sldMk cId="1695821962" sldId="2147468663"/>
        </pc:sldMkLst>
        <pc:spChg chg="del">
          <ac:chgData name="Takeuchi, Koichiro" userId="b3848a05-443b-4434-8fa5-7398ca0c03c9" providerId="ADAL" clId="{9101E218-1D98-47F3-8AF3-D91650792D17}" dt="2024-05-27T08:21:52.568" v="3" actId="478"/>
          <ac:spMkLst>
            <pc:docMk/>
            <pc:sldMk cId="1695821962" sldId="2147468663"/>
            <ac:spMk id="8" creationId="{E25B4093-E5BC-031E-2D42-98B8C61DF278}"/>
          </ac:spMkLst>
        </pc:spChg>
      </pc:sldChg>
      <pc:sldChg chg="del">
        <pc:chgData name="Takeuchi, Koichiro" userId="b3848a05-443b-4434-8fa5-7398ca0c03c9" providerId="ADAL" clId="{9101E218-1D98-47F3-8AF3-D91650792D17}" dt="2024-05-27T08:37:16.208" v="344" actId="47"/>
        <pc:sldMkLst>
          <pc:docMk/>
          <pc:sldMk cId="4161607056" sldId="2147468664"/>
        </pc:sldMkLst>
      </pc:sldChg>
      <pc:sldChg chg="delSp modSp mod">
        <pc:chgData name="Takeuchi, Koichiro" userId="b3848a05-443b-4434-8fa5-7398ca0c03c9" providerId="ADAL" clId="{9101E218-1D98-47F3-8AF3-D91650792D17}" dt="2024-05-27T08:37:52.315" v="349" actId="20577"/>
        <pc:sldMkLst>
          <pc:docMk/>
          <pc:sldMk cId="4282457053" sldId="2147468665"/>
        </pc:sldMkLst>
        <pc:spChg chg="mod">
          <ac:chgData name="Takeuchi, Koichiro" userId="b3848a05-443b-4434-8fa5-7398ca0c03c9" providerId="ADAL" clId="{9101E218-1D98-47F3-8AF3-D91650792D17}" dt="2024-05-27T08:37:52.315" v="349" actId="20577"/>
          <ac:spMkLst>
            <pc:docMk/>
            <pc:sldMk cId="4282457053" sldId="2147468665"/>
            <ac:spMk id="4" creationId="{4E91C10C-2DEB-B4D7-60F2-3238F2D38E1C}"/>
          </ac:spMkLst>
        </pc:spChg>
        <pc:spChg chg="del">
          <ac:chgData name="Takeuchi, Koichiro" userId="b3848a05-443b-4434-8fa5-7398ca0c03c9" providerId="ADAL" clId="{9101E218-1D98-47F3-8AF3-D91650792D17}" dt="2024-05-27T08:22:22.767" v="4" actId="478"/>
          <ac:spMkLst>
            <pc:docMk/>
            <pc:sldMk cId="4282457053" sldId="2147468665"/>
            <ac:spMk id="97" creationId="{40848837-0E64-8A7B-05BA-F3ACE1641505}"/>
          </ac:spMkLst>
        </pc:spChg>
      </pc:sldChg>
      <pc:sldChg chg="addSp delSp modSp mod">
        <pc:chgData name="Takeuchi, Koichiro" userId="b3848a05-443b-4434-8fa5-7398ca0c03c9" providerId="ADAL" clId="{9101E218-1D98-47F3-8AF3-D91650792D17}" dt="2024-05-27T08:22:56.752" v="16" actId="14100"/>
        <pc:sldMkLst>
          <pc:docMk/>
          <pc:sldMk cId="2527263272" sldId="2147468666"/>
        </pc:sldMkLst>
        <pc:spChg chg="add mod">
          <ac:chgData name="Takeuchi, Koichiro" userId="b3848a05-443b-4434-8fa5-7398ca0c03c9" providerId="ADAL" clId="{9101E218-1D98-47F3-8AF3-D91650792D17}" dt="2024-05-27T08:22:56.752" v="16" actId="14100"/>
          <ac:spMkLst>
            <pc:docMk/>
            <pc:sldMk cId="2527263272" sldId="2147468666"/>
            <ac:spMk id="3" creationId="{4DB3E926-B7FA-98D2-465F-C34BD60566C4}"/>
          </ac:spMkLst>
        </pc:spChg>
        <pc:spChg chg="del">
          <ac:chgData name="Takeuchi, Koichiro" userId="b3848a05-443b-4434-8fa5-7398ca0c03c9" providerId="ADAL" clId="{9101E218-1D98-47F3-8AF3-D91650792D17}" dt="2024-05-27T08:22:28.738" v="5" actId="478"/>
          <ac:spMkLst>
            <pc:docMk/>
            <pc:sldMk cId="2527263272" sldId="2147468666"/>
            <ac:spMk id="52" creationId="{8F380167-8699-09CD-1238-FA1D13B1CDF1}"/>
          </ac:spMkLst>
        </pc:spChg>
      </pc:sldChg>
      <pc:sldChg chg="modSp mod">
        <pc:chgData name="Takeuchi, Koichiro" userId="b3848a05-443b-4434-8fa5-7398ca0c03c9" providerId="ADAL" clId="{9101E218-1D98-47F3-8AF3-D91650792D17}" dt="2024-05-27T08:23:39.759" v="17" actId="20577"/>
        <pc:sldMkLst>
          <pc:docMk/>
          <pc:sldMk cId="908662233" sldId="2147468668"/>
        </pc:sldMkLst>
        <pc:spChg chg="mod">
          <ac:chgData name="Takeuchi, Koichiro" userId="b3848a05-443b-4434-8fa5-7398ca0c03c9" providerId="ADAL" clId="{9101E218-1D98-47F3-8AF3-D91650792D17}" dt="2024-05-27T08:23:39.759" v="17" actId="20577"/>
          <ac:spMkLst>
            <pc:docMk/>
            <pc:sldMk cId="908662233" sldId="2147468668"/>
            <ac:spMk id="9" creationId="{AF25EA85-F864-A148-B359-B1335CA54D0C}"/>
          </ac:spMkLst>
        </pc:spChg>
      </pc:sldChg>
      <pc:sldChg chg="modSp mod">
        <pc:chgData name="Takeuchi, Koichiro" userId="b3848a05-443b-4434-8fa5-7398ca0c03c9" providerId="ADAL" clId="{9101E218-1D98-47F3-8AF3-D91650792D17}" dt="2024-05-27T08:24:04.232" v="46" actId="20577"/>
        <pc:sldMkLst>
          <pc:docMk/>
          <pc:sldMk cId="391420764" sldId="2147468669"/>
        </pc:sldMkLst>
        <pc:spChg chg="mod">
          <ac:chgData name="Takeuchi, Koichiro" userId="b3848a05-443b-4434-8fa5-7398ca0c03c9" providerId="ADAL" clId="{9101E218-1D98-47F3-8AF3-D91650792D17}" dt="2024-05-27T08:24:04.232" v="46" actId="20577"/>
          <ac:spMkLst>
            <pc:docMk/>
            <pc:sldMk cId="391420764" sldId="2147468669"/>
            <ac:spMk id="3" creationId="{6F87811F-22A0-40CB-5137-F9234735B4E4}"/>
          </ac:spMkLst>
        </pc:spChg>
      </pc:sldChg>
      <pc:sldChg chg="del">
        <pc:chgData name="Takeuchi, Koichiro" userId="b3848a05-443b-4434-8fa5-7398ca0c03c9" providerId="ADAL" clId="{9101E218-1D98-47F3-8AF3-D91650792D17}" dt="2024-05-27T08:31:14.829" v="138" actId="47"/>
        <pc:sldMkLst>
          <pc:docMk/>
          <pc:sldMk cId="220710022" sldId="2147468672"/>
        </pc:sldMkLst>
      </pc:sldChg>
      <pc:sldChg chg="addSp delSp modSp mod">
        <pc:chgData name="Takeuchi, Koichiro" userId="b3848a05-443b-4434-8fa5-7398ca0c03c9" providerId="ADAL" clId="{9101E218-1D98-47F3-8AF3-D91650792D17}" dt="2024-05-27T08:37:08.472" v="343" actId="20577"/>
        <pc:sldMkLst>
          <pc:docMk/>
          <pc:sldMk cId="3530669204" sldId="2147480794"/>
        </pc:sldMkLst>
        <pc:spChg chg="mod">
          <ac:chgData name="Takeuchi, Koichiro" userId="b3848a05-443b-4434-8fa5-7398ca0c03c9" providerId="ADAL" clId="{9101E218-1D98-47F3-8AF3-D91650792D17}" dt="2024-05-27T08:37:08.472" v="343" actId="20577"/>
          <ac:spMkLst>
            <pc:docMk/>
            <pc:sldMk cId="3530669204" sldId="2147480794"/>
            <ac:spMk id="2" creationId="{236E8044-5707-32C9-BB39-B5830ACA9388}"/>
          </ac:spMkLst>
        </pc:spChg>
        <pc:spChg chg="mod">
          <ac:chgData name="Takeuchi, Koichiro" userId="b3848a05-443b-4434-8fa5-7398ca0c03c9" providerId="ADAL" clId="{9101E218-1D98-47F3-8AF3-D91650792D17}" dt="2024-05-27T08:26:32.998" v="135" actId="164"/>
          <ac:spMkLst>
            <pc:docMk/>
            <pc:sldMk cId="3530669204" sldId="2147480794"/>
            <ac:spMk id="3" creationId="{7283448C-C2AA-FFB3-0F48-D72492AA42EF}"/>
          </ac:spMkLst>
        </pc:spChg>
        <pc:spChg chg="mod">
          <ac:chgData name="Takeuchi, Koichiro" userId="b3848a05-443b-4434-8fa5-7398ca0c03c9" providerId="ADAL" clId="{9101E218-1D98-47F3-8AF3-D91650792D17}" dt="2024-05-27T08:25:26.295" v="105" actId="20577"/>
          <ac:spMkLst>
            <pc:docMk/>
            <pc:sldMk cId="3530669204" sldId="2147480794"/>
            <ac:spMk id="7" creationId="{1B5211A4-A2F7-DA77-FBA5-5E4B3AB84E16}"/>
          </ac:spMkLst>
        </pc:spChg>
        <pc:spChg chg="add del mod">
          <ac:chgData name="Takeuchi, Koichiro" userId="b3848a05-443b-4434-8fa5-7398ca0c03c9" providerId="ADAL" clId="{9101E218-1D98-47F3-8AF3-D91650792D17}" dt="2024-05-27T08:34:35.426" v="320" actId="478"/>
          <ac:spMkLst>
            <pc:docMk/>
            <pc:sldMk cId="3530669204" sldId="2147480794"/>
            <ac:spMk id="8" creationId="{591CA305-091B-705F-AA6A-3823D5B2379F}"/>
          </ac:spMkLst>
        </pc:spChg>
        <pc:spChg chg="mod">
          <ac:chgData name="Takeuchi, Koichiro" userId="b3848a05-443b-4434-8fa5-7398ca0c03c9" providerId="ADAL" clId="{9101E218-1D98-47F3-8AF3-D91650792D17}" dt="2024-05-27T08:34:33.165" v="319" actId="20577"/>
          <ac:spMkLst>
            <pc:docMk/>
            <pc:sldMk cId="3530669204" sldId="2147480794"/>
            <ac:spMk id="12" creationId="{26DC941C-576A-D927-9AC2-62538BC1BF71}"/>
          </ac:spMkLst>
        </pc:spChg>
        <pc:spChg chg="mod">
          <ac:chgData name="Takeuchi, Koichiro" userId="b3848a05-443b-4434-8fa5-7398ca0c03c9" providerId="ADAL" clId="{9101E218-1D98-47F3-8AF3-D91650792D17}" dt="2024-05-27T08:26:32.998" v="135" actId="164"/>
          <ac:spMkLst>
            <pc:docMk/>
            <pc:sldMk cId="3530669204" sldId="2147480794"/>
            <ac:spMk id="13" creationId="{4E845ACE-23B3-25E4-65FE-6D0CEE69A0FF}"/>
          </ac:spMkLst>
        </pc:spChg>
        <pc:spChg chg="mod">
          <ac:chgData name="Takeuchi, Koichiro" userId="b3848a05-443b-4434-8fa5-7398ca0c03c9" providerId="ADAL" clId="{9101E218-1D98-47F3-8AF3-D91650792D17}" dt="2024-05-27T08:26:32.998" v="135" actId="164"/>
          <ac:spMkLst>
            <pc:docMk/>
            <pc:sldMk cId="3530669204" sldId="2147480794"/>
            <ac:spMk id="16" creationId="{617E6CC5-E981-4213-4242-3781147CE344}"/>
          </ac:spMkLst>
        </pc:spChg>
        <pc:spChg chg="mod">
          <ac:chgData name="Takeuchi, Koichiro" userId="b3848a05-443b-4434-8fa5-7398ca0c03c9" providerId="ADAL" clId="{9101E218-1D98-47F3-8AF3-D91650792D17}" dt="2024-05-27T08:26:32.998" v="135" actId="164"/>
          <ac:spMkLst>
            <pc:docMk/>
            <pc:sldMk cId="3530669204" sldId="2147480794"/>
            <ac:spMk id="30" creationId="{058CE3D4-AFF8-BCE4-358F-C991B1BCEAD4}"/>
          </ac:spMkLst>
        </pc:spChg>
        <pc:spChg chg="mod">
          <ac:chgData name="Takeuchi, Koichiro" userId="b3848a05-443b-4434-8fa5-7398ca0c03c9" providerId="ADAL" clId="{9101E218-1D98-47F3-8AF3-D91650792D17}" dt="2024-05-27T08:26:32.998" v="135" actId="164"/>
          <ac:spMkLst>
            <pc:docMk/>
            <pc:sldMk cId="3530669204" sldId="2147480794"/>
            <ac:spMk id="40" creationId="{00D7C407-F1F8-02D4-2BF1-078D990A55F8}"/>
          </ac:spMkLst>
        </pc:spChg>
        <pc:spChg chg="del">
          <ac:chgData name="Takeuchi, Koichiro" userId="b3848a05-443b-4434-8fa5-7398ca0c03c9" providerId="ADAL" clId="{9101E218-1D98-47F3-8AF3-D91650792D17}" dt="2024-05-27T08:24:33.959" v="47" actId="478"/>
          <ac:spMkLst>
            <pc:docMk/>
            <pc:sldMk cId="3530669204" sldId="2147480794"/>
            <ac:spMk id="50" creationId="{EC91DEA5-C9C9-FF3D-9931-D5146ED1628D}"/>
          </ac:spMkLst>
        </pc:spChg>
        <pc:grpChg chg="add mod">
          <ac:chgData name="Takeuchi, Koichiro" userId="b3848a05-443b-4434-8fa5-7398ca0c03c9" providerId="ADAL" clId="{9101E218-1D98-47F3-8AF3-D91650792D17}" dt="2024-05-27T08:26:35.389" v="136" actId="12788"/>
          <ac:grpSpMkLst>
            <pc:docMk/>
            <pc:sldMk cId="3530669204" sldId="2147480794"/>
            <ac:grpSpMk id="4" creationId="{15A6FB33-EE5D-265B-BCBC-2F05CDE82C93}"/>
          </ac:grpSpMkLst>
        </pc:grpChg>
        <pc:picChg chg="mod">
          <ac:chgData name="Takeuchi, Koichiro" userId="b3848a05-443b-4434-8fa5-7398ca0c03c9" providerId="ADAL" clId="{9101E218-1D98-47F3-8AF3-D91650792D17}" dt="2024-05-27T08:26:32.998" v="135" actId="164"/>
          <ac:picMkLst>
            <pc:docMk/>
            <pc:sldMk cId="3530669204" sldId="2147480794"/>
            <ac:picMk id="10" creationId="{7CB25799-E983-64FF-81DF-CC7172679947}"/>
          </ac:picMkLst>
        </pc:picChg>
        <pc:picChg chg="mod">
          <ac:chgData name="Takeuchi, Koichiro" userId="b3848a05-443b-4434-8fa5-7398ca0c03c9" providerId="ADAL" clId="{9101E218-1D98-47F3-8AF3-D91650792D17}" dt="2024-05-27T08:26:32.998" v="135" actId="164"/>
          <ac:picMkLst>
            <pc:docMk/>
            <pc:sldMk cId="3530669204" sldId="2147480794"/>
            <ac:picMk id="14" creationId="{02704DD5-8396-4DA5-8DC6-9F1214CB1B57}"/>
          </ac:picMkLst>
        </pc:picChg>
        <pc:picChg chg="mod">
          <ac:chgData name="Takeuchi, Koichiro" userId="b3848a05-443b-4434-8fa5-7398ca0c03c9" providerId="ADAL" clId="{9101E218-1D98-47F3-8AF3-D91650792D17}" dt="2024-05-27T08:26:32.998" v="135" actId="164"/>
          <ac:picMkLst>
            <pc:docMk/>
            <pc:sldMk cId="3530669204" sldId="2147480794"/>
            <ac:picMk id="17" creationId="{FFA40AC8-2934-29E8-59D5-B5E5F8ED613D}"/>
          </ac:picMkLst>
        </pc:picChg>
      </pc:sldChg>
      <pc:sldMasterChg chg="delSldLayout">
        <pc:chgData name="Takeuchi, Koichiro" userId="b3848a05-443b-4434-8fa5-7398ca0c03c9" providerId="ADAL" clId="{9101E218-1D98-47F3-8AF3-D91650792D17}" dt="2024-05-27T08:31:14.347" v="137" actId="47"/>
        <pc:sldMasterMkLst>
          <pc:docMk/>
          <pc:sldMasterMk cId="99208917" sldId="2147483662"/>
        </pc:sldMasterMkLst>
        <pc:sldLayoutChg chg="del">
          <pc:chgData name="Takeuchi, Koichiro" userId="b3848a05-443b-4434-8fa5-7398ca0c03c9" providerId="ADAL" clId="{9101E218-1D98-47F3-8AF3-D91650792D17}" dt="2024-05-27T08:31:14.347" v="137" actId="47"/>
          <pc:sldLayoutMkLst>
            <pc:docMk/>
            <pc:sldMasterMk cId="99208917" sldId="2147483662"/>
            <pc:sldLayoutMk cId="273335592" sldId="2147483684"/>
          </pc:sldLayoutMkLst>
        </pc:sldLayoutChg>
      </pc:sldMasterChg>
    </pc:docChg>
  </pc:docChgLst>
  <pc:docChgLst>
    <pc:chgData name="Kaneda, Yuji" userId="1a4dee4e-c192-4eea-a59e-576cfae894ce" providerId="ADAL" clId="{D7085463-F373-41DA-9FE1-8820A86AF3D9}"/>
    <pc:docChg chg="undo custSel modSld">
      <pc:chgData name="Kaneda, Yuji" userId="1a4dee4e-c192-4eea-a59e-576cfae894ce" providerId="ADAL" clId="{D7085463-F373-41DA-9FE1-8820A86AF3D9}" dt="2024-02-09T07:22:12.400" v="620" actId="20577"/>
      <pc:docMkLst>
        <pc:docMk/>
      </pc:docMkLst>
      <pc:sldChg chg="modSp mod">
        <pc:chgData name="Kaneda, Yuji" userId="1a4dee4e-c192-4eea-a59e-576cfae894ce" providerId="ADAL" clId="{D7085463-F373-41DA-9FE1-8820A86AF3D9}" dt="2024-02-09T07:22:12.400" v="620" actId="20577"/>
        <pc:sldMkLst>
          <pc:docMk/>
          <pc:sldMk cId="1060982302" sldId="2147468617"/>
        </pc:sldMkLst>
        <pc:spChg chg="mod">
          <ac:chgData name="Kaneda, Yuji" userId="1a4dee4e-c192-4eea-a59e-576cfae894ce" providerId="ADAL" clId="{D7085463-F373-41DA-9FE1-8820A86AF3D9}" dt="2024-02-09T07:22:12.400" v="620" actId="20577"/>
          <ac:spMkLst>
            <pc:docMk/>
            <pc:sldMk cId="1060982302" sldId="2147468617"/>
            <ac:spMk id="9" creationId="{398BB613-BB56-B211-3C55-7FF51BC3AC60}"/>
          </ac:spMkLst>
        </pc:spChg>
      </pc:sldChg>
      <pc:sldChg chg="modSp mod">
        <pc:chgData name="Kaneda, Yuji" userId="1a4dee4e-c192-4eea-a59e-576cfae894ce" providerId="ADAL" clId="{D7085463-F373-41DA-9FE1-8820A86AF3D9}" dt="2024-02-09T07:21:32.322" v="605" actId="20577"/>
        <pc:sldMkLst>
          <pc:docMk/>
          <pc:sldMk cId="2025993153" sldId="2147468647"/>
        </pc:sldMkLst>
        <pc:spChg chg="mod">
          <ac:chgData name="Kaneda, Yuji" userId="1a4dee4e-c192-4eea-a59e-576cfae894ce" providerId="ADAL" clId="{D7085463-F373-41DA-9FE1-8820A86AF3D9}" dt="2024-02-09T07:21:32.322" v="605" actId="20577"/>
          <ac:spMkLst>
            <pc:docMk/>
            <pc:sldMk cId="2025993153" sldId="2147468647"/>
            <ac:spMk id="2" creationId="{D330C548-A4DB-9B3B-D302-5DA6CA980022}"/>
          </ac:spMkLst>
        </pc:spChg>
        <pc:spChg chg="mod">
          <ac:chgData name="Kaneda, Yuji" userId="1a4dee4e-c192-4eea-a59e-576cfae894ce" providerId="ADAL" clId="{D7085463-F373-41DA-9FE1-8820A86AF3D9}" dt="2024-02-09T04:14:29.089" v="110" actId="20577"/>
          <ac:spMkLst>
            <pc:docMk/>
            <pc:sldMk cId="2025993153" sldId="2147468647"/>
            <ac:spMk id="8" creationId="{753ADA55-D29B-FA45-9A8B-4AE5E0B23236}"/>
          </ac:spMkLst>
        </pc:spChg>
      </pc:sldChg>
      <pc:sldChg chg="modSp mod">
        <pc:chgData name="Kaneda, Yuji" userId="1a4dee4e-c192-4eea-a59e-576cfae894ce" providerId="ADAL" clId="{D7085463-F373-41DA-9FE1-8820A86AF3D9}" dt="2024-02-09T07:20:10.375" v="565" actId="20577"/>
        <pc:sldMkLst>
          <pc:docMk/>
          <pc:sldMk cId="3961304525" sldId="2147468648"/>
        </pc:sldMkLst>
        <pc:spChg chg="mod">
          <ac:chgData name="Kaneda, Yuji" userId="1a4dee4e-c192-4eea-a59e-576cfae894ce" providerId="ADAL" clId="{D7085463-F373-41DA-9FE1-8820A86AF3D9}" dt="2024-02-09T07:19:44.654" v="556" actId="14100"/>
          <ac:spMkLst>
            <pc:docMk/>
            <pc:sldMk cId="3961304525" sldId="2147468648"/>
            <ac:spMk id="2" creationId="{6DC485D3-3BBF-6B24-C6E3-D6AC4117C298}"/>
          </ac:spMkLst>
        </pc:spChg>
        <pc:spChg chg="mod">
          <ac:chgData name="Kaneda, Yuji" userId="1a4dee4e-c192-4eea-a59e-576cfae894ce" providerId="ADAL" clId="{D7085463-F373-41DA-9FE1-8820A86AF3D9}" dt="2024-02-09T07:19:44.654" v="556" actId="14100"/>
          <ac:spMkLst>
            <pc:docMk/>
            <pc:sldMk cId="3961304525" sldId="2147468648"/>
            <ac:spMk id="3" creationId="{081560EC-306B-3A4E-ECC5-74D3240ED5D1}"/>
          </ac:spMkLst>
        </pc:spChg>
        <pc:spChg chg="mod">
          <ac:chgData name="Kaneda, Yuji" userId="1a4dee4e-c192-4eea-a59e-576cfae894ce" providerId="ADAL" clId="{D7085463-F373-41DA-9FE1-8820A86AF3D9}" dt="2024-02-09T07:20:10.375" v="565" actId="20577"/>
          <ac:spMkLst>
            <pc:docMk/>
            <pc:sldMk cId="3961304525" sldId="2147468648"/>
            <ac:spMk id="4" creationId="{CCD27561-8326-C21A-3086-CDE6A0DB57BB}"/>
          </ac:spMkLst>
        </pc:spChg>
        <pc:spChg chg="mod">
          <ac:chgData name="Kaneda, Yuji" userId="1a4dee4e-c192-4eea-a59e-576cfae894ce" providerId="ADAL" clId="{D7085463-F373-41DA-9FE1-8820A86AF3D9}" dt="2024-02-09T07:18:30.805" v="505" actId="20577"/>
          <ac:spMkLst>
            <pc:docMk/>
            <pc:sldMk cId="3961304525" sldId="2147468648"/>
            <ac:spMk id="7" creationId="{61BEE415-5D19-0E26-AAC7-D470E02EAEE4}"/>
          </ac:spMkLst>
        </pc:spChg>
        <pc:spChg chg="mod">
          <ac:chgData name="Kaneda, Yuji" userId="1a4dee4e-c192-4eea-a59e-576cfae894ce" providerId="ADAL" clId="{D7085463-F373-41DA-9FE1-8820A86AF3D9}" dt="2024-02-09T07:16:53.924" v="485" actId="20577"/>
          <ac:spMkLst>
            <pc:docMk/>
            <pc:sldMk cId="3961304525" sldId="2147468648"/>
            <ac:spMk id="8" creationId="{753ADA55-D29B-FA45-9A8B-4AE5E0B23236}"/>
          </ac:spMkLst>
        </pc:spChg>
        <pc:spChg chg="mod">
          <ac:chgData name="Kaneda, Yuji" userId="1a4dee4e-c192-4eea-a59e-576cfae894ce" providerId="ADAL" clId="{D7085463-F373-41DA-9FE1-8820A86AF3D9}" dt="2024-02-09T07:18:21.370" v="503" actId="20577"/>
          <ac:spMkLst>
            <pc:docMk/>
            <pc:sldMk cId="3961304525" sldId="2147468648"/>
            <ac:spMk id="9" creationId="{8D5079BB-06F8-7E24-4567-3610EEC2F116}"/>
          </ac:spMkLst>
        </pc:spChg>
        <pc:cxnChg chg="mod">
          <ac:chgData name="Kaneda, Yuji" userId="1a4dee4e-c192-4eea-a59e-576cfae894ce" providerId="ADAL" clId="{D7085463-F373-41DA-9FE1-8820A86AF3D9}" dt="2024-02-09T07:19:44.654" v="556" actId="14100"/>
          <ac:cxnSpMkLst>
            <pc:docMk/>
            <pc:sldMk cId="3961304525" sldId="2147468648"/>
            <ac:cxnSpMk id="35" creationId="{7231EB20-A3E0-63D2-3CD8-A60E76937EB0}"/>
          </ac:cxnSpMkLst>
        </pc:cxnChg>
        <pc:cxnChg chg="mod">
          <ac:chgData name="Kaneda, Yuji" userId="1a4dee4e-c192-4eea-a59e-576cfae894ce" providerId="ADAL" clId="{D7085463-F373-41DA-9FE1-8820A86AF3D9}" dt="2024-02-09T07:19:44.654" v="556" actId="14100"/>
          <ac:cxnSpMkLst>
            <pc:docMk/>
            <pc:sldMk cId="3961304525" sldId="2147468648"/>
            <ac:cxnSpMk id="36" creationId="{4A0A7C61-0593-35BF-E911-9DF6C83688BE}"/>
          </ac:cxnSpMkLst>
        </pc:cxnChg>
        <pc:cxnChg chg="mod">
          <ac:chgData name="Kaneda, Yuji" userId="1a4dee4e-c192-4eea-a59e-576cfae894ce" providerId="ADAL" clId="{D7085463-F373-41DA-9FE1-8820A86AF3D9}" dt="2024-02-09T07:19:47.619" v="557" actId="14100"/>
          <ac:cxnSpMkLst>
            <pc:docMk/>
            <pc:sldMk cId="3961304525" sldId="2147468648"/>
            <ac:cxnSpMk id="38" creationId="{95CA3279-0F47-74BE-1321-B3D2E31F4220}"/>
          </ac:cxnSpMkLst>
        </pc:cxnChg>
      </pc:sldChg>
      <pc:sldChg chg="modSp mod">
        <pc:chgData name="Kaneda, Yuji" userId="1a4dee4e-c192-4eea-a59e-576cfae894ce" providerId="ADAL" clId="{D7085463-F373-41DA-9FE1-8820A86AF3D9}" dt="2024-02-09T07:17:53.248" v="493" actId="20577"/>
        <pc:sldMkLst>
          <pc:docMk/>
          <pc:sldMk cId="1378408446" sldId="2147468649"/>
        </pc:sldMkLst>
        <pc:spChg chg="mod">
          <ac:chgData name="Kaneda, Yuji" userId="1a4dee4e-c192-4eea-a59e-576cfae894ce" providerId="ADAL" clId="{D7085463-F373-41DA-9FE1-8820A86AF3D9}" dt="2024-02-09T07:17:53.248" v="493" actId="20577"/>
          <ac:spMkLst>
            <pc:docMk/>
            <pc:sldMk cId="1378408446" sldId="2147468649"/>
            <ac:spMk id="9" creationId="{8D5079BB-06F8-7E24-4567-3610EEC2F116}"/>
          </ac:spMkLst>
        </pc:spChg>
      </pc:sldChg>
      <pc:sldChg chg="modSp mod">
        <pc:chgData name="Kaneda, Yuji" userId="1a4dee4e-c192-4eea-a59e-576cfae894ce" providerId="ADAL" clId="{D7085463-F373-41DA-9FE1-8820A86AF3D9}" dt="2024-02-09T07:17:48.095" v="492" actId="20577"/>
        <pc:sldMkLst>
          <pc:docMk/>
          <pc:sldMk cId="2383594870" sldId="2147468650"/>
        </pc:sldMkLst>
        <pc:spChg chg="mod">
          <ac:chgData name="Kaneda, Yuji" userId="1a4dee4e-c192-4eea-a59e-576cfae894ce" providerId="ADAL" clId="{D7085463-F373-41DA-9FE1-8820A86AF3D9}" dt="2024-02-09T07:17:48.095" v="492" actId="20577"/>
          <ac:spMkLst>
            <pc:docMk/>
            <pc:sldMk cId="2383594870" sldId="2147468650"/>
            <ac:spMk id="9" creationId="{8D5079BB-06F8-7E24-4567-3610EEC2F116}"/>
          </ac:spMkLst>
        </pc:spChg>
      </pc:sldChg>
      <pc:sldChg chg="modSp mod">
        <pc:chgData name="Kaneda, Yuji" userId="1a4dee4e-c192-4eea-a59e-576cfae894ce" providerId="ADAL" clId="{D7085463-F373-41DA-9FE1-8820A86AF3D9}" dt="2024-02-09T07:17:59.703" v="496" actId="20577"/>
        <pc:sldMkLst>
          <pc:docMk/>
          <pc:sldMk cId="1939370276" sldId="2147468651"/>
        </pc:sldMkLst>
        <pc:spChg chg="mod">
          <ac:chgData name="Kaneda, Yuji" userId="1a4dee4e-c192-4eea-a59e-576cfae894ce" providerId="ADAL" clId="{D7085463-F373-41DA-9FE1-8820A86AF3D9}" dt="2024-02-09T07:17:59.703" v="496" actId="20577"/>
          <ac:spMkLst>
            <pc:docMk/>
            <pc:sldMk cId="1939370276" sldId="2147468651"/>
            <ac:spMk id="9" creationId="{8D5079BB-06F8-7E24-4567-3610EEC2F116}"/>
          </ac:spMkLst>
        </pc:spChg>
      </pc:sldChg>
      <pc:sldChg chg="modSp mod">
        <pc:chgData name="Kaneda, Yuji" userId="1a4dee4e-c192-4eea-a59e-576cfae894ce" providerId="ADAL" clId="{D7085463-F373-41DA-9FE1-8820A86AF3D9}" dt="2024-02-09T07:18:13.578" v="499" actId="20577"/>
        <pc:sldMkLst>
          <pc:docMk/>
          <pc:sldMk cId="3657440233" sldId="2147468652"/>
        </pc:sldMkLst>
        <pc:spChg chg="mod">
          <ac:chgData name="Kaneda, Yuji" userId="1a4dee4e-c192-4eea-a59e-576cfae894ce" providerId="ADAL" clId="{D7085463-F373-41DA-9FE1-8820A86AF3D9}" dt="2024-02-09T07:18:13.578" v="499" actId="20577"/>
          <ac:spMkLst>
            <pc:docMk/>
            <pc:sldMk cId="3657440233" sldId="2147468652"/>
            <ac:spMk id="9" creationId="{8D5079BB-06F8-7E24-4567-3610EEC2F116}"/>
          </ac:spMkLst>
        </pc:spChg>
      </pc:sldChg>
      <pc:sldChg chg="modSp mod">
        <pc:chgData name="Kaneda, Yuji" userId="1a4dee4e-c192-4eea-a59e-576cfae894ce" providerId="ADAL" clId="{D7085463-F373-41DA-9FE1-8820A86AF3D9}" dt="2024-02-09T07:18:15.648" v="500" actId="20577"/>
        <pc:sldMkLst>
          <pc:docMk/>
          <pc:sldMk cId="3802774104" sldId="2147468653"/>
        </pc:sldMkLst>
        <pc:spChg chg="mod">
          <ac:chgData name="Kaneda, Yuji" userId="1a4dee4e-c192-4eea-a59e-576cfae894ce" providerId="ADAL" clId="{D7085463-F373-41DA-9FE1-8820A86AF3D9}" dt="2024-02-09T07:18:15.648" v="500" actId="20577"/>
          <ac:spMkLst>
            <pc:docMk/>
            <pc:sldMk cId="3802774104" sldId="2147468653"/>
            <ac:spMk id="9" creationId="{8D5079BB-06F8-7E24-4567-3610EEC2F116}"/>
          </ac:spMkLst>
        </pc:spChg>
      </pc:sldChg>
      <pc:sldChg chg="modSp mod">
        <pc:chgData name="Kaneda, Yuji" userId="1a4dee4e-c192-4eea-a59e-576cfae894ce" providerId="ADAL" clId="{D7085463-F373-41DA-9FE1-8820A86AF3D9}" dt="2024-02-09T07:22:03.320" v="615" actId="20577"/>
        <pc:sldMkLst>
          <pc:docMk/>
          <pc:sldMk cId="2996908844" sldId="2147468654"/>
        </pc:sldMkLst>
        <pc:spChg chg="mod">
          <ac:chgData name="Kaneda, Yuji" userId="1a4dee4e-c192-4eea-a59e-576cfae894ce" providerId="ADAL" clId="{D7085463-F373-41DA-9FE1-8820A86AF3D9}" dt="2024-02-09T07:22:03.320" v="615" actId="20577"/>
          <ac:spMkLst>
            <pc:docMk/>
            <pc:sldMk cId="2996908844" sldId="2147468654"/>
            <ac:spMk id="9" creationId="{398BB613-BB56-B211-3C55-7FF51BC3AC60}"/>
          </ac:spMkLst>
        </pc:spChg>
      </pc:sldChg>
      <pc:sldChg chg="modSp mod">
        <pc:chgData name="Kaneda, Yuji" userId="1a4dee4e-c192-4eea-a59e-576cfae894ce" providerId="ADAL" clId="{D7085463-F373-41DA-9FE1-8820A86AF3D9}" dt="2024-02-09T07:21:21.532" v="601" actId="6549"/>
        <pc:sldMkLst>
          <pc:docMk/>
          <pc:sldMk cId="1434949714" sldId="2147468655"/>
        </pc:sldMkLst>
        <pc:spChg chg="mod">
          <ac:chgData name="Kaneda, Yuji" userId="1a4dee4e-c192-4eea-a59e-576cfae894ce" providerId="ADAL" clId="{D7085463-F373-41DA-9FE1-8820A86AF3D9}" dt="2024-02-09T07:21:21.532" v="601" actId="6549"/>
          <ac:spMkLst>
            <pc:docMk/>
            <pc:sldMk cId="1434949714" sldId="2147468655"/>
            <ac:spMk id="9" creationId="{398BB613-BB56-B211-3C55-7FF51BC3AC60}"/>
          </ac:spMkLst>
        </pc:spChg>
      </pc:sldChg>
      <pc:sldChg chg="modSp mod">
        <pc:chgData name="Kaneda, Yuji" userId="1a4dee4e-c192-4eea-a59e-576cfae894ce" providerId="ADAL" clId="{D7085463-F373-41DA-9FE1-8820A86AF3D9}" dt="2024-02-09T07:21:49.694" v="610" actId="20577"/>
        <pc:sldMkLst>
          <pc:docMk/>
          <pc:sldMk cId="683826975" sldId="2147468656"/>
        </pc:sldMkLst>
        <pc:spChg chg="mod">
          <ac:chgData name="Kaneda, Yuji" userId="1a4dee4e-c192-4eea-a59e-576cfae894ce" providerId="ADAL" clId="{D7085463-F373-41DA-9FE1-8820A86AF3D9}" dt="2024-02-09T07:21:49.694" v="610" actId="20577"/>
          <ac:spMkLst>
            <pc:docMk/>
            <pc:sldMk cId="683826975" sldId="2147468656"/>
            <ac:spMk id="9" creationId="{398BB613-BB56-B211-3C55-7FF51BC3AC60}"/>
          </ac:spMkLst>
        </pc:spChg>
      </pc:sldChg>
    </pc:docChg>
  </pc:docChgLst>
  <pc:docChgLst>
    <pc:chgData name="Mino, Akari" userId="S::akari.mino@accenture.com::c7bbf40d-9d1d-44a5-9602-36602871e457" providerId="AD" clId="Web-{8D1576AB-C48B-9A45-6F11-BF06CEEEB99D}"/>
    <pc:docChg chg="sldOrd">
      <pc:chgData name="Mino, Akari" userId="S::akari.mino@accenture.com::c7bbf40d-9d1d-44a5-9602-36602871e457" providerId="AD" clId="Web-{8D1576AB-C48B-9A45-6F11-BF06CEEEB99D}" dt="2024-09-26T02:28:19.907" v="0"/>
      <pc:docMkLst>
        <pc:docMk/>
      </pc:docMkLst>
      <pc:sldChg chg="ord">
        <pc:chgData name="Mino, Akari" userId="S::akari.mino@accenture.com::c7bbf40d-9d1d-44a5-9602-36602871e457" providerId="AD" clId="Web-{8D1576AB-C48B-9A45-6F11-BF06CEEEB99D}" dt="2024-09-26T02:28:19.907" v="0"/>
        <pc:sldMkLst>
          <pc:docMk/>
          <pc:sldMk cId="4035365044" sldId="2147480851"/>
        </pc:sldMkLst>
      </pc:sldChg>
    </pc:docChg>
  </pc:docChgLst>
  <pc:docChgLst>
    <pc:chgData name="Takeuchi, Koichiro" userId="b3848a05-443b-4434-8fa5-7398ca0c03c9" providerId="ADAL" clId="{D2683B93-7CE9-4F21-834C-24C7479A75D0}"/>
    <pc:docChg chg="modSld">
      <pc:chgData name="Takeuchi, Koichiro" userId="b3848a05-443b-4434-8fa5-7398ca0c03c9" providerId="ADAL" clId="{D2683B93-7CE9-4F21-834C-24C7479A75D0}" dt="2024-09-26T01:52:21.289" v="44" actId="20577"/>
      <pc:docMkLst>
        <pc:docMk/>
      </pc:docMkLst>
      <pc:sldChg chg="modSp mod">
        <pc:chgData name="Takeuchi, Koichiro" userId="b3848a05-443b-4434-8fa5-7398ca0c03c9" providerId="ADAL" clId="{D2683B93-7CE9-4F21-834C-24C7479A75D0}" dt="2024-09-26T01:52:21.289" v="44" actId="20577"/>
        <pc:sldMkLst>
          <pc:docMk/>
          <pc:sldMk cId="684610595" sldId="2147468582"/>
        </pc:sldMkLst>
        <pc:spChg chg="mod">
          <ac:chgData name="Takeuchi, Koichiro" userId="b3848a05-443b-4434-8fa5-7398ca0c03c9" providerId="ADAL" clId="{D2683B93-7CE9-4F21-834C-24C7479A75D0}" dt="2024-09-26T01:52:21.289" v="44" actId="20577"/>
          <ac:spMkLst>
            <pc:docMk/>
            <pc:sldMk cId="684610595" sldId="2147468582"/>
            <ac:spMk id="7" creationId="{A22762E2-0815-406B-AB18-FC327E470E5A}"/>
          </ac:spMkLst>
        </pc:spChg>
      </pc:sldChg>
    </pc:docChg>
  </pc:docChgLst>
  <pc:docChgLst>
    <pc:chgData name="Takeuchi, Koichiro" userId="b3848a05-443b-4434-8fa5-7398ca0c03c9" providerId="ADAL" clId="{0BCE8C6C-860B-4961-8907-604115D89DF6}"/>
    <pc:docChg chg="undo redo custSel addSld delSld modSld modSection">
      <pc:chgData name="Takeuchi, Koichiro" userId="b3848a05-443b-4434-8fa5-7398ca0c03c9" providerId="ADAL" clId="{0BCE8C6C-860B-4961-8907-604115D89DF6}" dt="2024-07-01T09:28:18.762" v="19621" actId="47"/>
      <pc:docMkLst>
        <pc:docMk/>
      </pc:docMkLst>
      <pc:sldChg chg="modSp del mod">
        <pc:chgData name="Takeuchi, Koichiro" userId="b3848a05-443b-4434-8fa5-7398ca0c03c9" providerId="ADAL" clId="{0BCE8C6C-860B-4961-8907-604115D89DF6}" dt="2024-06-27T02:49:06.255" v="14896" actId="47"/>
        <pc:sldMkLst>
          <pc:docMk/>
          <pc:sldMk cId="1771412347" sldId="2147480805"/>
        </pc:sldMkLst>
        <pc:spChg chg="mod">
          <ac:chgData name="Takeuchi, Koichiro" userId="b3848a05-443b-4434-8fa5-7398ca0c03c9" providerId="ADAL" clId="{0BCE8C6C-860B-4961-8907-604115D89DF6}" dt="2024-06-27T02:24:56.927" v="13843" actId="1076"/>
          <ac:spMkLst>
            <pc:docMk/>
            <pc:sldMk cId="1771412347" sldId="2147480805"/>
            <ac:spMk id="5" creationId="{72CCA9CC-3A88-7CAC-9089-56B0661016F1}"/>
          </ac:spMkLst>
        </pc:spChg>
      </pc:sldChg>
      <pc:sldChg chg="addSp delSp modSp mod">
        <pc:chgData name="Takeuchi, Koichiro" userId="b3848a05-443b-4434-8fa5-7398ca0c03c9" providerId="ADAL" clId="{0BCE8C6C-860B-4961-8907-604115D89DF6}" dt="2024-06-27T08:27:40.680" v="17638" actId="20577"/>
        <pc:sldMkLst>
          <pc:docMk/>
          <pc:sldMk cId="323859429" sldId="2147480809"/>
        </pc:sldMkLst>
        <pc:spChg chg="mod">
          <ac:chgData name="Takeuchi, Koichiro" userId="b3848a05-443b-4434-8fa5-7398ca0c03c9" providerId="ADAL" clId="{0BCE8C6C-860B-4961-8907-604115D89DF6}" dt="2024-06-27T02:52:45.269" v="15281" actId="14100"/>
          <ac:spMkLst>
            <pc:docMk/>
            <pc:sldMk cId="323859429" sldId="2147480809"/>
            <ac:spMk id="3" creationId="{74D5AF54-6C3B-624F-B9A7-63D60A5A15A8}"/>
          </ac:spMkLst>
        </pc:spChg>
        <pc:spChg chg="add del mod">
          <ac:chgData name="Takeuchi, Koichiro" userId="b3848a05-443b-4434-8fa5-7398ca0c03c9" providerId="ADAL" clId="{0BCE8C6C-860B-4961-8907-604115D89DF6}" dt="2024-06-27T00:11:40.490" v="7603" actId="478"/>
          <ac:spMkLst>
            <pc:docMk/>
            <pc:sldMk cId="323859429" sldId="2147480809"/>
            <ac:spMk id="4" creationId="{B433E7B3-26C1-40AF-573C-86A5DF46B6C6}"/>
          </ac:spMkLst>
        </pc:spChg>
        <pc:spChg chg="mod">
          <ac:chgData name="Takeuchi, Koichiro" userId="b3848a05-443b-4434-8fa5-7398ca0c03c9" providerId="ADAL" clId="{0BCE8C6C-860B-4961-8907-604115D89DF6}" dt="2024-06-27T00:22:49.181" v="8223" actId="1035"/>
          <ac:spMkLst>
            <pc:docMk/>
            <pc:sldMk cId="323859429" sldId="2147480809"/>
            <ac:spMk id="7" creationId="{922828E7-750B-A7B6-D196-FE8A1106513F}"/>
          </ac:spMkLst>
        </pc:spChg>
        <pc:spChg chg="add del mod">
          <ac:chgData name="Takeuchi, Koichiro" userId="b3848a05-443b-4434-8fa5-7398ca0c03c9" providerId="ADAL" clId="{0BCE8C6C-860B-4961-8907-604115D89DF6}" dt="2024-06-27T00:22:58.804" v="8225" actId="478"/>
          <ac:spMkLst>
            <pc:docMk/>
            <pc:sldMk cId="323859429" sldId="2147480809"/>
            <ac:spMk id="9" creationId="{A70F8301-AF80-B48D-5C35-CC018DF5F8BF}"/>
          </ac:spMkLst>
        </pc:spChg>
        <pc:spChg chg="add del mod">
          <ac:chgData name="Takeuchi, Koichiro" userId="b3848a05-443b-4434-8fa5-7398ca0c03c9" providerId="ADAL" clId="{0BCE8C6C-860B-4961-8907-604115D89DF6}" dt="2024-06-27T02:52:47.320" v="15282" actId="478"/>
          <ac:spMkLst>
            <pc:docMk/>
            <pc:sldMk cId="323859429" sldId="2147480809"/>
            <ac:spMk id="10" creationId="{DE1B07E7-2A85-5E12-AAC0-DA064BCC9F02}"/>
          </ac:spMkLst>
        </pc:spChg>
        <pc:spChg chg="mod">
          <ac:chgData name="Takeuchi, Koichiro" userId="b3848a05-443b-4434-8fa5-7398ca0c03c9" providerId="ADAL" clId="{0BCE8C6C-860B-4961-8907-604115D89DF6}" dt="2024-06-27T02:51:24.822" v="15060" actId="113"/>
          <ac:spMkLst>
            <pc:docMk/>
            <pc:sldMk cId="323859429" sldId="2147480809"/>
            <ac:spMk id="11" creationId="{717EA1C2-564A-F53F-F442-2C714F464DA1}"/>
          </ac:spMkLst>
        </pc:spChg>
        <pc:spChg chg="mod">
          <ac:chgData name="Takeuchi, Koichiro" userId="b3848a05-443b-4434-8fa5-7398ca0c03c9" providerId="ADAL" clId="{0BCE8C6C-860B-4961-8907-604115D89DF6}" dt="2024-06-27T08:27:40.680" v="17638" actId="20577"/>
          <ac:spMkLst>
            <pc:docMk/>
            <pc:sldMk cId="323859429" sldId="2147480809"/>
            <ac:spMk id="13" creationId="{7EA7777E-2F8C-7EAF-00B8-6D8931F3EE7D}"/>
          </ac:spMkLst>
        </pc:spChg>
        <pc:spChg chg="mod">
          <ac:chgData name="Takeuchi, Koichiro" userId="b3848a05-443b-4434-8fa5-7398ca0c03c9" providerId="ADAL" clId="{0BCE8C6C-860B-4961-8907-604115D89DF6}" dt="2024-06-27T00:22:55.137" v="8224" actId="465"/>
          <ac:spMkLst>
            <pc:docMk/>
            <pc:sldMk cId="323859429" sldId="2147480809"/>
            <ac:spMk id="14" creationId="{BC179422-69D3-E378-7B3D-89D3749F8B79}"/>
          </ac:spMkLst>
        </pc:spChg>
      </pc:sldChg>
      <pc:sldChg chg="delSp modSp mod">
        <pc:chgData name="Takeuchi, Koichiro" userId="b3848a05-443b-4434-8fa5-7398ca0c03c9" providerId="ADAL" clId="{0BCE8C6C-860B-4961-8907-604115D89DF6}" dt="2024-06-27T08:27:27.288" v="17597" actId="478"/>
        <pc:sldMkLst>
          <pc:docMk/>
          <pc:sldMk cId="1710641726" sldId="2147480810"/>
        </pc:sldMkLst>
        <pc:spChg chg="del">
          <ac:chgData name="Takeuchi, Koichiro" userId="b3848a05-443b-4434-8fa5-7398ca0c03c9" providerId="ADAL" clId="{0BCE8C6C-860B-4961-8907-604115D89DF6}" dt="2024-06-27T08:27:27.288" v="17597" actId="478"/>
          <ac:spMkLst>
            <pc:docMk/>
            <pc:sldMk cId="1710641726" sldId="2147480810"/>
            <ac:spMk id="3" creationId="{D6BA42BE-6079-6AB3-E841-3080F6D77BAE}"/>
          </ac:spMkLst>
        </pc:spChg>
        <pc:spChg chg="del">
          <ac:chgData name="Takeuchi, Koichiro" userId="b3848a05-443b-4434-8fa5-7398ca0c03c9" providerId="ADAL" clId="{0BCE8C6C-860B-4961-8907-604115D89DF6}" dt="2024-06-27T08:27:27.288" v="17597" actId="478"/>
          <ac:spMkLst>
            <pc:docMk/>
            <pc:sldMk cId="1710641726" sldId="2147480810"/>
            <ac:spMk id="4" creationId="{3BD21EDE-0809-1C5E-1222-338190B17FF8}"/>
          </ac:spMkLst>
        </pc:spChg>
        <pc:spChg chg="mod">
          <ac:chgData name="Takeuchi, Koichiro" userId="b3848a05-443b-4434-8fa5-7398ca0c03c9" providerId="ADAL" clId="{0BCE8C6C-860B-4961-8907-604115D89DF6}" dt="2024-06-24T02:25:19.055" v="2469" actId="20577"/>
          <ac:spMkLst>
            <pc:docMk/>
            <pc:sldMk cId="1710641726" sldId="2147480810"/>
            <ac:spMk id="7" creationId="{4C331423-D31E-54C6-B603-3A2DCE7DE991}"/>
          </ac:spMkLst>
        </pc:spChg>
        <pc:spChg chg="del">
          <ac:chgData name="Takeuchi, Koichiro" userId="b3848a05-443b-4434-8fa5-7398ca0c03c9" providerId="ADAL" clId="{0BCE8C6C-860B-4961-8907-604115D89DF6}" dt="2024-06-27T08:27:27.288" v="17597" actId="478"/>
          <ac:spMkLst>
            <pc:docMk/>
            <pc:sldMk cId="1710641726" sldId="2147480810"/>
            <ac:spMk id="8" creationId="{44546FDB-8DB3-6BE5-7215-2FB8D69FB847}"/>
          </ac:spMkLst>
        </pc:spChg>
        <pc:spChg chg="del">
          <ac:chgData name="Takeuchi, Koichiro" userId="b3848a05-443b-4434-8fa5-7398ca0c03c9" providerId="ADAL" clId="{0BCE8C6C-860B-4961-8907-604115D89DF6}" dt="2024-06-27T08:27:27.288" v="17597" actId="478"/>
          <ac:spMkLst>
            <pc:docMk/>
            <pc:sldMk cId="1710641726" sldId="2147480810"/>
            <ac:spMk id="10" creationId="{57A3C6E0-94D6-7FFF-A358-1B7B59A88C71}"/>
          </ac:spMkLst>
        </pc:spChg>
      </pc:sldChg>
      <pc:sldChg chg="modSp mod">
        <pc:chgData name="Takeuchi, Koichiro" userId="b3848a05-443b-4434-8fa5-7398ca0c03c9" providerId="ADAL" clId="{0BCE8C6C-860B-4961-8907-604115D89DF6}" dt="2024-06-24T02:25:23.596" v="2482" actId="20577"/>
        <pc:sldMkLst>
          <pc:docMk/>
          <pc:sldMk cId="197750219" sldId="2147480811"/>
        </pc:sldMkLst>
        <pc:spChg chg="mod">
          <ac:chgData name="Takeuchi, Koichiro" userId="b3848a05-443b-4434-8fa5-7398ca0c03c9" providerId="ADAL" clId="{0BCE8C6C-860B-4961-8907-604115D89DF6}" dt="2024-06-24T02:25:23.596" v="2482" actId="20577"/>
          <ac:spMkLst>
            <pc:docMk/>
            <pc:sldMk cId="197750219" sldId="2147480811"/>
            <ac:spMk id="7" creationId="{4C331423-D31E-54C6-B603-3A2DCE7DE991}"/>
          </ac:spMkLst>
        </pc:spChg>
      </pc:sldChg>
      <pc:sldChg chg="modSp mod">
        <pc:chgData name="Takeuchi, Koichiro" userId="b3848a05-443b-4434-8fa5-7398ca0c03c9" providerId="ADAL" clId="{0BCE8C6C-860B-4961-8907-604115D89DF6}" dt="2024-06-24T02:25:28.490" v="2495" actId="20577"/>
        <pc:sldMkLst>
          <pc:docMk/>
          <pc:sldMk cId="3372364919" sldId="2147480812"/>
        </pc:sldMkLst>
        <pc:spChg chg="mod">
          <ac:chgData name="Takeuchi, Koichiro" userId="b3848a05-443b-4434-8fa5-7398ca0c03c9" providerId="ADAL" clId="{0BCE8C6C-860B-4961-8907-604115D89DF6}" dt="2024-06-24T02:25:28.490" v="2495" actId="20577"/>
          <ac:spMkLst>
            <pc:docMk/>
            <pc:sldMk cId="3372364919" sldId="2147480812"/>
            <ac:spMk id="7" creationId="{4C331423-D31E-54C6-B603-3A2DCE7DE991}"/>
          </ac:spMkLst>
        </pc:spChg>
      </pc:sldChg>
      <pc:sldChg chg="addSp modSp del mod">
        <pc:chgData name="Takeuchi, Koichiro" userId="b3848a05-443b-4434-8fa5-7398ca0c03c9" providerId="ADAL" clId="{0BCE8C6C-860B-4961-8907-604115D89DF6}" dt="2024-06-27T02:02:28.317" v="12919" actId="47"/>
        <pc:sldMkLst>
          <pc:docMk/>
          <pc:sldMk cId="2130791122" sldId="2147480817"/>
        </pc:sldMkLst>
        <pc:spChg chg="mod">
          <ac:chgData name="Takeuchi, Koichiro" userId="b3848a05-443b-4434-8fa5-7398ca0c03c9" providerId="ADAL" clId="{0BCE8C6C-860B-4961-8907-604115D89DF6}" dt="2024-06-27T00:24:04.469" v="8346" actId="20577"/>
          <ac:spMkLst>
            <pc:docMk/>
            <pc:sldMk cId="2130791122" sldId="2147480817"/>
            <ac:spMk id="2" creationId="{8F3ED2D0-8C64-20C8-AA22-0C1866CAB691}"/>
          </ac:spMkLst>
        </pc:spChg>
        <pc:spChg chg="add mod">
          <ac:chgData name="Takeuchi, Koichiro" userId="b3848a05-443b-4434-8fa5-7398ca0c03c9" providerId="ADAL" clId="{0BCE8C6C-860B-4961-8907-604115D89DF6}" dt="2024-06-27T00:49:15.209" v="9116" actId="20577"/>
          <ac:spMkLst>
            <pc:docMk/>
            <pc:sldMk cId="2130791122" sldId="2147480817"/>
            <ac:spMk id="15" creationId="{ED0F6225-4A49-FDC4-45E6-3D0FE1B08B38}"/>
          </ac:spMkLst>
        </pc:spChg>
        <pc:spChg chg="add mod">
          <ac:chgData name="Takeuchi, Koichiro" userId="b3848a05-443b-4434-8fa5-7398ca0c03c9" providerId="ADAL" clId="{0BCE8C6C-860B-4961-8907-604115D89DF6}" dt="2024-06-27T00:48:42.677" v="9070" actId="1076"/>
          <ac:spMkLst>
            <pc:docMk/>
            <pc:sldMk cId="2130791122" sldId="2147480817"/>
            <ac:spMk id="17" creationId="{161D1ADC-7A06-85A5-6A8C-823C7950F609}"/>
          </ac:spMkLst>
        </pc:spChg>
        <pc:spChg chg="mod">
          <ac:chgData name="Takeuchi, Koichiro" userId="b3848a05-443b-4434-8fa5-7398ca0c03c9" providerId="ADAL" clId="{0BCE8C6C-860B-4961-8907-604115D89DF6}" dt="2024-06-27T00:49:07.532" v="9096" actId="20577"/>
          <ac:spMkLst>
            <pc:docMk/>
            <pc:sldMk cId="2130791122" sldId="2147480817"/>
            <ac:spMk id="29" creationId="{33263DEC-6023-5330-3B8F-5DDA2FCF80E5}"/>
          </ac:spMkLst>
        </pc:spChg>
      </pc:sldChg>
      <pc:sldChg chg="addSp delSp modSp del mod">
        <pc:chgData name="Takeuchi, Koichiro" userId="b3848a05-443b-4434-8fa5-7398ca0c03c9" providerId="ADAL" clId="{0BCE8C6C-860B-4961-8907-604115D89DF6}" dt="2024-06-27T06:06:46.092" v="17468" actId="47"/>
        <pc:sldMkLst>
          <pc:docMk/>
          <pc:sldMk cId="3929662420" sldId="2147480818"/>
        </pc:sldMkLst>
        <pc:spChg chg="add mod">
          <ac:chgData name="Takeuchi, Koichiro" userId="b3848a05-443b-4434-8fa5-7398ca0c03c9" providerId="ADAL" clId="{0BCE8C6C-860B-4961-8907-604115D89DF6}" dt="2024-06-27T02:56:37.486" v="15283"/>
          <ac:spMkLst>
            <pc:docMk/>
            <pc:sldMk cId="3929662420" sldId="2147480818"/>
            <ac:spMk id="10" creationId="{8B9ECE40-4DA2-0B14-8651-17C03C91DEFE}"/>
          </ac:spMkLst>
        </pc:spChg>
        <pc:spChg chg="add mod">
          <ac:chgData name="Takeuchi, Koichiro" userId="b3848a05-443b-4434-8fa5-7398ca0c03c9" providerId="ADAL" clId="{0BCE8C6C-860B-4961-8907-604115D89DF6}" dt="2024-06-27T02:58:16.749" v="15592" actId="20577"/>
          <ac:spMkLst>
            <pc:docMk/>
            <pc:sldMk cId="3929662420" sldId="2147480818"/>
            <ac:spMk id="20" creationId="{9AD9180D-F622-F360-3307-8DCD06DEF623}"/>
          </ac:spMkLst>
        </pc:spChg>
        <pc:spChg chg="del">
          <ac:chgData name="Takeuchi, Koichiro" userId="b3848a05-443b-4434-8fa5-7398ca0c03c9" providerId="ADAL" clId="{0BCE8C6C-860B-4961-8907-604115D89DF6}" dt="2024-06-27T02:56:41.530" v="15284" actId="478"/>
          <ac:spMkLst>
            <pc:docMk/>
            <pc:sldMk cId="3929662420" sldId="2147480818"/>
            <ac:spMk id="68" creationId="{74CDD5EB-0126-544B-1D9B-117A2CCB9D32}"/>
          </ac:spMkLst>
        </pc:spChg>
        <pc:spChg chg="del">
          <ac:chgData name="Takeuchi, Koichiro" userId="b3848a05-443b-4434-8fa5-7398ca0c03c9" providerId="ADAL" clId="{0BCE8C6C-860B-4961-8907-604115D89DF6}" dt="2024-06-27T02:56:41.530" v="15284" actId="478"/>
          <ac:spMkLst>
            <pc:docMk/>
            <pc:sldMk cId="3929662420" sldId="2147480818"/>
            <ac:spMk id="81" creationId="{3BF40FBA-B0FD-1D8D-30A0-922C54B4026C}"/>
          </ac:spMkLst>
        </pc:spChg>
        <pc:spChg chg="del">
          <ac:chgData name="Takeuchi, Koichiro" userId="b3848a05-443b-4434-8fa5-7398ca0c03c9" providerId="ADAL" clId="{0BCE8C6C-860B-4961-8907-604115D89DF6}" dt="2024-06-27T02:56:41.530" v="15284" actId="478"/>
          <ac:spMkLst>
            <pc:docMk/>
            <pc:sldMk cId="3929662420" sldId="2147480818"/>
            <ac:spMk id="87" creationId="{6BEE82FB-9E7B-5DBB-10F9-AD68E0BF9080}"/>
          </ac:spMkLst>
        </pc:spChg>
        <pc:spChg chg="del">
          <ac:chgData name="Takeuchi, Koichiro" userId="b3848a05-443b-4434-8fa5-7398ca0c03c9" providerId="ADAL" clId="{0BCE8C6C-860B-4961-8907-604115D89DF6}" dt="2024-06-27T02:56:41.530" v="15284" actId="478"/>
          <ac:spMkLst>
            <pc:docMk/>
            <pc:sldMk cId="3929662420" sldId="2147480818"/>
            <ac:spMk id="91" creationId="{46E161C8-4F1D-82E0-D21C-C009C37DCA22}"/>
          </ac:spMkLst>
        </pc:spChg>
        <pc:cxnChg chg="del mod">
          <ac:chgData name="Takeuchi, Koichiro" userId="b3848a05-443b-4434-8fa5-7398ca0c03c9" providerId="ADAL" clId="{0BCE8C6C-860B-4961-8907-604115D89DF6}" dt="2024-06-27T02:56:41.530" v="15284" actId="478"/>
          <ac:cxnSpMkLst>
            <pc:docMk/>
            <pc:sldMk cId="3929662420" sldId="2147480818"/>
            <ac:cxnSpMk id="72" creationId="{F0FB2B42-926C-D26B-E544-58A5804C9A83}"/>
          </ac:cxnSpMkLst>
        </pc:cxnChg>
        <pc:cxnChg chg="del mod">
          <ac:chgData name="Takeuchi, Koichiro" userId="b3848a05-443b-4434-8fa5-7398ca0c03c9" providerId="ADAL" clId="{0BCE8C6C-860B-4961-8907-604115D89DF6}" dt="2024-06-27T02:56:41.530" v="15284" actId="478"/>
          <ac:cxnSpMkLst>
            <pc:docMk/>
            <pc:sldMk cId="3929662420" sldId="2147480818"/>
            <ac:cxnSpMk id="84" creationId="{10EB06AE-5A8E-E364-F0E8-DC46A09DB1A0}"/>
          </ac:cxnSpMkLst>
        </pc:cxnChg>
        <pc:cxnChg chg="del mod">
          <ac:chgData name="Takeuchi, Koichiro" userId="b3848a05-443b-4434-8fa5-7398ca0c03c9" providerId="ADAL" clId="{0BCE8C6C-860B-4961-8907-604115D89DF6}" dt="2024-06-27T02:56:41.530" v="15284" actId="478"/>
          <ac:cxnSpMkLst>
            <pc:docMk/>
            <pc:sldMk cId="3929662420" sldId="2147480818"/>
            <ac:cxnSpMk id="89" creationId="{2225D78C-CB6B-4681-29B3-71995E506DDB}"/>
          </ac:cxnSpMkLst>
        </pc:cxnChg>
      </pc:sldChg>
      <pc:sldChg chg="del">
        <pc:chgData name="Takeuchi, Koichiro" userId="b3848a05-443b-4434-8fa5-7398ca0c03c9" providerId="ADAL" clId="{0BCE8C6C-860B-4961-8907-604115D89DF6}" dt="2024-06-20T07:18:07.166" v="3" actId="47"/>
        <pc:sldMkLst>
          <pc:docMk/>
          <pc:sldMk cId="1843778601" sldId="2147480819"/>
        </pc:sldMkLst>
      </pc:sldChg>
      <pc:sldChg chg="del">
        <pc:chgData name="Takeuchi, Koichiro" userId="b3848a05-443b-4434-8fa5-7398ca0c03c9" providerId="ADAL" clId="{0BCE8C6C-860B-4961-8907-604115D89DF6}" dt="2024-06-20T07:17:53.864" v="0" actId="47"/>
        <pc:sldMkLst>
          <pc:docMk/>
          <pc:sldMk cId="2651279901" sldId="2147480820"/>
        </pc:sldMkLst>
      </pc:sldChg>
      <pc:sldChg chg="del">
        <pc:chgData name="Takeuchi, Koichiro" userId="b3848a05-443b-4434-8fa5-7398ca0c03c9" providerId="ADAL" clId="{0BCE8C6C-860B-4961-8907-604115D89DF6}" dt="2024-06-20T07:17:54.315" v="1" actId="47"/>
        <pc:sldMkLst>
          <pc:docMk/>
          <pc:sldMk cId="1893746339" sldId="2147480821"/>
        </pc:sldMkLst>
      </pc:sldChg>
      <pc:sldChg chg="del">
        <pc:chgData name="Takeuchi, Koichiro" userId="b3848a05-443b-4434-8fa5-7398ca0c03c9" providerId="ADAL" clId="{0BCE8C6C-860B-4961-8907-604115D89DF6}" dt="2024-06-20T07:17:54.747" v="2" actId="47"/>
        <pc:sldMkLst>
          <pc:docMk/>
          <pc:sldMk cId="4135958825" sldId="2147480822"/>
        </pc:sldMkLst>
      </pc:sldChg>
      <pc:sldChg chg="modSp mod">
        <pc:chgData name="Takeuchi, Koichiro" userId="b3848a05-443b-4434-8fa5-7398ca0c03c9" providerId="ADAL" clId="{0BCE8C6C-860B-4961-8907-604115D89DF6}" dt="2024-06-24T02:25:35.484" v="2513" actId="20577"/>
        <pc:sldMkLst>
          <pc:docMk/>
          <pc:sldMk cId="982874196" sldId="2147480823"/>
        </pc:sldMkLst>
        <pc:spChg chg="mod">
          <ac:chgData name="Takeuchi, Koichiro" userId="b3848a05-443b-4434-8fa5-7398ca0c03c9" providerId="ADAL" clId="{0BCE8C6C-860B-4961-8907-604115D89DF6}" dt="2024-06-24T02:25:35.484" v="2513" actId="20577"/>
          <ac:spMkLst>
            <pc:docMk/>
            <pc:sldMk cId="982874196" sldId="2147480823"/>
            <ac:spMk id="7" creationId="{4C331423-D31E-54C6-B603-3A2DCE7DE991}"/>
          </ac:spMkLst>
        </pc:spChg>
      </pc:sldChg>
      <pc:sldChg chg="del">
        <pc:chgData name="Takeuchi, Koichiro" userId="b3848a05-443b-4434-8fa5-7398ca0c03c9" providerId="ADAL" clId="{0BCE8C6C-860B-4961-8907-604115D89DF6}" dt="2024-06-24T01:58:31.746" v="2160" actId="47"/>
        <pc:sldMkLst>
          <pc:docMk/>
          <pc:sldMk cId="1281262462" sldId="2147480824"/>
        </pc:sldMkLst>
      </pc:sldChg>
      <pc:sldChg chg="modSp mod">
        <pc:chgData name="Takeuchi, Koichiro" userId="b3848a05-443b-4434-8fa5-7398ca0c03c9" providerId="ADAL" clId="{0BCE8C6C-860B-4961-8907-604115D89DF6}" dt="2024-06-24T02:25:41.181" v="2526" actId="20577"/>
        <pc:sldMkLst>
          <pc:docMk/>
          <pc:sldMk cId="1860587498" sldId="2147480825"/>
        </pc:sldMkLst>
        <pc:spChg chg="mod">
          <ac:chgData name="Takeuchi, Koichiro" userId="b3848a05-443b-4434-8fa5-7398ca0c03c9" providerId="ADAL" clId="{0BCE8C6C-860B-4961-8907-604115D89DF6}" dt="2024-06-24T02:25:41.181" v="2526" actId="20577"/>
          <ac:spMkLst>
            <pc:docMk/>
            <pc:sldMk cId="1860587498" sldId="2147480825"/>
            <ac:spMk id="7" creationId="{4C331423-D31E-54C6-B603-3A2DCE7DE991}"/>
          </ac:spMkLst>
        </pc:spChg>
      </pc:sldChg>
      <pc:sldChg chg="del">
        <pc:chgData name="Takeuchi, Koichiro" userId="b3848a05-443b-4434-8fa5-7398ca0c03c9" providerId="ADAL" clId="{0BCE8C6C-860B-4961-8907-604115D89DF6}" dt="2024-06-27T02:49:08.050" v="14897" actId="47"/>
        <pc:sldMkLst>
          <pc:docMk/>
          <pc:sldMk cId="3882822137" sldId="2147480827"/>
        </pc:sldMkLst>
      </pc:sldChg>
      <pc:sldChg chg="addSp delSp modSp new mod">
        <pc:chgData name="Takeuchi, Koichiro" userId="b3848a05-443b-4434-8fa5-7398ca0c03c9" providerId="ADAL" clId="{0BCE8C6C-860B-4961-8907-604115D89DF6}" dt="2024-06-24T02:25:10.719" v="2456" actId="20577"/>
        <pc:sldMkLst>
          <pc:docMk/>
          <pc:sldMk cId="3308295739" sldId="2147480828"/>
        </pc:sldMkLst>
        <pc:spChg chg="mod">
          <ac:chgData name="Takeuchi, Koichiro" userId="b3848a05-443b-4434-8fa5-7398ca0c03c9" providerId="ADAL" clId="{0BCE8C6C-860B-4961-8907-604115D89DF6}" dt="2024-06-21T02:10:02.119" v="1946" actId="255"/>
          <ac:spMkLst>
            <pc:docMk/>
            <pc:sldMk cId="3308295739" sldId="2147480828"/>
            <ac:spMk id="2" creationId="{1AB4CFF1-42CD-ACEA-E74C-1EDC16198BA8}"/>
          </ac:spMkLst>
        </pc:spChg>
        <pc:spChg chg="mod">
          <ac:chgData name="Takeuchi, Koichiro" userId="b3848a05-443b-4434-8fa5-7398ca0c03c9" providerId="ADAL" clId="{0BCE8C6C-860B-4961-8907-604115D89DF6}" dt="2024-06-24T02:24:04.961" v="2442" actId="20577"/>
          <ac:spMkLst>
            <pc:docMk/>
            <pc:sldMk cId="3308295739" sldId="2147480828"/>
            <ac:spMk id="3" creationId="{9BC06379-8B3B-D59E-D68A-7850A6B0B038}"/>
          </ac:spMkLst>
        </pc:spChg>
        <pc:spChg chg="mod">
          <ac:chgData name="Takeuchi, Koichiro" userId="b3848a05-443b-4434-8fa5-7398ca0c03c9" providerId="ADAL" clId="{0BCE8C6C-860B-4961-8907-604115D89DF6}" dt="2024-06-24T02:25:10.719" v="2456" actId="20577"/>
          <ac:spMkLst>
            <pc:docMk/>
            <pc:sldMk cId="3308295739" sldId="2147480828"/>
            <ac:spMk id="4" creationId="{CE8FE50C-4ED0-3703-A446-8B5DCB696FC5}"/>
          </ac:spMkLst>
        </pc:spChg>
        <pc:spChg chg="add del mod">
          <ac:chgData name="Takeuchi, Koichiro" userId="b3848a05-443b-4434-8fa5-7398ca0c03c9" providerId="ADAL" clId="{0BCE8C6C-860B-4961-8907-604115D89DF6}" dt="2024-06-21T01:13:12.403" v="474" actId="478"/>
          <ac:spMkLst>
            <pc:docMk/>
            <pc:sldMk cId="3308295739" sldId="2147480828"/>
            <ac:spMk id="7" creationId="{A1DADE16-D59D-D712-AD5F-F8421EA4D559}"/>
          </ac:spMkLst>
        </pc:spChg>
        <pc:spChg chg="add mod">
          <ac:chgData name="Takeuchi, Koichiro" userId="b3848a05-443b-4434-8fa5-7398ca0c03c9" providerId="ADAL" clId="{0BCE8C6C-860B-4961-8907-604115D89DF6}" dt="2024-06-24T02:23:08.274" v="2360" actId="20577"/>
          <ac:spMkLst>
            <pc:docMk/>
            <pc:sldMk cId="3308295739" sldId="2147480828"/>
            <ac:spMk id="7" creationId="{DF14A8A7-F1CE-4347-E4C8-984AEE651925}"/>
          </ac:spMkLst>
        </pc:spChg>
        <pc:spChg chg="add del mod">
          <ac:chgData name="Takeuchi, Koichiro" userId="b3848a05-443b-4434-8fa5-7398ca0c03c9" providerId="ADAL" clId="{0BCE8C6C-860B-4961-8907-604115D89DF6}" dt="2024-06-24T02:24:12.603" v="2443" actId="478"/>
          <ac:spMkLst>
            <pc:docMk/>
            <pc:sldMk cId="3308295739" sldId="2147480828"/>
            <ac:spMk id="8" creationId="{00B0EFCF-C8BB-5516-FA5B-C8D09D4E18F2}"/>
          </ac:spMkLst>
        </pc:spChg>
        <pc:spChg chg="add del mod">
          <ac:chgData name="Takeuchi, Koichiro" userId="b3848a05-443b-4434-8fa5-7398ca0c03c9" providerId="ADAL" clId="{0BCE8C6C-860B-4961-8907-604115D89DF6}" dt="2024-06-21T01:13:48.227" v="483"/>
          <ac:spMkLst>
            <pc:docMk/>
            <pc:sldMk cId="3308295739" sldId="2147480828"/>
            <ac:spMk id="8" creationId="{39B12B89-AB8E-DD38-A1A2-9221A308BCD1}"/>
          </ac:spMkLst>
        </pc:spChg>
        <pc:spChg chg="add del mod">
          <ac:chgData name="Takeuchi, Koichiro" userId="b3848a05-443b-4434-8fa5-7398ca0c03c9" providerId="ADAL" clId="{0BCE8C6C-860B-4961-8907-604115D89DF6}" dt="2024-06-21T01:13:48.227" v="483"/>
          <ac:spMkLst>
            <pc:docMk/>
            <pc:sldMk cId="3308295739" sldId="2147480828"/>
            <ac:spMk id="9" creationId="{3E1CAD79-E5DA-1DF9-1DB7-A9612122E790}"/>
          </ac:spMkLst>
        </pc:spChg>
        <pc:spChg chg="add mod">
          <ac:chgData name="Takeuchi, Koichiro" userId="b3848a05-443b-4434-8fa5-7398ca0c03c9" providerId="ADAL" clId="{0BCE8C6C-860B-4961-8907-604115D89DF6}" dt="2024-06-21T01:13:31.380" v="477"/>
          <ac:spMkLst>
            <pc:docMk/>
            <pc:sldMk cId="3308295739" sldId="2147480828"/>
            <ac:spMk id="10" creationId="{4D7A5D20-0BFF-B5D2-5515-8AB91A82B2A1}"/>
          </ac:spMkLst>
        </pc:spChg>
        <pc:spChg chg="add mod">
          <ac:chgData name="Takeuchi, Koichiro" userId="b3848a05-443b-4434-8fa5-7398ca0c03c9" providerId="ADAL" clId="{0BCE8C6C-860B-4961-8907-604115D89DF6}" dt="2024-06-21T01:13:31.380" v="477"/>
          <ac:spMkLst>
            <pc:docMk/>
            <pc:sldMk cId="3308295739" sldId="2147480828"/>
            <ac:spMk id="11" creationId="{904FFD86-6B54-E9FD-DA21-7757E5121D54}"/>
          </ac:spMkLst>
        </pc:spChg>
        <pc:spChg chg="add del mod">
          <ac:chgData name="Takeuchi, Koichiro" userId="b3848a05-443b-4434-8fa5-7398ca0c03c9" providerId="ADAL" clId="{0BCE8C6C-860B-4961-8907-604115D89DF6}" dt="2024-06-21T01:13:58.295" v="487" actId="478"/>
          <ac:spMkLst>
            <pc:docMk/>
            <pc:sldMk cId="3308295739" sldId="2147480828"/>
            <ac:spMk id="12" creationId="{282E72F1-1D08-AC80-30BC-B9B939BE9A93}"/>
          </ac:spMkLst>
        </pc:spChg>
        <pc:spChg chg="del mod">
          <ac:chgData name="Takeuchi, Koichiro" userId="b3848a05-443b-4434-8fa5-7398ca0c03c9" providerId="ADAL" clId="{0BCE8C6C-860B-4961-8907-604115D89DF6}" dt="2024-06-21T01:27:00.746" v="864" actId="478"/>
          <ac:spMkLst>
            <pc:docMk/>
            <pc:sldMk cId="3308295739" sldId="2147480828"/>
            <ac:spMk id="13" creationId="{7FF47611-4D84-9F0E-AD4E-4696E70D1426}"/>
          </ac:spMkLst>
        </pc:spChg>
        <pc:spChg chg="add mod">
          <ac:chgData name="Takeuchi, Koichiro" userId="b3848a05-443b-4434-8fa5-7398ca0c03c9" providerId="ADAL" clId="{0BCE8C6C-860B-4961-8907-604115D89DF6}" dt="2024-06-21T01:26:38.679" v="857" actId="12788"/>
          <ac:spMkLst>
            <pc:docMk/>
            <pc:sldMk cId="3308295739" sldId="2147480828"/>
            <ac:spMk id="14" creationId="{83B46A54-D20E-45FC-FCE1-17B9AD2D601C}"/>
          </ac:spMkLst>
        </pc:spChg>
        <pc:spChg chg="add del mod">
          <ac:chgData name="Takeuchi, Koichiro" userId="b3848a05-443b-4434-8fa5-7398ca0c03c9" providerId="ADAL" clId="{0BCE8C6C-860B-4961-8907-604115D89DF6}" dt="2024-06-21T01:23:44.242" v="738" actId="478"/>
          <ac:spMkLst>
            <pc:docMk/>
            <pc:sldMk cId="3308295739" sldId="2147480828"/>
            <ac:spMk id="15" creationId="{05A40B6F-39A8-B202-8316-F30FC0DAC158}"/>
          </ac:spMkLst>
        </pc:spChg>
        <pc:spChg chg="add mod">
          <ac:chgData name="Takeuchi, Koichiro" userId="b3848a05-443b-4434-8fa5-7398ca0c03c9" providerId="ADAL" clId="{0BCE8C6C-860B-4961-8907-604115D89DF6}" dt="2024-06-21T01:26:38.679" v="857" actId="12788"/>
          <ac:spMkLst>
            <pc:docMk/>
            <pc:sldMk cId="3308295739" sldId="2147480828"/>
            <ac:spMk id="16" creationId="{5056C7F3-B523-747F-EA46-96F58344B56D}"/>
          </ac:spMkLst>
        </pc:spChg>
        <pc:spChg chg="add del mod">
          <ac:chgData name="Takeuchi, Koichiro" userId="b3848a05-443b-4434-8fa5-7398ca0c03c9" providerId="ADAL" clId="{0BCE8C6C-860B-4961-8907-604115D89DF6}" dt="2024-06-21T01:24:25.356" v="789" actId="478"/>
          <ac:spMkLst>
            <pc:docMk/>
            <pc:sldMk cId="3308295739" sldId="2147480828"/>
            <ac:spMk id="17" creationId="{E65C69B7-DF74-CCA7-9C5A-271F0274AD22}"/>
          </ac:spMkLst>
        </pc:spChg>
        <pc:spChg chg="add mod">
          <ac:chgData name="Takeuchi, Koichiro" userId="b3848a05-443b-4434-8fa5-7398ca0c03c9" providerId="ADAL" clId="{0BCE8C6C-860B-4961-8907-604115D89DF6}" dt="2024-06-21T01:26:38.679" v="857" actId="12788"/>
          <ac:spMkLst>
            <pc:docMk/>
            <pc:sldMk cId="3308295739" sldId="2147480828"/>
            <ac:spMk id="18" creationId="{4F687BC3-6A5D-51F5-E268-D70CB0FEC13B}"/>
          </ac:spMkLst>
        </pc:spChg>
        <pc:spChg chg="add mod">
          <ac:chgData name="Takeuchi, Koichiro" userId="b3848a05-443b-4434-8fa5-7398ca0c03c9" providerId="ADAL" clId="{0BCE8C6C-860B-4961-8907-604115D89DF6}" dt="2024-06-21T01:26:38.679" v="857" actId="12788"/>
          <ac:spMkLst>
            <pc:docMk/>
            <pc:sldMk cId="3308295739" sldId="2147480828"/>
            <ac:spMk id="19" creationId="{2B214535-6979-6EBB-F301-2238C914BE6F}"/>
          </ac:spMkLst>
        </pc:spChg>
        <pc:spChg chg="add del mod">
          <ac:chgData name="Takeuchi, Koichiro" userId="b3848a05-443b-4434-8fa5-7398ca0c03c9" providerId="ADAL" clId="{0BCE8C6C-860B-4961-8907-604115D89DF6}" dt="2024-06-21T01:26:58.527" v="863"/>
          <ac:spMkLst>
            <pc:docMk/>
            <pc:sldMk cId="3308295739" sldId="2147480828"/>
            <ac:spMk id="20" creationId="{AF87F327-B2C1-D0F9-13D3-A21B6275D016}"/>
          </ac:spMkLst>
        </pc:spChg>
        <pc:spChg chg="add del mod ord">
          <ac:chgData name="Takeuchi, Koichiro" userId="b3848a05-443b-4434-8fa5-7398ca0c03c9" providerId="ADAL" clId="{0BCE8C6C-860B-4961-8907-604115D89DF6}" dt="2024-06-21T01:26:58.527" v="863"/>
          <ac:spMkLst>
            <pc:docMk/>
            <pc:sldMk cId="3308295739" sldId="2147480828"/>
            <ac:spMk id="21" creationId="{D26F6B2D-3530-3F63-EEC7-7FAC8253D028}"/>
          </ac:spMkLst>
        </pc:spChg>
        <pc:spChg chg="mod">
          <ac:chgData name="Takeuchi, Koichiro" userId="b3848a05-443b-4434-8fa5-7398ca0c03c9" providerId="ADAL" clId="{0BCE8C6C-860B-4961-8907-604115D89DF6}" dt="2024-06-21T01:26:58.527" v="863"/>
          <ac:spMkLst>
            <pc:docMk/>
            <pc:sldMk cId="3308295739" sldId="2147480828"/>
            <ac:spMk id="22" creationId="{868955E1-F744-EA6D-1955-0976509B861B}"/>
          </ac:spMkLst>
        </pc:spChg>
        <pc:spChg chg="add del mod">
          <ac:chgData name="Takeuchi, Koichiro" userId="b3848a05-443b-4434-8fa5-7398ca0c03c9" providerId="ADAL" clId="{0BCE8C6C-860B-4961-8907-604115D89DF6}" dt="2024-06-21T01:29:50.339" v="868" actId="478"/>
          <ac:spMkLst>
            <pc:docMk/>
            <pc:sldMk cId="3308295739" sldId="2147480828"/>
            <ac:spMk id="25" creationId="{7C38B641-49B5-FFE4-7122-76EFC9589365}"/>
          </ac:spMkLst>
        </pc:spChg>
        <pc:spChg chg="add mod">
          <ac:chgData name="Takeuchi, Koichiro" userId="b3848a05-443b-4434-8fa5-7398ca0c03c9" providerId="ADAL" clId="{0BCE8C6C-860B-4961-8907-604115D89DF6}" dt="2024-06-21T01:32:27.275" v="941" actId="1038"/>
          <ac:spMkLst>
            <pc:docMk/>
            <pc:sldMk cId="3308295739" sldId="2147480828"/>
            <ac:spMk id="26" creationId="{075CE7D6-6869-5FBB-22F7-044ADE8C7956}"/>
          </ac:spMkLst>
        </pc:spChg>
        <pc:spChg chg="add mod">
          <ac:chgData name="Takeuchi, Koichiro" userId="b3848a05-443b-4434-8fa5-7398ca0c03c9" providerId="ADAL" clId="{0BCE8C6C-860B-4961-8907-604115D89DF6}" dt="2024-06-21T01:31:32.594" v="900" actId="14100"/>
          <ac:spMkLst>
            <pc:docMk/>
            <pc:sldMk cId="3308295739" sldId="2147480828"/>
            <ac:spMk id="28" creationId="{29DDDE2D-00EA-6FF3-2226-931E0342848F}"/>
          </ac:spMkLst>
        </pc:spChg>
        <pc:spChg chg="add mod">
          <ac:chgData name="Takeuchi, Koichiro" userId="b3848a05-443b-4434-8fa5-7398ca0c03c9" providerId="ADAL" clId="{0BCE8C6C-860B-4961-8907-604115D89DF6}" dt="2024-06-21T01:31:32.594" v="900" actId="14100"/>
          <ac:spMkLst>
            <pc:docMk/>
            <pc:sldMk cId="3308295739" sldId="2147480828"/>
            <ac:spMk id="29" creationId="{473B229C-8589-E6F6-A3BC-1BB0883CD24E}"/>
          </ac:spMkLst>
        </pc:spChg>
        <pc:spChg chg="mod">
          <ac:chgData name="Takeuchi, Koichiro" userId="b3848a05-443b-4434-8fa5-7398ca0c03c9" providerId="ADAL" clId="{0BCE8C6C-860B-4961-8907-604115D89DF6}" dt="2024-06-21T01:29:52.792" v="869"/>
          <ac:spMkLst>
            <pc:docMk/>
            <pc:sldMk cId="3308295739" sldId="2147480828"/>
            <ac:spMk id="32" creationId="{622F426E-03E8-CE6F-7965-496BC1352D7C}"/>
          </ac:spMkLst>
        </pc:spChg>
        <pc:spChg chg="add mod">
          <ac:chgData name="Takeuchi, Koichiro" userId="b3848a05-443b-4434-8fa5-7398ca0c03c9" providerId="ADAL" clId="{0BCE8C6C-860B-4961-8907-604115D89DF6}" dt="2024-06-21T01:31:32.594" v="900" actId="14100"/>
          <ac:spMkLst>
            <pc:docMk/>
            <pc:sldMk cId="3308295739" sldId="2147480828"/>
            <ac:spMk id="33" creationId="{13C9B32C-851A-F4EC-C068-206D81913D47}"/>
          </ac:spMkLst>
        </pc:spChg>
        <pc:spChg chg="add mod">
          <ac:chgData name="Takeuchi, Koichiro" userId="b3848a05-443b-4434-8fa5-7398ca0c03c9" providerId="ADAL" clId="{0BCE8C6C-860B-4961-8907-604115D89DF6}" dt="2024-06-21T01:31:39.151" v="901" actId="1035"/>
          <ac:spMkLst>
            <pc:docMk/>
            <pc:sldMk cId="3308295739" sldId="2147480828"/>
            <ac:spMk id="34" creationId="{0045D193-AD17-ADA2-16F9-DD0995906467}"/>
          </ac:spMkLst>
        </pc:spChg>
        <pc:spChg chg="add mod">
          <ac:chgData name="Takeuchi, Koichiro" userId="b3848a05-443b-4434-8fa5-7398ca0c03c9" providerId="ADAL" clId="{0BCE8C6C-860B-4961-8907-604115D89DF6}" dt="2024-06-21T01:31:08.061" v="897" actId="1076"/>
          <ac:spMkLst>
            <pc:docMk/>
            <pc:sldMk cId="3308295739" sldId="2147480828"/>
            <ac:spMk id="35" creationId="{3766BF7C-ADA1-3D92-CE9D-08E60960DB77}"/>
          </ac:spMkLst>
        </pc:spChg>
        <pc:spChg chg="add mod">
          <ac:chgData name="Takeuchi, Koichiro" userId="b3848a05-443b-4434-8fa5-7398ca0c03c9" providerId="ADAL" clId="{0BCE8C6C-860B-4961-8907-604115D89DF6}" dt="2024-06-21T01:31:32.594" v="900" actId="14100"/>
          <ac:spMkLst>
            <pc:docMk/>
            <pc:sldMk cId="3308295739" sldId="2147480828"/>
            <ac:spMk id="36" creationId="{420FB18F-1BBD-2816-2239-420535D45D1D}"/>
          </ac:spMkLst>
        </pc:spChg>
        <pc:spChg chg="add mod">
          <ac:chgData name="Takeuchi, Koichiro" userId="b3848a05-443b-4434-8fa5-7398ca0c03c9" providerId="ADAL" clId="{0BCE8C6C-860B-4961-8907-604115D89DF6}" dt="2024-06-21T01:31:32.594" v="900" actId="14100"/>
          <ac:spMkLst>
            <pc:docMk/>
            <pc:sldMk cId="3308295739" sldId="2147480828"/>
            <ac:spMk id="37" creationId="{C9A7C990-281E-B384-36D2-290DE7FE0140}"/>
          </ac:spMkLst>
        </pc:spChg>
        <pc:spChg chg="add mod">
          <ac:chgData name="Takeuchi, Koichiro" userId="b3848a05-443b-4434-8fa5-7398ca0c03c9" providerId="ADAL" clId="{0BCE8C6C-860B-4961-8907-604115D89DF6}" dt="2024-06-24T02:01:51.405" v="2205" actId="12788"/>
          <ac:spMkLst>
            <pc:docMk/>
            <pc:sldMk cId="3308295739" sldId="2147480828"/>
            <ac:spMk id="38" creationId="{A6B406A4-F0D4-5999-F6D4-90072CD3B290}"/>
          </ac:spMkLst>
        </pc:spChg>
        <pc:spChg chg="add del mod">
          <ac:chgData name="Takeuchi, Koichiro" userId="b3848a05-443b-4434-8fa5-7398ca0c03c9" providerId="ADAL" clId="{0BCE8C6C-860B-4961-8907-604115D89DF6}" dt="2024-06-21T01:42:00.301" v="1399" actId="478"/>
          <ac:spMkLst>
            <pc:docMk/>
            <pc:sldMk cId="3308295739" sldId="2147480828"/>
            <ac:spMk id="39" creationId="{D977FA07-2AF9-EF9D-297E-F593F485A090}"/>
          </ac:spMkLst>
        </pc:spChg>
        <pc:spChg chg="add mod">
          <ac:chgData name="Takeuchi, Koichiro" userId="b3848a05-443b-4434-8fa5-7398ca0c03c9" providerId="ADAL" clId="{0BCE8C6C-860B-4961-8907-604115D89DF6}" dt="2024-06-21T01:32:37.815" v="965" actId="1037"/>
          <ac:spMkLst>
            <pc:docMk/>
            <pc:sldMk cId="3308295739" sldId="2147480828"/>
            <ac:spMk id="40" creationId="{3CCFEAEA-0D6B-41B3-3B2F-DD694C840917}"/>
          </ac:spMkLst>
        </pc:spChg>
        <pc:spChg chg="add mod">
          <ac:chgData name="Takeuchi, Koichiro" userId="b3848a05-443b-4434-8fa5-7398ca0c03c9" providerId="ADAL" clId="{0BCE8C6C-860B-4961-8907-604115D89DF6}" dt="2024-06-21T01:32:32.796" v="953" actId="1038"/>
          <ac:spMkLst>
            <pc:docMk/>
            <pc:sldMk cId="3308295739" sldId="2147480828"/>
            <ac:spMk id="41" creationId="{D04B7D05-04F0-653D-506A-B0CA05FF7278}"/>
          </ac:spMkLst>
        </pc:spChg>
        <pc:spChg chg="add mod">
          <ac:chgData name="Takeuchi, Koichiro" userId="b3848a05-443b-4434-8fa5-7398ca0c03c9" providerId="ADAL" clId="{0BCE8C6C-860B-4961-8907-604115D89DF6}" dt="2024-06-24T02:01:51.405" v="2205" actId="12788"/>
          <ac:spMkLst>
            <pc:docMk/>
            <pc:sldMk cId="3308295739" sldId="2147480828"/>
            <ac:spMk id="48" creationId="{0AE5AEFF-62A4-D98F-0E98-3C3FD6FA4FAE}"/>
          </ac:spMkLst>
        </pc:spChg>
        <pc:spChg chg="add del mod">
          <ac:chgData name="Takeuchi, Koichiro" userId="b3848a05-443b-4434-8fa5-7398ca0c03c9" providerId="ADAL" clId="{0BCE8C6C-860B-4961-8907-604115D89DF6}" dt="2024-06-21T01:42:00.301" v="1399" actId="478"/>
          <ac:spMkLst>
            <pc:docMk/>
            <pc:sldMk cId="3308295739" sldId="2147480828"/>
            <ac:spMk id="49" creationId="{FE362086-AF90-7C92-C493-47C02696A5E7}"/>
          </ac:spMkLst>
        </pc:spChg>
        <pc:spChg chg="add del mod">
          <ac:chgData name="Takeuchi, Koichiro" userId="b3848a05-443b-4434-8fa5-7398ca0c03c9" providerId="ADAL" clId="{0BCE8C6C-860B-4961-8907-604115D89DF6}" dt="2024-06-21T01:42:26.397" v="1405" actId="478"/>
          <ac:spMkLst>
            <pc:docMk/>
            <pc:sldMk cId="3308295739" sldId="2147480828"/>
            <ac:spMk id="50" creationId="{792A8FDA-0D74-094D-041B-23615D4B83CA}"/>
          </ac:spMkLst>
        </pc:spChg>
        <pc:spChg chg="add del mod">
          <ac:chgData name="Takeuchi, Koichiro" userId="b3848a05-443b-4434-8fa5-7398ca0c03c9" providerId="ADAL" clId="{0BCE8C6C-860B-4961-8907-604115D89DF6}" dt="2024-06-21T01:42:26.397" v="1405" actId="478"/>
          <ac:spMkLst>
            <pc:docMk/>
            <pc:sldMk cId="3308295739" sldId="2147480828"/>
            <ac:spMk id="51" creationId="{887BCC8A-E30E-7EA0-E271-8FC659387231}"/>
          </ac:spMkLst>
        </pc:spChg>
        <pc:spChg chg="add del mod">
          <ac:chgData name="Takeuchi, Koichiro" userId="b3848a05-443b-4434-8fa5-7398ca0c03c9" providerId="ADAL" clId="{0BCE8C6C-860B-4961-8907-604115D89DF6}" dt="2024-06-21T01:35:08.607" v="1038" actId="478"/>
          <ac:spMkLst>
            <pc:docMk/>
            <pc:sldMk cId="3308295739" sldId="2147480828"/>
            <ac:spMk id="52" creationId="{C1F93B12-1E54-F156-0E23-3B210A6CD606}"/>
          </ac:spMkLst>
        </pc:spChg>
        <pc:spChg chg="add del mod">
          <ac:chgData name="Takeuchi, Koichiro" userId="b3848a05-443b-4434-8fa5-7398ca0c03c9" providerId="ADAL" clId="{0BCE8C6C-860B-4961-8907-604115D89DF6}" dt="2024-06-21T01:42:00.301" v="1399" actId="478"/>
          <ac:spMkLst>
            <pc:docMk/>
            <pc:sldMk cId="3308295739" sldId="2147480828"/>
            <ac:spMk id="53" creationId="{8190A7DB-26B9-B495-CF3A-14A26365B8C0}"/>
          </ac:spMkLst>
        </pc:spChg>
        <pc:spChg chg="add mod">
          <ac:chgData name="Takeuchi, Koichiro" userId="b3848a05-443b-4434-8fa5-7398ca0c03c9" providerId="ADAL" clId="{0BCE8C6C-860B-4961-8907-604115D89DF6}" dt="2024-06-21T01:32:02.240" v="930" actId="1037"/>
          <ac:spMkLst>
            <pc:docMk/>
            <pc:sldMk cId="3308295739" sldId="2147480828"/>
            <ac:spMk id="54" creationId="{BC4D1235-881A-9DE1-D09C-6FCE4C58FF29}"/>
          </ac:spMkLst>
        </pc:spChg>
        <pc:spChg chg="add mod">
          <ac:chgData name="Takeuchi, Koichiro" userId="b3848a05-443b-4434-8fa5-7398ca0c03c9" providerId="ADAL" clId="{0BCE8C6C-860B-4961-8907-604115D89DF6}" dt="2024-06-21T01:32:02.240" v="930" actId="1037"/>
          <ac:spMkLst>
            <pc:docMk/>
            <pc:sldMk cId="3308295739" sldId="2147480828"/>
            <ac:spMk id="55" creationId="{E67AA2DB-A7D6-176B-90E6-25237FB585ED}"/>
          </ac:spMkLst>
        </pc:spChg>
        <pc:spChg chg="add mod">
          <ac:chgData name="Takeuchi, Koichiro" userId="b3848a05-443b-4434-8fa5-7398ca0c03c9" providerId="ADAL" clId="{0BCE8C6C-860B-4961-8907-604115D89DF6}" dt="2024-06-21T01:32:12.209" v="932" actId="20577"/>
          <ac:spMkLst>
            <pc:docMk/>
            <pc:sldMk cId="3308295739" sldId="2147480828"/>
            <ac:spMk id="56" creationId="{357E0539-C85A-A3EA-36CB-9FC7DF4B3F36}"/>
          </ac:spMkLst>
        </pc:spChg>
        <pc:spChg chg="add mod">
          <ac:chgData name="Takeuchi, Koichiro" userId="b3848a05-443b-4434-8fa5-7398ca0c03c9" providerId="ADAL" clId="{0BCE8C6C-860B-4961-8907-604115D89DF6}" dt="2024-06-21T01:32:02.240" v="930" actId="1037"/>
          <ac:spMkLst>
            <pc:docMk/>
            <pc:sldMk cId="3308295739" sldId="2147480828"/>
            <ac:spMk id="57" creationId="{67BA60C0-DCDF-B55E-7E19-B0FDB00A4F64}"/>
          </ac:spMkLst>
        </pc:spChg>
        <pc:spChg chg="add mod">
          <ac:chgData name="Takeuchi, Koichiro" userId="b3848a05-443b-4434-8fa5-7398ca0c03c9" providerId="ADAL" clId="{0BCE8C6C-860B-4961-8907-604115D89DF6}" dt="2024-06-21T01:32:41.717" v="981" actId="1037"/>
          <ac:spMkLst>
            <pc:docMk/>
            <pc:sldMk cId="3308295739" sldId="2147480828"/>
            <ac:spMk id="58" creationId="{DE9BBEBB-F0FD-A2FB-2275-4218606A17C0}"/>
          </ac:spMkLst>
        </pc:spChg>
        <pc:spChg chg="add mod">
          <ac:chgData name="Takeuchi, Koichiro" userId="b3848a05-443b-4434-8fa5-7398ca0c03c9" providerId="ADAL" clId="{0BCE8C6C-860B-4961-8907-604115D89DF6}" dt="2024-06-21T01:32:32.796" v="953" actId="1038"/>
          <ac:spMkLst>
            <pc:docMk/>
            <pc:sldMk cId="3308295739" sldId="2147480828"/>
            <ac:spMk id="59" creationId="{893FA56C-5EEE-2B76-39B4-277046666FFF}"/>
          </ac:spMkLst>
        </pc:spChg>
        <pc:spChg chg="add mod">
          <ac:chgData name="Takeuchi, Koichiro" userId="b3848a05-443b-4434-8fa5-7398ca0c03c9" providerId="ADAL" clId="{0BCE8C6C-860B-4961-8907-604115D89DF6}" dt="2024-06-21T01:31:08.061" v="897" actId="1076"/>
          <ac:spMkLst>
            <pc:docMk/>
            <pc:sldMk cId="3308295739" sldId="2147480828"/>
            <ac:spMk id="60" creationId="{0A83B069-52A7-6430-F5C8-78CD25F3AE5A}"/>
          </ac:spMkLst>
        </pc:spChg>
        <pc:spChg chg="add mod">
          <ac:chgData name="Takeuchi, Koichiro" userId="b3848a05-443b-4434-8fa5-7398ca0c03c9" providerId="ADAL" clId="{0BCE8C6C-860B-4961-8907-604115D89DF6}" dt="2024-06-21T01:31:08.061" v="897" actId="1076"/>
          <ac:spMkLst>
            <pc:docMk/>
            <pc:sldMk cId="3308295739" sldId="2147480828"/>
            <ac:spMk id="61" creationId="{EB895FDA-06E6-0F9F-887F-9BF6649DDB74}"/>
          </ac:spMkLst>
        </pc:spChg>
        <pc:spChg chg="add mod">
          <ac:chgData name="Takeuchi, Koichiro" userId="b3848a05-443b-4434-8fa5-7398ca0c03c9" providerId="ADAL" clId="{0BCE8C6C-860B-4961-8907-604115D89DF6}" dt="2024-06-21T01:31:08.061" v="897" actId="1076"/>
          <ac:spMkLst>
            <pc:docMk/>
            <pc:sldMk cId="3308295739" sldId="2147480828"/>
            <ac:spMk id="62" creationId="{0A8BE7F2-60E2-D944-66FE-40871433D851}"/>
          </ac:spMkLst>
        </pc:spChg>
        <pc:spChg chg="add mod">
          <ac:chgData name="Takeuchi, Koichiro" userId="b3848a05-443b-4434-8fa5-7398ca0c03c9" providerId="ADAL" clId="{0BCE8C6C-860B-4961-8907-604115D89DF6}" dt="2024-06-21T01:31:08.061" v="897" actId="1076"/>
          <ac:spMkLst>
            <pc:docMk/>
            <pc:sldMk cId="3308295739" sldId="2147480828"/>
            <ac:spMk id="63" creationId="{A061A8FC-90B3-941B-DE49-C16A5CBEA632}"/>
          </ac:spMkLst>
        </pc:spChg>
        <pc:spChg chg="add del mod">
          <ac:chgData name="Takeuchi, Koichiro" userId="b3848a05-443b-4434-8fa5-7398ca0c03c9" providerId="ADAL" clId="{0BCE8C6C-860B-4961-8907-604115D89DF6}" dt="2024-06-21T01:42:26.397" v="1405" actId="478"/>
          <ac:spMkLst>
            <pc:docMk/>
            <pc:sldMk cId="3308295739" sldId="2147480828"/>
            <ac:spMk id="64" creationId="{039FF97F-4ADA-D6E0-D020-E12103116E83}"/>
          </ac:spMkLst>
        </pc:spChg>
        <pc:spChg chg="add mod">
          <ac:chgData name="Takeuchi, Koichiro" userId="b3848a05-443b-4434-8fa5-7398ca0c03c9" providerId="ADAL" clId="{0BCE8C6C-860B-4961-8907-604115D89DF6}" dt="2024-06-21T01:31:32.594" v="900" actId="14100"/>
          <ac:spMkLst>
            <pc:docMk/>
            <pc:sldMk cId="3308295739" sldId="2147480828"/>
            <ac:spMk id="65" creationId="{AAC42172-EFA8-300E-4C75-A09B47520C2A}"/>
          </ac:spMkLst>
        </pc:spChg>
        <pc:spChg chg="add mod">
          <ac:chgData name="Takeuchi, Koichiro" userId="b3848a05-443b-4434-8fa5-7398ca0c03c9" providerId="ADAL" clId="{0BCE8C6C-860B-4961-8907-604115D89DF6}" dt="2024-06-21T01:32:02.240" v="930" actId="1037"/>
          <ac:spMkLst>
            <pc:docMk/>
            <pc:sldMk cId="3308295739" sldId="2147480828"/>
            <ac:spMk id="67" creationId="{BE8C5713-2BFC-FA6C-47DC-5B183A4D7428}"/>
          </ac:spMkLst>
        </pc:spChg>
        <pc:spChg chg="add mod">
          <ac:chgData name="Takeuchi, Koichiro" userId="b3848a05-443b-4434-8fa5-7398ca0c03c9" providerId="ADAL" clId="{0BCE8C6C-860B-4961-8907-604115D89DF6}" dt="2024-06-21T01:32:02.240" v="930" actId="1037"/>
          <ac:spMkLst>
            <pc:docMk/>
            <pc:sldMk cId="3308295739" sldId="2147480828"/>
            <ac:spMk id="68" creationId="{858AF38B-46E1-409A-8233-FCCBDE49D3CA}"/>
          </ac:spMkLst>
        </pc:spChg>
        <pc:spChg chg="add del mod">
          <ac:chgData name="Takeuchi, Koichiro" userId="b3848a05-443b-4434-8fa5-7398ca0c03c9" providerId="ADAL" clId="{0BCE8C6C-860B-4961-8907-604115D89DF6}" dt="2024-06-24T02:19:18.185" v="2301" actId="478"/>
          <ac:spMkLst>
            <pc:docMk/>
            <pc:sldMk cId="3308295739" sldId="2147480828"/>
            <ac:spMk id="69" creationId="{A3F75496-A4DF-A6A8-2FBF-1DF18053E09B}"/>
          </ac:spMkLst>
        </pc:spChg>
        <pc:spChg chg="add del mod">
          <ac:chgData name="Takeuchi, Koichiro" userId="b3848a05-443b-4434-8fa5-7398ca0c03c9" providerId="ADAL" clId="{0BCE8C6C-860B-4961-8907-604115D89DF6}" dt="2024-06-24T02:19:18.185" v="2301" actId="478"/>
          <ac:spMkLst>
            <pc:docMk/>
            <pc:sldMk cId="3308295739" sldId="2147480828"/>
            <ac:spMk id="70" creationId="{03CE64BE-66B0-F6BF-9AA9-4A102E449DD5}"/>
          </ac:spMkLst>
        </pc:spChg>
        <pc:spChg chg="add mod">
          <ac:chgData name="Takeuchi, Koichiro" userId="b3848a05-443b-4434-8fa5-7398ca0c03c9" providerId="ADAL" clId="{0BCE8C6C-860B-4961-8907-604115D89DF6}" dt="2024-06-21T01:36:30.185" v="1074" actId="1036"/>
          <ac:spMkLst>
            <pc:docMk/>
            <pc:sldMk cId="3308295739" sldId="2147480828"/>
            <ac:spMk id="72" creationId="{5ABF36BC-A9F5-D852-5CA0-18EFEBBAC9CA}"/>
          </ac:spMkLst>
        </pc:spChg>
        <pc:spChg chg="add mod">
          <ac:chgData name="Takeuchi, Koichiro" userId="b3848a05-443b-4434-8fa5-7398ca0c03c9" providerId="ADAL" clId="{0BCE8C6C-860B-4961-8907-604115D89DF6}" dt="2024-06-21T01:40:54.224" v="1358" actId="1076"/>
          <ac:spMkLst>
            <pc:docMk/>
            <pc:sldMk cId="3308295739" sldId="2147480828"/>
            <ac:spMk id="76" creationId="{B27D01A2-0C24-C1C3-D8A4-80BBF2C9B767}"/>
          </ac:spMkLst>
        </pc:spChg>
        <pc:spChg chg="add mod">
          <ac:chgData name="Takeuchi, Koichiro" userId="b3848a05-443b-4434-8fa5-7398ca0c03c9" providerId="ADAL" clId="{0BCE8C6C-860B-4961-8907-604115D89DF6}" dt="2024-06-24T02:01:19.286" v="2179" actId="20577"/>
          <ac:spMkLst>
            <pc:docMk/>
            <pc:sldMk cId="3308295739" sldId="2147480828"/>
            <ac:spMk id="77" creationId="{85E50E37-FDF3-7A0D-CA50-22EAA4C307A7}"/>
          </ac:spMkLst>
        </pc:spChg>
        <pc:spChg chg="add del mod">
          <ac:chgData name="Takeuchi, Koichiro" userId="b3848a05-443b-4434-8fa5-7398ca0c03c9" providerId="ADAL" clId="{0BCE8C6C-860B-4961-8907-604115D89DF6}" dt="2024-06-21T01:39:46.442" v="1348" actId="478"/>
          <ac:spMkLst>
            <pc:docMk/>
            <pc:sldMk cId="3308295739" sldId="2147480828"/>
            <ac:spMk id="78" creationId="{9BFD0496-5A36-CA30-F5B9-4430FBCE19AB}"/>
          </ac:spMkLst>
        </pc:spChg>
        <pc:spChg chg="add del mod">
          <ac:chgData name="Takeuchi, Koichiro" userId="b3848a05-443b-4434-8fa5-7398ca0c03c9" providerId="ADAL" clId="{0BCE8C6C-860B-4961-8907-604115D89DF6}" dt="2024-06-21T01:41:46.619" v="1396" actId="14100"/>
          <ac:spMkLst>
            <pc:docMk/>
            <pc:sldMk cId="3308295739" sldId="2147480828"/>
            <ac:spMk id="82" creationId="{73FA24C1-522A-9B01-7CD9-3C17463FB313}"/>
          </ac:spMkLst>
        </pc:spChg>
        <pc:spChg chg="add mod">
          <ac:chgData name="Takeuchi, Koichiro" userId="b3848a05-443b-4434-8fa5-7398ca0c03c9" providerId="ADAL" clId="{0BCE8C6C-860B-4961-8907-604115D89DF6}" dt="2024-06-21T01:41:55.844" v="1398" actId="113"/>
          <ac:spMkLst>
            <pc:docMk/>
            <pc:sldMk cId="3308295739" sldId="2147480828"/>
            <ac:spMk id="83" creationId="{FA821AE9-9360-6F6E-A4E6-531841CFE3A4}"/>
          </ac:spMkLst>
        </pc:spChg>
        <pc:spChg chg="add del mod">
          <ac:chgData name="Takeuchi, Koichiro" userId="b3848a05-443b-4434-8fa5-7398ca0c03c9" providerId="ADAL" clId="{0BCE8C6C-860B-4961-8907-604115D89DF6}" dt="2024-06-21T01:47:16.561" v="1634" actId="478"/>
          <ac:spMkLst>
            <pc:docMk/>
            <pc:sldMk cId="3308295739" sldId="2147480828"/>
            <ac:spMk id="87" creationId="{196CEFC4-4E8A-3A2C-1A86-2C31F315BB5A}"/>
          </ac:spMkLst>
        </pc:spChg>
        <pc:spChg chg="add del mod">
          <ac:chgData name="Takeuchi, Koichiro" userId="b3848a05-443b-4434-8fa5-7398ca0c03c9" providerId="ADAL" clId="{0BCE8C6C-860B-4961-8907-604115D89DF6}" dt="2024-06-24T02:19:24.427" v="2303" actId="478"/>
          <ac:spMkLst>
            <pc:docMk/>
            <pc:sldMk cId="3308295739" sldId="2147480828"/>
            <ac:spMk id="92" creationId="{9B6215F3-B3FB-C976-5F51-A0DBF57918A9}"/>
          </ac:spMkLst>
        </pc:spChg>
        <pc:spChg chg="add del mod">
          <ac:chgData name="Takeuchi, Koichiro" userId="b3848a05-443b-4434-8fa5-7398ca0c03c9" providerId="ADAL" clId="{0BCE8C6C-860B-4961-8907-604115D89DF6}" dt="2024-06-21T02:03:21.230" v="1756" actId="478"/>
          <ac:spMkLst>
            <pc:docMk/>
            <pc:sldMk cId="3308295739" sldId="2147480828"/>
            <ac:spMk id="93" creationId="{D0B53E45-5FA2-94E3-97B5-4C0C1AE95BCF}"/>
          </ac:spMkLst>
        </pc:spChg>
        <pc:spChg chg="add del mod">
          <ac:chgData name="Takeuchi, Koichiro" userId="b3848a05-443b-4434-8fa5-7398ca0c03c9" providerId="ADAL" clId="{0BCE8C6C-860B-4961-8907-604115D89DF6}" dt="2024-06-24T02:19:28.588" v="2304" actId="478"/>
          <ac:spMkLst>
            <pc:docMk/>
            <pc:sldMk cId="3308295739" sldId="2147480828"/>
            <ac:spMk id="94" creationId="{2773433F-20FA-AD47-48F4-6A28F5A8E91A}"/>
          </ac:spMkLst>
        </pc:spChg>
        <pc:grpChg chg="add mod">
          <ac:chgData name="Takeuchi, Koichiro" userId="b3848a05-443b-4434-8fa5-7398ca0c03c9" providerId="ADAL" clId="{0BCE8C6C-860B-4961-8907-604115D89DF6}" dt="2024-06-21T01:31:08.061" v="897" actId="1076"/>
          <ac:grpSpMkLst>
            <pc:docMk/>
            <pc:sldMk cId="3308295739" sldId="2147480828"/>
            <ac:grpSpMk id="30" creationId="{6FC77C8C-076E-AF1D-E61F-D13BE72DCC27}"/>
          </ac:grpSpMkLst>
        </pc:grpChg>
        <pc:picChg chg="add del mod">
          <ac:chgData name="Takeuchi, Koichiro" userId="b3848a05-443b-4434-8fa5-7398ca0c03c9" providerId="ADAL" clId="{0BCE8C6C-860B-4961-8907-604115D89DF6}" dt="2024-06-24T02:19:24.427" v="2303" actId="478"/>
          <ac:picMkLst>
            <pc:docMk/>
            <pc:sldMk cId="3308295739" sldId="2147480828"/>
            <ac:picMk id="88" creationId="{20FD373C-BEB7-9ED0-2C7D-32172CE97D95}"/>
          </ac:picMkLst>
        </pc:picChg>
        <pc:picChg chg="add del mod">
          <ac:chgData name="Takeuchi, Koichiro" userId="b3848a05-443b-4434-8fa5-7398ca0c03c9" providerId="ADAL" clId="{0BCE8C6C-860B-4961-8907-604115D89DF6}" dt="2024-06-24T02:19:24.427" v="2303" actId="478"/>
          <ac:picMkLst>
            <pc:docMk/>
            <pc:sldMk cId="3308295739" sldId="2147480828"/>
            <ac:picMk id="89" creationId="{3DC663AA-B721-8697-7F20-0A6241F641BA}"/>
          </ac:picMkLst>
        </pc:picChg>
        <pc:picChg chg="add del mod">
          <ac:chgData name="Takeuchi, Koichiro" userId="b3848a05-443b-4434-8fa5-7398ca0c03c9" providerId="ADAL" clId="{0BCE8C6C-860B-4961-8907-604115D89DF6}" dt="2024-06-24T02:19:24.427" v="2303" actId="478"/>
          <ac:picMkLst>
            <pc:docMk/>
            <pc:sldMk cId="3308295739" sldId="2147480828"/>
            <ac:picMk id="90" creationId="{D8F459CC-E80B-68F5-4EF9-8C149D20E5EF}"/>
          </ac:picMkLst>
        </pc:picChg>
        <pc:picChg chg="add del mod">
          <ac:chgData name="Takeuchi, Koichiro" userId="b3848a05-443b-4434-8fa5-7398ca0c03c9" providerId="ADAL" clId="{0BCE8C6C-860B-4961-8907-604115D89DF6}" dt="2024-06-24T02:19:24.427" v="2303" actId="478"/>
          <ac:picMkLst>
            <pc:docMk/>
            <pc:sldMk cId="3308295739" sldId="2147480828"/>
            <ac:picMk id="91" creationId="{CB2553E0-CCE9-DB2D-7D23-36B7C97F72BD}"/>
          </ac:picMkLst>
        </pc:picChg>
        <pc:picChg chg="add del mod">
          <ac:chgData name="Takeuchi, Koichiro" userId="b3848a05-443b-4434-8fa5-7398ca0c03c9" providerId="ADAL" clId="{0BCE8C6C-860B-4961-8907-604115D89DF6}" dt="2024-06-21T02:46:36.067" v="2094" actId="478"/>
          <ac:picMkLst>
            <pc:docMk/>
            <pc:sldMk cId="3308295739" sldId="2147480828"/>
            <ac:picMk id="95" creationId="{73AF017E-679B-AAD2-6236-19B42C1BB043}"/>
          </ac:picMkLst>
        </pc:picChg>
        <pc:cxnChg chg="add del mod">
          <ac:chgData name="Takeuchi, Koichiro" userId="b3848a05-443b-4434-8fa5-7398ca0c03c9" providerId="ADAL" clId="{0BCE8C6C-860B-4961-8907-604115D89DF6}" dt="2024-06-21T01:29:50.339" v="868" actId="478"/>
          <ac:cxnSpMkLst>
            <pc:docMk/>
            <pc:sldMk cId="3308295739" sldId="2147480828"/>
            <ac:cxnSpMk id="23" creationId="{9A5CB525-E9EF-7090-D079-DE763B90F85D}"/>
          </ac:cxnSpMkLst>
        </pc:cxnChg>
        <pc:cxnChg chg="add del mod">
          <ac:chgData name="Takeuchi, Koichiro" userId="b3848a05-443b-4434-8fa5-7398ca0c03c9" providerId="ADAL" clId="{0BCE8C6C-860B-4961-8907-604115D89DF6}" dt="2024-06-21T01:29:50.339" v="868" actId="478"/>
          <ac:cxnSpMkLst>
            <pc:docMk/>
            <pc:sldMk cId="3308295739" sldId="2147480828"/>
            <ac:cxnSpMk id="24" creationId="{C8A8FDD9-B90B-AC3C-A947-75ADACFCF576}"/>
          </ac:cxnSpMkLst>
        </pc:cxnChg>
        <pc:cxnChg chg="add mod">
          <ac:chgData name="Takeuchi, Koichiro" userId="b3848a05-443b-4434-8fa5-7398ca0c03c9" providerId="ADAL" clId="{0BCE8C6C-860B-4961-8907-604115D89DF6}" dt="2024-06-21T01:31:08.061" v="897" actId="1076"/>
          <ac:cxnSpMkLst>
            <pc:docMk/>
            <pc:sldMk cId="3308295739" sldId="2147480828"/>
            <ac:cxnSpMk id="27" creationId="{9F09AD21-6584-C907-17A4-355EE312A1E6}"/>
          </ac:cxnSpMkLst>
        </pc:cxnChg>
        <pc:cxnChg chg="mod">
          <ac:chgData name="Takeuchi, Koichiro" userId="b3848a05-443b-4434-8fa5-7398ca0c03c9" providerId="ADAL" clId="{0BCE8C6C-860B-4961-8907-604115D89DF6}" dt="2024-06-21T01:29:52.792" v="869"/>
          <ac:cxnSpMkLst>
            <pc:docMk/>
            <pc:sldMk cId="3308295739" sldId="2147480828"/>
            <ac:cxnSpMk id="31" creationId="{92345301-B9B2-E142-1005-C1A8FD8C40A1}"/>
          </ac:cxnSpMkLst>
        </pc:cxnChg>
        <pc:cxnChg chg="add mod">
          <ac:chgData name="Takeuchi, Koichiro" userId="b3848a05-443b-4434-8fa5-7398ca0c03c9" providerId="ADAL" clId="{0BCE8C6C-860B-4961-8907-604115D89DF6}" dt="2024-06-21T01:32:02.240" v="930" actId="1037"/>
          <ac:cxnSpMkLst>
            <pc:docMk/>
            <pc:sldMk cId="3308295739" sldId="2147480828"/>
            <ac:cxnSpMk id="42" creationId="{F97FDCC7-8E70-4E4D-8D3D-7A70155ED21D}"/>
          </ac:cxnSpMkLst>
        </pc:cxnChg>
        <pc:cxnChg chg="add mod">
          <ac:chgData name="Takeuchi, Koichiro" userId="b3848a05-443b-4434-8fa5-7398ca0c03c9" providerId="ADAL" clId="{0BCE8C6C-860B-4961-8907-604115D89DF6}" dt="2024-06-21T01:32:02.240" v="930" actId="1037"/>
          <ac:cxnSpMkLst>
            <pc:docMk/>
            <pc:sldMk cId="3308295739" sldId="2147480828"/>
            <ac:cxnSpMk id="43" creationId="{ED80DDAD-0FA4-6119-CCD3-4EEF1474779D}"/>
          </ac:cxnSpMkLst>
        </pc:cxnChg>
        <pc:cxnChg chg="add mod">
          <ac:chgData name="Takeuchi, Koichiro" userId="b3848a05-443b-4434-8fa5-7398ca0c03c9" providerId="ADAL" clId="{0BCE8C6C-860B-4961-8907-604115D89DF6}" dt="2024-06-21T01:31:32.594" v="900" actId="14100"/>
          <ac:cxnSpMkLst>
            <pc:docMk/>
            <pc:sldMk cId="3308295739" sldId="2147480828"/>
            <ac:cxnSpMk id="44" creationId="{AAAC90EE-E3F5-C41D-AA75-19D4D311850E}"/>
          </ac:cxnSpMkLst>
        </pc:cxnChg>
        <pc:cxnChg chg="add mod">
          <ac:chgData name="Takeuchi, Koichiro" userId="b3848a05-443b-4434-8fa5-7398ca0c03c9" providerId="ADAL" clId="{0BCE8C6C-860B-4961-8907-604115D89DF6}" dt="2024-06-21T01:31:39.151" v="901" actId="1035"/>
          <ac:cxnSpMkLst>
            <pc:docMk/>
            <pc:sldMk cId="3308295739" sldId="2147480828"/>
            <ac:cxnSpMk id="45" creationId="{17E16BC0-3853-798A-1AF6-87A2B4A79474}"/>
          </ac:cxnSpMkLst>
        </pc:cxnChg>
        <pc:cxnChg chg="add mod">
          <ac:chgData name="Takeuchi, Koichiro" userId="b3848a05-443b-4434-8fa5-7398ca0c03c9" providerId="ADAL" clId="{0BCE8C6C-860B-4961-8907-604115D89DF6}" dt="2024-06-21T01:32:32.796" v="953" actId="1038"/>
          <ac:cxnSpMkLst>
            <pc:docMk/>
            <pc:sldMk cId="3308295739" sldId="2147480828"/>
            <ac:cxnSpMk id="46" creationId="{889A9542-EC72-1C31-0793-27210C784324}"/>
          </ac:cxnSpMkLst>
        </pc:cxnChg>
        <pc:cxnChg chg="add mod">
          <ac:chgData name="Takeuchi, Koichiro" userId="b3848a05-443b-4434-8fa5-7398ca0c03c9" providerId="ADAL" clId="{0BCE8C6C-860B-4961-8907-604115D89DF6}" dt="2024-06-21T01:32:37.815" v="965" actId="1037"/>
          <ac:cxnSpMkLst>
            <pc:docMk/>
            <pc:sldMk cId="3308295739" sldId="2147480828"/>
            <ac:cxnSpMk id="47" creationId="{CCC42235-39AC-C075-9CBA-5194EF7398CF}"/>
          </ac:cxnSpMkLst>
        </pc:cxnChg>
        <pc:cxnChg chg="add mod">
          <ac:chgData name="Takeuchi, Koichiro" userId="b3848a05-443b-4434-8fa5-7398ca0c03c9" providerId="ADAL" clId="{0BCE8C6C-860B-4961-8907-604115D89DF6}" dt="2024-06-21T01:32:02.240" v="930" actId="1037"/>
          <ac:cxnSpMkLst>
            <pc:docMk/>
            <pc:sldMk cId="3308295739" sldId="2147480828"/>
            <ac:cxnSpMk id="66" creationId="{96532814-EC4D-D470-1C11-138516E00E2B}"/>
          </ac:cxnSpMkLst>
        </pc:cxnChg>
        <pc:cxnChg chg="add mod">
          <ac:chgData name="Takeuchi, Koichiro" userId="b3848a05-443b-4434-8fa5-7398ca0c03c9" providerId="ADAL" clId="{0BCE8C6C-860B-4961-8907-604115D89DF6}" dt="2024-06-24T02:01:51.405" v="2205" actId="12788"/>
          <ac:cxnSpMkLst>
            <pc:docMk/>
            <pc:sldMk cId="3308295739" sldId="2147480828"/>
            <ac:cxnSpMk id="73" creationId="{F2CCA3C6-5519-31EB-095E-71D0B43F743C}"/>
          </ac:cxnSpMkLst>
        </pc:cxnChg>
        <pc:cxnChg chg="add mod">
          <ac:chgData name="Takeuchi, Koichiro" userId="b3848a05-443b-4434-8fa5-7398ca0c03c9" providerId="ADAL" clId="{0BCE8C6C-860B-4961-8907-604115D89DF6}" dt="2024-06-21T01:41:05.493" v="1364" actId="14100"/>
          <ac:cxnSpMkLst>
            <pc:docMk/>
            <pc:sldMk cId="3308295739" sldId="2147480828"/>
            <ac:cxnSpMk id="79" creationId="{04330327-1E48-06E2-59E0-8A492E2AB0E7}"/>
          </ac:cxnSpMkLst>
        </pc:cxnChg>
        <pc:cxnChg chg="add mod">
          <ac:chgData name="Takeuchi, Koichiro" userId="b3848a05-443b-4434-8fa5-7398ca0c03c9" providerId="ADAL" clId="{0BCE8C6C-860B-4961-8907-604115D89DF6}" dt="2024-06-21T01:42:15.951" v="1404" actId="14100"/>
          <ac:cxnSpMkLst>
            <pc:docMk/>
            <pc:sldMk cId="3308295739" sldId="2147480828"/>
            <ac:cxnSpMk id="84" creationId="{61C8D1F4-5F01-FECD-E21E-EF7114E5DE7F}"/>
          </ac:cxnSpMkLst>
        </pc:cxnChg>
      </pc:sldChg>
      <pc:sldChg chg="addSp delSp modSp new mod">
        <pc:chgData name="Takeuchi, Koichiro" userId="b3848a05-443b-4434-8fa5-7398ca0c03c9" providerId="ADAL" clId="{0BCE8C6C-860B-4961-8907-604115D89DF6}" dt="2024-06-24T03:57:02.024" v="6910" actId="20577"/>
        <pc:sldMkLst>
          <pc:docMk/>
          <pc:sldMk cId="3580450898" sldId="2147480829"/>
        </pc:sldMkLst>
        <pc:spChg chg="mod">
          <ac:chgData name="Takeuchi, Koichiro" userId="b3848a05-443b-4434-8fa5-7398ca0c03c9" providerId="ADAL" clId="{0BCE8C6C-860B-4961-8907-604115D89DF6}" dt="2024-06-24T02:30:52.983" v="2587" actId="20577"/>
          <ac:spMkLst>
            <pc:docMk/>
            <pc:sldMk cId="3580450898" sldId="2147480829"/>
            <ac:spMk id="2" creationId="{7A027AF0-345D-1D56-C59F-79D44873B091}"/>
          </ac:spMkLst>
        </pc:spChg>
        <pc:spChg chg="mod">
          <ac:chgData name="Takeuchi, Koichiro" userId="b3848a05-443b-4434-8fa5-7398ca0c03c9" providerId="ADAL" clId="{0BCE8C6C-860B-4961-8907-604115D89DF6}" dt="2024-06-24T03:53:24.435" v="6866" actId="20577"/>
          <ac:spMkLst>
            <pc:docMk/>
            <pc:sldMk cId="3580450898" sldId="2147480829"/>
            <ac:spMk id="3" creationId="{72D908B1-BE60-7B7E-7720-F2D0CCEBED44}"/>
          </ac:spMkLst>
        </pc:spChg>
        <pc:spChg chg="mod">
          <ac:chgData name="Takeuchi, Koichiro" userId="b3848a05-443b-4434-8fa5-7398ca0c03c9" providerId="ADAL" clId="{0BCE8C6C-860B-4961-8907-604115D89DF6}" dt="2024-06-24T02:28:39.487" v="2538" actId="20577"/>
          <ac:spMkLst>
            <pc:docMk/>
            <pc:sldMk cId="3580450898" sldId="2147480829"/>
            <ac:spMk id="4" creationId="{7BB57390-B03C-647E-6657-7990F778F52F}"/>
          </ac:spMkLst>
        </pc:spChg>
        <pc:spChg chg="add del mod">
          <ac:chgData name="Takeuchi, Koichiro" userId="b3848a05-443b-4434-8fa5-7398ca0c03c9" providerId="ADAL" clId="{0BCE8C6C-860B-4961-8907-604115D89DF6}" dt="2024-06-24T02:52:11.635" v="3043" actId="478"/>
          <ac:spMkLst>
            <pc:docMk/>
            <pc:sldMk cId="3580450898" sldId="2147480829"/>
            <ac:spMk id="7" creationId="{9D7563A8-CA0E-59A6-1783-2BF2142DBE57}"/>
          </ac:spMkLst>
        </pc:spChg>
        <pc:spChg chg="add del mod">
          <ac:chgData name="Takeuchi, Koichiro" userId="b3848a05-443b-4434-8fa5-7398ca0c03c9" providerId="ADAL" clId="{0BCE8C6C-860B-4961-8907-604115D89DF6}" dt="2024-06-24T02:52:11.635" v="3043" actId="478"/>
          <ac:spMkLst>
            <pc:docMk/>
            <pc:sldMk cId="3580450898" sldId="2147480829"/>
            <ac:spMk id="8" creationId="{9F742FF8-A013-0E6A-49E0-DDA321913529}"/>
          </ac:spMkLst>
        </pc:spChg>
        <pc:spChg chg="add del mod">
          <ac:chgData name="Takeuchi, Koichiro" userId="b3848a05-443b-4434-8fa5-7398ca0c03c9" providerId="ADAL" clId="{0BCE8C6C-860B-4961-8907-604115D89DF6}" dt="2024-06-24T02:52:11.635" v="3043" actId="478"/>
          <ac:spMkLst>
            <pc:docMk/>
            <pc:sldMk cId="3580450898" sldId="2147480829"/>
            <ac:spMk id="9" creationId="{8123DEC4-4A82-27D6-BABE-02D8A4C01BD0}"/>
          </ac:spMkLst>
        </pc:spChg>
        <pc:spChg chg="add del mod">
          <ac:chgData name="Takeuchi, Koichiro" userId="b3848a05-443b-4434-8fa5-7398ca0c03c9" providerId="ADAL" clId="{0BCE8C6C-860B-4961-8907-604115D89DF6}" dt="2024-06-24T02:52:11.635" v="3043" actId="478"/>
          <ac:spMkLst>
            <pc:docMk/>
            <pc:sldMk cId="3580450898" sldId="2147480829"/>
            <ac:spMk id="10" creationId="{94F01AE9-0AF2-E538-D1FF-406602171DDE}"/>
          </ac:spMkLst>
        </pc:spChg>
        <pc:spChg chg="add del mod">
          <ac:chgData name="Takeuchi, Koichiro" userId="b3848a05-443b-4434-8fa5-7398ca0c03c9" providerId="ADAL" clId="{0BCE8C6C-860B-4961-8907-604115D89DF6}" dt="2024-06-24T03:01:03.879" v="3355" actId="478"/>
          <ac:spMkLst>
            <pc:docMk/>
            <pc:sldMk cId="3580450898" sldId="2147480829"/>
            <ac:spMk id="11" creationId="{6F673AEE-E075-0902-D2B8-A0E88EA31048}"/>
          </ac:spMkLst>
        </pc:spChg>
        <pc:spChg chg="add mod">
          <ac:chgData name="Takeuchi, Koichiro" userId="b3848a05-443b-4434-8fa5-7398ca0c03c9" providerId="ADAL" clId="{0BCE8C6C-860B-4961-8907-604115D89DF6}" dt="2024-06-24T03:44:42.174" v="6307" actId="1036"/>
          <ac:spMkLst>
            <pc:docMk/>
            <pc:sldMk cId="3580450898" sldId="2147480829"/>
            <ac:spMk id="12" creationId="{7BF0F18A-2C2E-3FDD-383C-4E20150A2B77}"/>
          </ac:spMkLst>
        </pc:spChg>
        <pc:spChg chg="add mod">
          <ac:chgData name="Takeuchi, Koichiro" userId="b3848a05-443b-4434-8fa5-7398ca0c03c9" providerId="ADAL" clId="{0BCE8C6C-860B-4961-8907-604115D89DF6}" dt="2024-06-24T03:44:42.174" v="6307" actId="1036"/>
          <ac:spMkLst>
            <pc:docMk/>
            <pc:sldMk cId="3580450898" sldId="2147480829"/>
            <ac:spMk id="13" creationId="{8118787D-D9CF-4120-797B-36D9A155374D}"/>
          </ac:spMkLst>
        </pc:spChg>
        <pc:spChg chg="add del mod">
          <ac:chgData name="Takeuchi, Koichiro" userId="b3848a05-443b-4434-8fa5-7398ca0c03c9" providerId="ADAL" clId="{0BCE8C6C-860B-4961-8907-604115D89DF6}" dt="2024-06-24T02:52:16.494" v="3045" actId="478"/>
          <ac:spMkLst>
            <pc:docMk/>
            <pc:sldMk cId="3580450898" sldId="2147480829"/>
            <ac:spMk id="15" creationId="{D25F3FE3-BE41-4438-2016-F8CB6BDA4B74}"/>
          </ac:spMkLst>
        </pc:spChg>
        <pc:spChg chg="add del mod">
          <ac:chgData name="Takeuchi, Koichiro" userId="b3848a05-443b-4434-8fa5-7398ca0c03c9" providerId="ADAL" clId="{0BCE8C6C-860B-4961-8907-604115D89DF6}" dt="2024-06-24T02:52:16.494" v="3045" actId="478"/>
          <ac:spMkLst>
            <pc:docMk/>
            <pc:sldMk cId="3580450898" sldId="2147480829"/>
            <ac:spMk id="16" creationId="{E9362BEF-DBAD-4D52-02C5-7B224C7D0CAF}"/>
          </ac:spMkLst>
        </pc:spChg>
        <pc:spChg chg="add del mod">
          <ac:chgData name="Takeuchi, Koichiro" userId="b3848a05-443b-4434-8fa5-7398ca0c03c9" providerId="ADAL" clId="{0BCE8C6C-860B-4961-8907-604115D89DF6}" dt="2024-06-24T02:52:16.494" v="3045" actId="478"/>
          <ac:spMkLst>
            <pc:docMk/>
            <pc:sldMk cId="3580450898" sldId="2147480829"/>
            <ac:spMk id="17" creationId="{646CC92F-C5FC-BAB7-D72C-67C68424F72B}"/>
          </ac:spMkLst>
        </pc:spChg>
        <pc:spChg chg="add del mod">
          <ac:chgData name="Takeuchi, Koichiro" userId="b3848a05-443b-4434-8fa5-7398ca0c03c9" providerId="ADAL" clId="{0BCE8C6C-860B-4961-8907-604115D89DF6}" dt="2024-06-24T02:52:16.494" v="3045" actId="478"/>
          <ac:spMkLst>
            <pc:docMk/>
            <pc:sldMk cId="3580450898" sldId="2147480829"/>
            <ac:spMk id="18" creationId="{43D66E73-79FD-33F8-5873-B72324A159F2}"/>
          </ac:spMkLst>
        </pc:spChg>
        <pc:spChg chg="add del mod">
          <ac:chgData name="Takeuchi, Koichiro" userId="b3848a05-443b-4434-8fa5-7398ca0c03c9" providerId="ADAL" clId="{0BCE8C6C-860B-4961-8907-604115D89DF6}" dt="2024-06-24T02:52:16.494" v="3045" actId="478"/>
          <ac:spMkLst>
            <pc:docMk/>
            <pc:sldMk cId="3580450898" sldId="2147480829"/>
            <ac:spMk id="19" creationId="{D0F708F3-0D40-3940-BA1D-BAD3FF2D4792}"/>
          </ac:spMkLst>
        </pc:spChg>
        <pc:spChg chg="add del mod">
          <ac:chgData name="Takeuchi, Koichiro" userId="b3848a05-443b-4434-8fa5-7398ca0c03c9" providerId="ADAL" clId="{0BCE8C6C-860B-4961-8907-604115D89DF6}" dt="2024-06-24T02:52:16.494" v="3045" actId="478"/>
          <ac:spMkLst>
            <pc:docMk/>
            <pc:sldMk cId="3580450898" sldId="2147480829"/>
            <ac:spMk id="20" creationId="{3AA2EFE7-9281-7117-39B4-06143C90C4DF}"/>
          </ac:spMkLst>
        </pc:spChg>
        <pc:spChg chg="mod">
          <ac:chgData name="Takeuchi, Koichiro" userId="b3848a05-443b-4434-8fa5-7398ca0c03c9" providerId="ADAL" clId="{0BCE8C6C-860B-4961-8907-604115D89DF6}" dt="2024-06-24T02:52:12.096" v="3044"/>
          <ac:spMkLst>
            <pc:docMk/>
            <pc:sldMk cId="3580450898" sldId="2147480829"/>
            <ac:spMk id="26" creationId="{23775622-6A31-0AC2-3C68-3B30D87552D6}"/>
          </ac:spMkLst>
        </pc:spChg>
        <pc:spChg chg="mod">
          <ac:chgData name="Takeuchi, Koichiro" userId="b3848a05-443b-4434-8fa5-7398ca0c03c9" providerId="ADAL" clId="{0BCE8C6C-860B-4961-8907-604115D89DF6}" dt="2024-06-24T02:52:12.096" v="3044"/>
          <ac:spMkLst>
            <pc:docMk/>
            <pc:sldMk cId="3580450898" sldId="2147480829"/>
            <ac:spMk id="27" creationId="{5F73A525-A1CA-FBF0-D00E-54EB881E4EA1}"/>
          </ac:spMkLst>
        </pc:spChg>
        <pc:spChg chg="mod">
          <ac:chgData name="Takeuchi, Koichiro" userId="b3848a05-443b-4434-8fa5-7398ca0c03c9" providerId="ADAL" clId="{0BCE8C6C-860B-4961-8907-604115D89DF6}" dt="2024-06-24T02:52:12.096" v="3044"/>
          <ac:spMkLst>
            <pc:docMk/>
            <pc:sldMk cId="3580450898" sldId="2147480829"/>
            <ac:spMk id="28" creationId="{71BF8823-BD6C-C9FB-A54B-8FD820297305}"/>
          </ac:spMkLst>
        </pc:spChg>
        <pc:spChg chg="mod">
          <ac:chgData name="Takeuchi, Koichiro" userId="b3848a05-443b-4434-8fa5-7398ca0c03c9" providerId="ADAL" clId="{0BCE8C6C-860B-4961-8907-604115D89DF6}" dt="2024-06-24T02:52:12.096" v="3044"/>
          <ac:spMkLst>
            <pc:docMk/>
            <pc:sldMk cId="3580450898" sldId="2147480829"/>
            <ac:spMk id="30" creationId="{24E48D7F-53B6-3C2F-BF22-046B68F275F6}"/>
          </ac:spMkLst>
        </pc:spChg>
        <pc:spChg chg="mod">
          <ac:chgData name="Takeuchi, Koichiro" userId="b3848a05-443b-4434-8fa5-7398ca0c03c9" providerId="ADAL" clId="{0BCE8C6C-860B-4961-8907-604115D89DF6}" dt="2024-06-24T02:52:12.096" v="3044"/>
          <ac:spMkLst>
            <pc:docMk/>
            <pc:sldMk cId="3580450898" sldId="2147480829"/>
            <ac:spMk id="31" creationId="{A10BD2E6-84D9-4308-A7A2-AD53811AA874}"/>
          </ac:spMkLst>
        </pc:spChg>
        <pc:spChg chg="mod">
          <ac:chgData name="Takeuchi, Koichiro" userId="b3848a05-443b-4434-8fa5-7398ca0c03c9" providerId="ADAL" clId="{0BCE8C6C-860B-4961-8907-604115D89DF6}" dt="2024-06-24T02:52:12.096" v="3044"/>
          <ac:spMkLst>
            <pc:docMk/>
            <pc:sldMk cId="3580450898" sldId="2147480829"/>
            <ac:spMk id="32" creationId="{C49BE323-498B-D895-8149-E6BB6E52768B}"/>
          </ac:spMkLst>
        </pc:spChg>
        <pc:spChg chg="mod">
          <ac:chgData name="Takeuchi, Koichiro" userId="b3848a05-443b-4434-8fa5-7398ca0c03c9" providerId="ADAL" clId="{0BCE8C6C-860B-4961-8907-604115D89DF6}" dt="2024-06-24T02:52:12.096" v="3044"/>
          <ac:spMkLst>
            <pc:docMk/>
            <pc:sldMk cId="3580450898" sldId="2147480829"/>
            <ac:spMk id="34" creationId="{64619984-6206-AD04-9721-CF50010B4787}"/>
          </ac:spMkLst>
        </pc:spChg>
        <pc:spChg chg="mod">
          <ac:chgData name="Takeuchi, Koichiro" userId="b3848a05-443b-4434-8fa5-7398ca0c03c9" providerId="ADAL" clId="{0BCE8C6C-860B-4961-8907-604115D89DF6}" dt="2024-06-24T02:52:12.096" v="3044"/>
          <ac:spMkLst>
            <pc:docMk/>
            <pc:sldMk cId="3580450898" sldId="2147480829"/>
            <ac:spMk id="35" creationId="{C555E323-E229-053A-4A4B-1A6D252AF6B3}"/>
          </ac:spMkLst>
        </pc:spChg>
        <pc:spChg chg="mod">
          <ac:chgData name="Takeuchi, Koichiro" userId="b3848a05-443b-4434-8fa5-7398ca0c03c9" providerId="ADAL" clId="{0BCE8C6C-860B-4961-8907-604115D89DF6}" dt="2024-06-24T02:52:12.096" v="3044"/>
          <ac:spMkLst>
            <pc:docMk/>
            <pc:sldMk cId="3580450898" sldId="2147480829"/>
            <ac:spMk id="36" creationId="{74A8D64A-3022-F4A4-A324-CE919D5A9FCE}"/>
          </ac:spMkLst>
        </pc:spChg>
        <pc:spChg chg="mod">
          <ac:chgData name="Takeuchi, Koichiro" userId="b3848a05-443b-4434-8fa5-7398ca0c03c9" providerId="ADAL" clId="{0BCE8C6C-860B-4961-8907-604115D89DF6}" dt="2024-06-24T02:52:12.096" v="3044"/>
          <ac:spMkLst>
            <pc:docMk/>
            <pc:sldMk cId="3580450898" sldId="2147480829"/>
            <ac:spMk id="38" creationId="{97AED022-7E0B-F384-F02A-B81097C5D3CB}"/>
          </ac:spMkLst>
        </pc:spChg>
        <pc:spChg chg="mod">
          <ac:chgData name="Takeuchi, Koichiro" userId="b3848a05-443b-4434-8fa5-7398ca0c03c9" providerId="ADAL" clId="{0BCE8C6C-860B-4961-8907-604115D89DF6}" dt="2024-06-24T02:52:12.096" v="3044"/>
          <ac:spMkLst>
            <pc:docMk/>
            <pc:sldMk cId="3580450898" sldId="2147480829"/>
            <ac:spMk id="39" creationId="{69289DA2-F44A-B768-14E5-C68691245F9F}"/>
          </ac:spMkLst>
        </pc:spChg>
        <pc:spChg chg="mod">
          <ac:chgData name="Takeuchi, Koichiro" userId="b3848a05-443b-4434-8fa5-7398ca0c03c9" providerId="ADAL" clId="{0BCE8C6C-860B-4961-8907-604115D89DF6}" dt="2024-06-24T02:52:12.096" v="3044"/>
          <ac:spMkLst>
            <pc:docMk/>
            <pc:sldMk cId="3580450898" sldId="2147480829"/>
            <ac:spMk id="40" creationId="{2F2994D3-9232-6D7C-D452-38707759D2EC}"/>
          </ac:spMkLst>
        </pc:spChg>
        <pc:spChg chg="add del mod">
          <ac:chgData name="Takeuchi, Koichiro" userId="b3848a05-443b-4434-8fa5-7398ca0c03c9" providerId="ADAL" clId="{0BCE8C6C-860B-4961-8907-604115D89DF6}" dt="2024-06-24T02:52:16.494" v="3045" actId="478"/>
          <ac:spMkLst>
            <pc:docMk/>
            <pc:sldMk cId="3580450898" sldId="2147480829"/>
            <ac:spMk id="41" creationId="{A137334D-039C-01FF-00E8-09C8D4D07CBD}"/>
          </ac:spMkLst>
        </pc:spChg>
        <pc:spChg chg="add del mod">
          <ac:chgData name="Takeuchi, Koichiro" userId="b3848a05-443b-4434-8fa5-7398ca0c03c9" providerId="ADAL" clId="{0BCE8C6C-860B-4961-8907-604115D89DF6}" dt="2024-06-24T02:52:16.494" v="3045" actId="478"/>
          <ac:spMkLst>
            <pc:docMk/>
            <pc:sldMk cId="3580450898" sldId="2147480829"/>
            <ac:spMk id="42" creationId="{5E34D505-E28A-5B06-2F3A-3C132C196FD0}"/>
          </ac:spMkLst>
        </pc:spChg>
        <pc:spChg chg="add del mod">
          <ac:chgData name="Takeuchi, Koichiro" userId="b3848a05-443b-4434-8fa5-7398ca0c03c9" providerId="ADAL" clId="{0BCE8C6C-860B-4961-8907-604115D89DF6}" dt="2024-06-24T02:52:16.494" v="3045" actId="478"/>
          <ac:spMkLst>
            <pc:docMk/>
            <pc:sldMk cId="3580450898" sldId="2147480829"/>
            <ac:spMk id="43" creationId="{9F89B839-2454-43AF-13B6-F0E74A737AC9}"/>
          </ac:spMkLst>
        </pc:spChg>
        <pc:spChg chg="mod">
          <ac:chgData name="Takeuchi, Koichiro" userId="b3848a05-443b-4434-8fa5-7398ca0c03c9" providerId="ADAL" clId="{0BCE8C6C-860B-4961-8907-604115D89DF6}" dt="2024-06-24T02:52:12.096" v="3044"/>
          <ac:spMkLst>
            <pc:docMk/>
            <pc:sldMk cId="3580450898" sldId="2147480829"/>
            <ac:spMk id="45" creationId="{016419D6-8ED0-8701-DF14-131D4BD51EB9}"/>
          </ac:spMkLst>
        </pc:spChg>
        <pc:spChg chg="mod">
          <ac:chgData name="Takeuchi, Koichiro" userId="b3848a05-443b-4434-8fa5-7398ca0c03c9" providerId="ADAL" clId="{0BCE8C6C-860B-4961-8907-604115D89DF6}" dt="2024-06-24T02:52:12.096" v="3044"/>
          <ac:spMkLst>
            <pc:docMk/>
            <pc:sldMk cId="3580450898" sldId="2147480829"/>
            <ac:spMk id="46" creationId="{3C67DB98-5CEF-7DF9-8DB6-D77FB874EED8}"/>
          </ac:spMkLst>
        </pc:spChg>
        <pc:spChg chg="mod">
          <ac:chgData name="Takeuchi, Koichiro" userId="b3848a05-443b-4434-8fa5-7398ca0c03c9" providerId="ADAL" clId="{0BCE8C6C-860B-4961-8907-604115D89DF6}" dt="2024-06-24T02:52:12.096" v="3044"/>
          <ac:spMkLst>
            <pc:docMk/>
            <pc:sldMk cId="3580450898" sldId="2147480829"/>
            <ac:spMk id="48" creationId="{FD6BADA4-4619-E058-F716-1D908FAD2BC5}"/>
          </ac:spMkLst>
        </pc:spChg>
        <pc:spChg chg="mod">
          <ac:chgData name="Takeuchi, Koichiro" userId="b3848a05-443b-4434-8fa5-7398ca0c03c9" providerId="ADAL" clId="{0BCE8C6C-860B-4961-8907-604115D89DF6}" dt="2024-06-24T02:52:12.096" v="3044"/>
          <ac:spMkLst>
            <pc:docMk/>
            <pc:sldMk cId="3580450898" sldId="2147480829"/>
            <ac:spMk id="49" creationId="{3B86A016-E94E-CB1E-7959-33A5076D6936}"/>
          </ac:spMkLst>
        </pc:spChg>
        <pc:spChg chg="mod">
          <ac:chgData name="Takeuchi, Koichiro" userId="b3848a05-443b-4434-8fa5-7398ca0c03c9" providerId="ADAL" clId="{0BCE8C6C-860B-4961-8907-604115D89DF6}" dt="2024-06-24T02:52:12.096" v="3044"/>
          <ac:spMkLst>
            <pc:docMk/>
            <pc:sldMk cId="3580450898" sldId="2147480829"/>
            <ac:spMk id="55" creationId="{F2B04BD5-FD5B-2F1A-6BBA-520BE71F1AFE}"/>
          </ac:spMkLst>
        </pc:spChg>
        <pc:spChg chg="mod">
          <ac:chgData name="Takeuchi, Koichiro" userId="b3848a05-443b-4434-8fa5-7398ca0c03c9" providerId="ADAL" clId="{0BCE8C6C-860B-4961-8907-604115D89DF6}" dt="2024-06-24T02:52:12.096" v="3044"/>
          <ac:spMkLst>
            <pc:docMk/>
            <pc:sldMk cId="3580450898" sldId="2147480829"/>
            <ac:spMk id="56" creationId="{84291F1C-BEC4-E71F-12FB-5DAECCBE5434}"/>
          </ac:spMkLst>
        </pc:spChg>
        <pc:spChg chg="add del mod">
          <ac:chgData name="Takeuchi, Koichiro" userId="b3848a05-443b-4434-8fa5-7398ca0c03c9" providerId="ADAL" clId="{0BCE8C6C-860B-4961-8907-604115D89DF6}" dt="2024-06-24T02:52:16.494" v="3045" actId="478"/>
          <ac:spMkLst>
            <pc:docMk/>
            <pc:sldMk cId="3580450898" sldId="2147480829"/>
            <ac:spMk id="60" creationId="{952D1BD2-F29C-4E4E-3908-7532E203AC40}"/>
          </ac:spMkLst>
        </pc:spChg>
        <pc:spChg chg="add del mod">
          <ac:chgData name="Takeuchi, Koichiro" userId="b3848a05-443b-4434-8fa5-7398ca0c03c9" providerId="ADAL" clId="{0BCE8C6C-860B-4961-8907-604115D89DF6}" dt="2024-06-24T02:52:16.494" v="3045" actId="478"/>
          <ac:spMkLst>
            <pc:docMk/>
            <pc:sldMk cId="3580450898" sldId="2147480829"/>
            <ac:spMk id="61" creationId="{7A075DEC-066E-850A-1FCB-7CF6B8088E95}"/>
          </ac:spMkLst>
        </pc:spChg>
        <pc:spChg chg="mod">
          <ac:chgData name="Takeuchi, Koichiro" userId="b3848a05-443b-4434-8fa5-7398ca0c03c9" providerId="ADAL" clId="{0BCE8C6C-860B-4961-8907-604115D89DF6}" dt="2024-06-24T02:52:12.096" v="3044"/>
          <ac:spMkLst>
            <pc:docMk/>
            <pc:sldMk cId="3580450898" sldId="2147480829"/>
            <ac:spMk id="63" creationId="{698ED62A-E32C-2589-7593-75502AB0E567}"/>
          </ac:spMkLst>
        </pc:spChg>
        <pc:spChg chg="mod">
          <ac:chgData name="Takeuchi, Koichiro" userId="b3848a05-443b-4434-8fa5-7398ca0c03c9" providerId="ADAL" clId="{0BCE8C6C-860B-4961-8907-604115D89DF6}" dt="2024-06-24T02:52:12.096" v="3044"/>
          <ac:spMkLst>
            <pc:docMk/>
            <pc:sldMk cId="3580450898" sldId="2147480829"/>
            <ac:spMk id="64" creationId="{71B67ACC-7B67-DAD6-B281-9615C186BC78}"/>
          </ac:spMkLst>
        </pc:spChg>
        <pc:spChg chg="mod">
          <ac:chgData name="Takeuchi, Koichiro" userId="b3848a05-443b-4434-8fa5-7398ca0c03c9" providerId="ADAL" clId="{0BCE8C6C-860B-4961-8907-604115D89DF6}" dt="2024-06-24T02:52:12.096" v="3044"/>
          <ac:spMkLst>
            <pc:docMk/>
            <pc:sldMk cId="3580450898" sldId="2147480829"/>
            <ac:spMk id="65" creationId="{75D1F909-0117-51C8-7156-D766EFCA3296}"/>
          </ac:spMkLst>
        </pc:spChg>
        <pc:spChg chg="mod">
          <ac:chgData name="Takeuchi, Koichiro" userId="b3848a05-443b-4434-8fa5-7398ca0c03c9" providerId="ADAL" clId="{0BCE8C6C-860B-4961-8907-604115D89DF6}" dt="2024-06-24T02:52:12.096" v="3044"/>
          <ac:spMkLst>
            <pc:docMk/>
            <pc:sldMk cId="3580450898" sldId="2147480829"/>
            <ac:spMk id="68" creationId="{6A4E01D8-4F45-2E6C-92B2-2EBE95A30808}"/>
          </ac:spMkLst>
        </pc:spChg>
        <pc:spChg chg="mod">
          <ac:chgData name="Takeuchi, Koichiro" userId="b3848a05-443b-4434-8fa5-7398ca0c03c9" providerId="ADAL" clId="{0BCE8C6C-860B-4961-8907-604115D89DF6}" dt="2024-06-24T02:52:12.096" v="3044"/>
          <ac:spMkLst>
            <pc:docMk/>
            <pc:sldMk cId="3580450898" sldId="2147480829"/>
            <ac:spMk id="69" creationId="{B3C5B1E6-2190-6604-B045-B3E1EBB3BACE}"/>
          </ac:spMkLst>
        </pc:spChg>
        <pc:spChg chg="mod">
          <ac:chgData name="Takeuchi, Koichiro" userId="b3848a05-443b-4434-8fa5-7398ca0c03c9" providerId="ADAL" clId="{0BCE8C6C-860B-4961-8907-604115D89DF6}" dt="2024-06-24T02:52:12.096" v="3044"/>
          <ac:spMkLst>
            <pc:docMk/>
            <pc:sldMk cId="3580450898" sldId="2147480829"/>
            <ac:spMk id="70" creationId="{CE2BF976-EE86-F6B8-D03C-4D4E761012BF}"/>
          </ac:spMkLst>
        </pc:spChg>
        <pc:spChg chg="mod">
          <ac:chgData name="Takeuchi, Koichiro" userId="b3848a05-443b-4434-8fa5-7398ca0c03c9" providerId="ADAL" clId="{0BCE8C6C-860B-4961-8907-604115D89DF6}" dt="2024-06-24T02:52:12.096" v="3044"/>
          <ac:spMkLst>
            <pc:docMk/>
            <pc:sldMk cId="3580450898" sldId="2147480829"/>
            <ac:spMk id="71" creationId="{4FA0E9EB-B4FE-A998-1960-6E25A735E03A}"/>
          </ac:spMkLst>
        </pc:spChg>
        <pc:spChg chg="add mod">
          <ac:chgData name="Takeuchi, Koichiro" userId="b3848a05-443b-4434-8fa5-7398ca0c03c9" providerId="ADAL" clId="{0BCE8C6C-860B-4961-8907-604115D89DF6}" dt="2024-06-24T03:44:42.174" v="6307" actId="1036"/>
          <ac:spMkLst>
            <pc:docMk/>
            <pc:sldMk cId="3580450898" sldId="2147480829"/>
            <ac:spMk id="74" creationId="{55047DBB-CCB4-83CC-C6E1-11D7B11DFD35}"/>
          </ac:spMkLst>
        </pc:spChg>
        <pc:spChg chg="add mod">
          <ac:chgData name="Takeuchi, Koichiro" userId="b3848a05-443b-4434-8fa5-7398ca0c03c9" providerId="ADAL" clId="{0BCE8C6C-860B-4961-8907-604115D89DF6}" dt="2024-06-24T03:44:42.174" v="6307" actId="1036"/>
          <ac:spMkLst>
            <pc:docMk/>
            <pc:sldMk cId="3580450898" sldId="2147480829"/>
            <ac:spMk id="75" creationId="{A2899193-748B-89F2-F2FA-5FB3F746D9E1}"/>
          </ac:spMkLst>
        </pc:spChg>
        <pc:spChg chg="add mod topLvl">
          <ac:chgData name="Takeuchi, Koichiro" userId="b3848a05-443b-4434-8fa5-7398ca0c03c9" providerId="ADAL" clId="{0BCE8C6C-860B-4961-8907-604115D89DF6}" dt="2024-06-24T03:44:42.174" v="6307" actId="1036"/>
          <ac:spMkLst>
            <pc:docMk/>
            <pc:sldMk cId="3580450898" sldId="2147480829"/>
            <ac:spMk id="77" creationId="{060F4762-8B44-7934-08C6-87B3A5C89FFF}"/>
          </ac:spMkLst>
        </pc:spChg>
        <pc:spChg chg="add del mod">
          <ac:chgData name="Takeuchi, Koichiro" userId="b3848a05-443b-4434-8fa5-7398ca0c03c9" providerId="ADAL" clId="{0BCE8C6C-860B-4961-8907-604115D89DF6}" dt="2024-06-24T02:57:37.434" v="3258" actId="478"/>
          <ac:spMkLst>
            <pc:docMk/>
            <pc:sldMk cId="3580450898" sldId="2147480829"/>
            <ac:spMk id="78" creationId="{3EBBD478-CA50-EFDE-4541-52EEC0778102}"/>
          </ac:spMkLst>
        </pc:spChg>
        <pc:spChg chg="add mod topLvl">
          <ac:chgData name="Takeuchi, Koichiro" userId="b3848a05-443b-4434-8fa5-7398ca0c03c9" providerId="ADAL" clId="{0BCE8C6C-860B-4961-8907-604115D89DF6}" dt="2024-06-24T03:44:42.174" v="6307" actId="1036"/>
          <ac:spMkLst>
            <pc:docMk/>
            <pc:sldMk cId="3580450898" sldId="2147480829"/>
            <ac:spMk id="79" creationId="{E9FB59DC-D8A3-9139-A319-4D78082063A9}"/>
          </ac:spMkLst>
        </pc:spChg>
        <pc:spChg chg="add mod topLvl">
          <ac:chgData name="Takeuchi, Koichiro" userId="b3848a05-443b-4434-8fa5-7398ca0c03c9" providerId="ADAL" clId="{0BCE8C6C-860B-4961-8907-604115D89DF6}" dt="2024-06-24T03:44:42.174" v="6307" actId="1036"/>
          <ac:spMkLst>
            <pc:docMk/>
            <pc:sldMk cId="3580450898" sldId="2147480829"/>
            <ac:spMk id="80" creationId="{B1549545-F424-D9AC-98BD-16E9A638892B}"/>
          </ac:spMkLst>
        </pc:spChg>
        <pc:spChg chg="add mod topLvl">
          <ac:chgData name="Takeuchi, Koichiro" userId="b3848a05-443b-4434-8fa5-7398ca0c03c9" providerId="ADAL" clId="{0BCE8C6C-860B-4961-8907-604115D89DF6}" dt="2024-06-24T03:44:42.174" v="6307" actId="1036"/>
          <ac:spMkLst>
            <pc:docMk/>
            <pc:sldMk cId="3580450898" sldId="2147480829"/>
            <ac:spMk id="81" creationId="{871E49B9-D855-09E3-A334-8499B87B99E8}"/>
          </ac:spMkLst>
        </pc:spChg>
        <pc:spChg chg="add mod topLvl">
          <ac:chgData name="Takeuchi, Koichiro" userId="b3848a05-443b-4434-8fa5-7398ca0c03c9" providerId="ADAL" clId="{0BCE8C6C-860B-4961-8907-604115D89DF6}" dt="2024-06-24T03:44:42.174" v="6307" actId="1036"/>
          <ac:spMkLst>
            <pc:docMk/>
            <pc:sldMk cId="3580450898" sldId="2147480829"/>
            <ac:spMk id="82" creationId="{74BB9898-226C-7D21-350B-5D87BBFCA4FD}"/>
          </ac:spMkLst>
        </pc:spChg>
        <pc:spChg chg="add mod topLvl">
          <ac:chgData name="Takeuchi, Koichiro" userId="b3848a05-443b-4434-8fa5-7398ca0c03c9" providerId="ADAL" clId="{0BCE8C6C-860B-4961-8907-604115D89DF6}" dt="2024-06-24T03:44:42.174" v="6307" actId="1036"/>
          <ac:spMkLst>
            <pc:docMk/>
            <pc:sldMk cId="3580450898" sldId="2147480829"/>
            <ac:spMk id="83" creationId="{AFCCD1DB-DC43-B6DC-8E3B-126859EAC881}"/>
          </ac:spMkLst>
        </pc:spChg>
        <pc:spChg chg="add mod topLvl">
          <ac:chgData name="Takeuchi, Koichiro" userId="b3848a05-443b-4434-8fa5-7398ca0c03c9" providerId="ADAL" clId="{0BCE8C6C-860B-4961-8907-604115D89DF6}" dt="2024-06-24T03:44:42.174" v="6307" actId="1036"/>
          <ac:spMkLst>
            <pc:docMk/>
            <pc:sldMk cId="3580450898" sldId="2147480829"/>
            <ac:spMk id="84" creationId="{6319DB11-40DE-501F-8A06-71FF52C17109}"/>
          </ac:spMkLst>
        </pc:spChg>
        <pc:spChg chg="add mod topLvl">
          <ac:chgData name="Takeuchi, Koichiro" userId="b3848a05-443b-4434-8fa5-7398ca0c03c9" providerId="ADAL" clId="{0BCE8C6C-860B-4961-8907-604115D89DF6}" dt="2024-06-24T03:44:42.174" v="6307" actId="1036"/>
          <ac:spMkLst>
            <pc:docMk/>
            <pc:sldMk cId="3580450898" sldId="2147480829"/>
            <ac:spMk id="85" creationId="{AF240700-D991-770C-A004-C02F7A23DC2D}"/>
          </ac:spMkLst>
        </pc:spChg>
        <pc:spChg chg="add mod">
          <ac:chgData name="Takeuchi, Koichiro" userId="b3848a05-443b-4434-8fa5-7398ca0c03c9" providerId="ADAL" clId="{0BCE8C6C-860B-4961-8907-604115D89DF6}" dt="2024-06-24T02:57:24.678" v="3229" actId="164"/>
          <ac:spMkLst>
            <pc:docMk/>
            <pc:sldMk cId="3580450898" sldId="2147480829"/>
            <ac:spMk id="89" creationId="{B5C73A3C-1B6C-2F49-FB0F-B52EC0F5F81B}"/>
          </ac:spMkLst>
        </pc:spChg>
        <pc:spChg chg="add mod">
          <ac:chgData name="Takeuchi, Koichiro" userId="b3848a05-443b-4434-8fa5-7398ca0c03c9" providerId="ADAL" clId="{0BCE8C6C-860B-4961-8907-604115D89DF6}" dt="2024-06-24T03:00:58.713" v="3354" actId="20577"/>
          <ac:spMkLst>
            <pc:docMk/>
            <pc:sldMk cId="3580450898" sldId="2147480829"/>
            <ac:spMk id="90" creationId="{A9A8456E-EE4B-015C-7531-9DF1693D5572}"/>
          </ac:spMkLst>
        </pc:spChg>
        <pc:spChg chg="mod">
          <ac:chgData name="Takeuchi, Koichiro" userId="b3848a05-443b-4434-8fa5-7398ca0c03c9" providerId="ADAL" clId="{0BCE8C6C-860B-4961-8907-604115D89DF6}" dt="2024-06-24T02:56:54.375" v="3197"/>
          <ac:spMkLst>
            <pc:docMk/>
            <pc:sldMk cId="3580450898" sldId="2147480829"/>
            <ac:spMk id="92" creationId="{9885F492-A6F0-A5B6-7008-D7BCD2664890}"/>
          </ac:spMkLst>
        </pc:spChg>
        <pc:spChg chg="mod">
          <ac:chgData name="Takeuchi, Koichiro" userId="b3848a05-443b-4434-8fa5-7398ca0c03c9" providerId="ADAL" clId="{0BCE8C6C-860B-4961-8907-604115D89DF6}" dt="2024-06-24T02:56:54.375" v="3197"/>
          <ac:spMkLst>
            <pc:docMk/>
            <pc:sldMk cId="3580450898" sldId="2147480829"/>
            <ac:spMk id="93" creationId="{D8704786-BFE5-4E5B-5057-BC6E49FA1DFD}"/>
          </ac:spMkLst>
        </pc:spChg>
        <pc:spChg chg="mod">
          <ac:chgData name="Takeuchi, Koichiro" userId="b3848a05-443b-4434-8fa5-7398ca0c03c9" providerId="ADAL" clId="{0BCE8C6C-860B-4961-8907-604115D89DF6}" dt="2024-06-24T02:56:54.375" v="3197"/>
          <ac:spMkLst>
            <pc:docMk/>
            <pc:sldMk cId="3580450898" sldId="2147480829"/>
            <ac:spMk id="95" creationId="{CA6A6C1B-D928-5C0B-D3E4-1236263E2690}"/>
          </ac:spMkLst>
        </pc:spChg>
        <pc:spChg chg="mod">
          <ac:chgData name="Takeuchi, Koichiro" userId="b3848a05-443b-4434-8fa5-7398ca0c03c9" providerId="ADAL" clId="{0BCE8C6C-860B-4961-8907-604115D89DF6}" dt="2024-06-24T02:56:54.375" v="3197"/>
          <ac:spMkLst>
            <pc:docMk/>
            <pc:sldMk cId="3580450898" sldId="2147480829"/>
            <ac:spMk id="96" creationId="{CC0A9282-1CF7-69E0-0B63-CC57AEA08E08}"/>
          </ac:spMkLst>
        </pc:spChg>
        <pc:spChg chg="mod">
          <ac:chgData name="Takeuchi, Koichiro" userId="b3848a05-443b-4434-8fa5-7398ca0c03c9" providerId="ADAL" clId="{0BCE8C6C-860B-4961-8907-604115D89DF6}" dt="2024-06-24T02:56:54.375" v="3197"/>
          <ac:spMkLst>
            <pc:docMk/>
            <pc:sldMk cId="3580450898" sldId="2147480829"/>
            <ac:spMk id="98" creationId="{E77E2603-A224-FE8C-EE20-FEEDFCB83BF5}"/>
          </ac:spMkLst>
        </pc:spChg>
        <pc:spChg chg="mod">
          <ac:chgData name="Takeuchi, Koichiro" userId="b3848a05-443b-4434-8fa5-7398ca0c03c9" providerId="ADAL" clId="{0BCE8C6C-860B-4961-8907-604115D89DF6}" dt="2024-06-24T02:56:54.375" v="3197"/>
          <ac:spMkLst>
            <pc:docMk/>
            <pc:sldMk cId="3580450898" sldId="2147480829"/>
            <ac:spMk id="99" creationId="{63F025C3-6D0D-FA27-C482-331DFEF03CD5}"/>
          </ac:spMkLst>
        </pc:spChg>
        <pc:spChg chg="add mod">
          <ac:chgData name="Takeuchi, Koichiro" userId="b3848a05-443b-4434-8fa5-7398ca0c03c9" providerId="ADAL" clId="{0BCE8C6C-860B-4961-8907-604115D89DF6}" dt="2024-06-24T02:57:39.846" v="3259"/>
          <ac:spMkLst>
            <pc:docMk/>
            <pc:sldMk cId="3580450898" sldId="2147480829"/>
            <ac:spMk id="101" creationId="{CD561E5F-5C86-176F-FDC6-6D0872223AB5}"/>
          </ac:spMkLst>
        </pc:spChg>
        <pc:spChg chg="add mod">
          <ac:chgData name="Takeuchi, Koichiro" userId="b3848a05-443b-4434-8fa5-7398ca0c03c9" providerId="ADAL" clId="{0BCE8C6C-860B-4961-8907-604115D89DF6}" dt="2024-06-24T02:57:39.846" v="3259"/>
          <ac:spMkLst>
            <pc:docMk/>
            <pc:sldMk cId="3580450898" sldId="2147480829"/>
            <ac:spMk id="102" creationId="{4C11D1A6-10E0-2F95-A33B-924DB01F9D10}"/>
          </ac:spMkLst>
        </pc:spChg>
        <pc:spChg chg="mod">
          <ac:chgData name="Takeuchi, Koichiro" userId="b3848a05-443b-4434-8fa5-7398ca0c03c9" providerId="ADAL" clId="{0BCE8C6C-860B-4961-8907-604115D89DF6}" dt="2024-06-24T02:57:39.846" v="3259"/>
          <ac:spMkLst>
            <pc:docMk/>
            <pc:sldMk cId="3580450898" sldId="2147480829"/>
            <ac:spMk id="104" creationId="{382ADE51-4B90-4384-EFCE-E35ADB96BF54}"/>
          </ac:spMkLst>
        </pc:spChg>
        <pc:spChg chg="mod">
          <ac:chgData name="Takeuchi, Koichiro" userId="b3848a05-443b-4434-8fa5-7398ca0c03c9" providerId="ADAL" clId="{0BCE8C6C-860B-4961-8907-604115D89DF6}" dt="2024-06-24T02:57:39.846" v="3259"/>
          <ac:spMkLst>
            <pc:docMk/>
            <pc:sldMk cId="3580450898" sldId="2147480829"/>
            <ac:spMk id="105" creationId="{D9DC770B-68BA-DDA5-9AE1-72B2BE5CF516}"/>
          </ac:spMkLst>
        </pc:spChg>
        <pc:spChg chg="mod">
          <ac:chgData name="Takeuchi, Koichiro" userId="b3848a05-443b-4434-8fa5-7398ca0c03c9" providerId="ADAL" clId="{0BCE8C6C-860B-4961-8907-604115D89DF6}" dt="2024-06-24T02:57:39.846" v="3259"/>
          <ac:spMkLst>
            <pc:docMk/>
            <pc:sldMk cId="3580450898" sldId="2147480829"/>
            <ac:spMk id="107" creationId="{4D0FB7FD-0767-7AB3-5AD8-4F25D3BE8282}"/>
          </ac:spMkLst>
        </pc:spChg>
        <pc:spChg chg="mod">
          <ac:chgData name="Takeuchi, Koichiro" userId="b3848a05-443b-4434-8fa5-7398ca0c03c9" providerId="ADAL" clId="{0BCE8C6C-860B-4961-8907-604115D89DF6}" dt="2024-06-24T02:57:39.846" v="3259"/>
          <ac:spMkLst>
            <pc:docMk/>
            <pc:sldMk cId="3580450898" sldId="2147480829"/>
            <ac:spMk id="108" creationId="{6C5030AE-3744-BAFA-A337-77CFF19041CE}"/>
          </ac:spMkLst>
        </pc:spChg>
        <pc:spChg chg="mod">
          <ac:chgData name="Takeuchi, Koichiro" userId="b3848a05-443b-4434-8fa5-7398ca0c03c9" providerId="ADAL" clId="{0BCE8C6C-860B-4961-8907-604115D89DF6}" dt="2024-06-24T02:57:39.846" v="3259"/>
          <ac:spMkLst>
            <pc:docMk/>
            <pc:sldMk cId="3580450898" sldId="2147480829"/>
            <ac:spMk id="110" creationId="{A72EBD6A-F614-6436-5794-DB0B0EE409D1}"/>
          </ac:spMkLst>
        </pc:spChg>
        <pc:spChg chg="mod">
          <ac:chgData name="Takeuchi, Koichiro" userId="b3848a05-443b-4434-8fa5-7398ca0c03c9" providerId="ADAL" clId="{0BCE8C6C-860B-4961-8907-604115D89DF6}" dt="2024-06-24T02:57:39.846" v="3259"/>
          <ac:spMkLst>
            <pc:docMk/>
            <pc:sldMk cId="3580450898" sldId="2147480829"/>
            <ac:spMk id="111" creationId="{F7479180-E61E-B2F7-CCD0-1FD86119E345}"/>
          </ac:spMkLst>
        </pc:spChg>
        <pc:spChg chg="del mod topLvl">
          <ac:chgData name="Takeuchi, Koichiro" userId="b3848a05-443b-4434-8fa5-7398ca0c03c9" providerId="ADAL" clId="{0BCE8C6C-860B-4961-8907-604115D89DF6}" dt="2024-06-24T03:23:18.473" v="5328" actId="478"/>
          <ac:spMkLst>
            <pc:docMk/>
            <pc:sldMk cId="3580450898" sldId="2147480829"/>
            <ac:spMk id="114" creationId="{4951A550-8217-E9D5-60C6-8DDE9DAED494}"/>
          </ac:spMkLst>
        </pc:spChg>
        <pc:spChg chg="del mod topLvl">
          <ac:chgData name="Takeuchi, Koichiro" userId="b3848a05-443b-4434-8fa5-7398ca0c03c9" providerId="ADAL" clId="{0BCE8C6C-860B-4961-8907-604115D89DF6}" dt="2024-06-24T03:23:18.473" v="5328" actId="478"/>
          <ac:spMkLst>
            <pc:docMk/>
            <pc:sldMk cId="3580450898" sldId="2147480829"/>
            <ac:spMk id="115" creationId="{EDDBD964-533D-CEE3-2871-6DC15C26CE8F}"/>
          </ac:spMkLst>
        </pc:spChg>
        <pc:spChg chg="mod">
          <ac:chgData name="Takeuchi, Koichiro" userId="b3848a05-443b-4434-8fa5-7398ca0c03c9" providerId="ADAL" clId="{0BCE8C6C-860B-4961-8907-604115D89DF6}" dt="2024-06-24T03:14:30.820" v="4212" actId="165"/>
          <ac:spMkLst>
            <pc:docMk/>
            <pc:sldMk cId="3580450898" sldId="2147480829"/>
            <ac:spMk id="119" creationId="{98BD6467-B826-784E-0C5F-89EDD834504F}"/>
          </ac:spMkLst>
        </pc:spChg>
        <pc:spChg chg="mod">
          <ac:chgData name="Takeuchi, Koichiro" userId="b3848a05-443b-4434-8fa5-7398ca0c03c9" providerId="ADAL" clId="{0BCE8C6C-860B-4961-8907-604115D89DF6}" dt="2024-06-24T03:14:30.820" v="4212" actId="165"/>
          <ac:spMkLst>
            <pc:docMk/>
            <pc:sldMk cId="3580450898" sldId="2147480829"/>
            <ac:spMk id="120" creationId="{3418253D-478D-12A6-78E3-7B58EA9B7A20}"/>
          </ac:spMkLst>
        </pc:spChg>
        <pc:spChg chg="mod">
          <ac:chgData name="Takeuchi, Koichiro" userId="b3848a05-443b-4434-8fa5-7398ca0c03c9" providerId="ADAL" clId="{0BCE8C6C-860B-4961-8907-604115D89DF6}" dt="2024-06-24T03:14:30.820" v="4212" actId="165"/>
          <ac:spMkLst>
            <pc:docMk/>
            <pc:sldMk cId="3580450898" sldId="2147480829"/>
            <ac:spMk id="121" creationId="{D32DB5E5-1785-5BAB-A849-B0F85445CC6C}"/>
          </ac:spMkLst>
        </pc:spChg>
        <pc:spChg chg="mod">
          <ac:chgData name="Takeuchi, Koichiro" userId="b3848a05-443b-4434-8fa5-7398ca0c03c9" providerId="ADAL" clId="{0BCE8C6C-860B-4961-8907-604115D89DF6}" dt="2024-06-24T03:14:30.820" v="4212" actId="165"/>
          <ac:spMkLst>
            <pc:docMk/>
            <pc:sldMk cId="3580450898" sldId="2147480829"/>
            <ac:spMk id="122" creationId="{883E9FDF-6CF3-06EF-5910-702C6C971F55}"/>
          </ac:spMkLst>
        </pc:spChg>
        <pc:spChg chg="mod">
          <ac:chgData name="Takeuchi, Koichiro" userId="b3848a05-443b-4434-8fa5-7398ca0c03c9" providerId="ADAL" clId="{0BCE8C6C-860B-4961-8907-604115D89DF6}" dt="2024-06-24T03:14:30.820" v="4212" actId="165"/>
          <ac:spMkLst>
            <pc:docMk/>
            <pc:sldMk cId="3580450898" sldId="2147480829"/>
            <ac:spMk id="123" creationId="{9CCDB2DC-C98F-ECC9-5B24-661AF7C788C6}"/>
          </ac:spMkLst>
        </pc:spChg>
        <pc:spChg chg="mod">
          <ac:chgData name="Takeuchi, Koichiro" userId="b3848a05-443b-4434-8fa5-7398ca0c03c9" providerId="ADAL" clId="{0BCE8C6C-860B-4961-8907-604115D89DF6}" dt="2024-06-24T03:14:30.820" v="4212" actId="165"/>
          <ac:spMkLst>
            <pc:docMk/>
            <pc:sldMk cId="3580450898" sldId="2147480829"/>
            <ac:spMk id="124" creationId="{D6211044-9226-9456-58EC-EB065E1A4B90}"/>
          </ac:spMkLst>
        </pc:spChg>
        <pc:spChg chg="mod">
          <ac:chgData name="Takeuchi, Koichiro" userId="b3848a05-443b-4434-8fa5-7398ca0c03c9" providerId="ADAL" clId="{0BCE8C6C-860B-4961-8907-604115D89DF6}" dt="2024-06-24T02:58:02.132" v="3264"/>
          <ac:spMkLst>
            <pc:docMk/>
            <pc:sldMk cId="3580450898" sldId="2147480829"/>
            <ac:spMk id="126" creationId="{919B4571-66F4-19EC-CD1D-EFE6D8D0BF7C}"/>
          </ac:spMkLst>
        </pc:spChg>
        <pc:spChg chg="mod">
          <ac:chgData name="Takeuchi, Koichiro" userId="b3848a05-443b-4434-8fa5-7398ca0c03c9" providerId="ADAL" clId="{0BCE8C6C-860B-4961-8907-604115D89DF6}" dt="2024-06-24T03:01:08.762" v="3368" actId="20577"/>
          <ac:spMkLst>
            <pc:docMk/>
            <pc:sldMk cId="3580450898" sldId="2147480829"/>
            <ac:spMk id="127" creationId="{048BC4CD-74ED-668F-81C6-F8AF01CF8DC8}"/>
          </ac:spMkLst>
        </pc:spChg>
        <pc:spChg chg="add mod">
          <ac:chgData name="Takeuchi, Koichiro" userId="b3848a05-443b-4434-8fa5-7398ca0c03c9" providerId="ADAL" clId="{0BCE8C6C-860B-4961-8907-604115D89DF6}" dt="2024-06-24T02:58:10.423" v="3267"/>
          <ac:spMkLst>
            <pc:docMk/>
            <pc:sldMk cId="3580450898" sldId="2147480829"/>
            <ac:spMk id="128" creationId="{8687EE19-FDF6-944F-EEE0-62679FA7BD51}"/>
          </ac:spMkLst>
        </pc:spChg>
        <pc:spChg chg="mod">
          <ac:chgData name="Takeuchi, Koichiro" userId="b3848a05-443b-4434-8fa5-7398ca0c03c9" providerId="ADAL" clId="{0BCE8C6C-860B-4961-8907-604115D89DF6}" dt="2024-06-24T02:58:10.423" v="3267"/>
          <ac:spMkLst>
            <pc:docMk/>
            <pc:sldMk cId="3580450898" sldId="2147480829"/>
            <ac:spMk id="130" creationId="{9F276352-05C7-C42C-DED9-6FB194157187}"/>
          </ac:spMkLst>
        </pc:spChg>
        <pc:spChg chg="mod">
          <ac:chgData name="Takeuchi, Koichiro" userId="b3848a05-443b-4434-8fa5-7398ca0c03c9" providerId="ADAL" clId="{0BCE8C6C-860B-4961-8907-604115D89DF6}" dt="2024-06-24T02:58:10.423" v="3267"/>
          <ac:spMkLst>
            <pc:docMk/>
            <pc:sldMk cId="3580450898" sldId="2147480829"/>
            <ac:spMk id="131" creationId="{23DD5DCA-4CA0-9CE9-1E31-43C8F13748D2}"/>
          </ac:spMkLst>
        </pc:spChg>
        <pc:spChg chg="mod topLvl">
          <ac:chgData name="Takeuchi, Koichiro" userId="b3848a05-443b-4434-8fa5-7398ca0c03c9" providerId="ADAL" clId="{0BCE8C6C-860B-4961-8907-604115D89DF6}" dt="2024-06-24T03:50:57.242" v="6703" actId="14100"/>
          <ac:spMkLst>
            <pc:docMk/>
            <pc:sldMk cId="3580450898" sldId="2147480829"/>
            <ac:spMk id="133" creationId="{282C8F97-D3E5-CBA2-F156-25431E193F2F}"/>
          </ac:spMkLst>
        </pc:spChg>
        <pc:spChg chg="mod topLvl">
          <ac:chgData name="Takeuchi, Koichiro" userId="b3848a05-443b-4434-8fa5-7398ca0c03c9" providerId="ADAL" clId="{0BCE8C6C-860B-4961-8907-604115D89DF6}" dt="2024-06-24T03:51:00.678" v="6704" actId="122"/>
          <ac:spMkLst>
            <pc:docMk/>
            <pc:sldMk cId="3580450898" sldId="2147480829"/>
            <ac:spMk id="134" creationId="{228D0C14-C6B5-E81E-721D-1FEE45C9C337}"/>
          </ac:spMkLst>
        </pc:spChg>
        <pc:spChg chg="add del mod">
          <ac:chgData name="Takeuchi, Koichiro" userId="b3848a05-443b-4434-8fa5-7398ca0c03c9" providerId="ADAL" clId="{0BCE8C6C-860B-4961-8907-604115D89DF6}" dt="2024-06-24T03:00:52.538" v="3341" actId="478"/>
          <ac:spMkLst>
            <pc:docMk/>
            <pc:sldMk cId="3580450898" sldId="2147480829"/>
            <ac:spMk id="136" creationId="{41558FA9-DF5C-CC36-D59B-318464697649}"/>
          </ac:spMkLst>
        </pc:spChg>
        <pc:spChg chg="add mod topLvl">
          <ac:chgData name="Takeuchi, Koichiro" userId="b3848a05-443b-4434-8fa5-7398ca0c03c9" providerId="ADAL" clId="{0BCE8C6C-860B-4961-8907-604115D89DF6}" dt="2024-06-24T03:44:42.174" v="6307" actId="1036"/>
          <ac:spMkLst>
            <pc:docMk/>
            <pc:sldMk cId="3580450898" sldId="2147480829"/>
            <ac:spMk id="137" creationId="{F6308457-B9F8-B360-8E59-EC1393C8E57D}"/>
          </ac:spMkLst>
        </pc:spChg>
        <pc:spChg chg="add del mod">
          <ac:chgData name="Takeuchi, Koichiro" userId="b3848a05-443b-4434-8fa5-7398ca0c03c9" providerId="ADAL" clId="{0BCE8C6C-860B-4961-8907-604115D89DF6}" dt="2024-06-24T03:01:44.468" v="3380" actId="478"/>
          <ac:spMkLst>
            <pc:docMk/>
            <pc:sldMk cId="3580450898" sldId="2147480829"/>
            <ac:spMk id="138" creationId="{ECDDB8B4-AC09-0CD8-2960-85EB7AEC3E0E}"/>
          </ac:spMkLst>
        </pc:spChg>
        <pc:spChg chg="add mod topLvl">
          <ac:chgData name="Takeuchi, Koichiro" userId="b3848a05-443b-4434-8fa5-7398ca0c03c9" providerId="ADAL" clId="{0BCE8C6C-860B-4961-8907-604115D89DF6}" dt="2024-06-24T03:44:42.174" v="6307" actId="1036"/>
          <ac:spMkLst>
            <pc:docMk/>
            <pc:sldMk cId="3580450898" sldId="2147480829"/>
            <ac:spMk id="139" creationId="{BA5F0339-7B13-D9FB-F392-685A7AE1B04F}"/>
          </ac:spMkLst>
        </pc:spChg>
        <pc:spChg chg="mod">
          <ac:chgData name="Takeuchi, Koichiro" userId="b3848a05-443b-4434-8fa5-7398ca0c03c9" providerId="ADAL" clId="{0BCE8C6C-860B-4961-8907-604115D89DF6}" dt="2024-06-24T03:04:49.954" v="3502" actId="165"/>
          <ac:spMkLst>
            <pc:docMk/>
            <pc:sldMk cId="3580450898" sldId="2147480829"/>
            <ac:spMk id="144" creationId="{A4EC238A-D598-1F21-37E1-FC83FD12A231}"/>
          </ac:spMkLst>
        </pc:spChg>
        <pc:spChg chg="mod">
          <ac:chgData name="Takeuchi, Koichiro" userId="b3848a05-443b-4434-8fa5-7398ca0c03c9" providerId="ADAL" clId="{0BCE8C6C-860B-4961-8907-604115D89DF6}" dt="2024-06-24T03:04:49.954" v="3502" actId="165"/>
          <ac:spMkLst>
            <pc:docMk/>
            <pc:sldMk cId="3580450898" sldId="2147480829"/>
            <ac:spMk id="145" creationId="{E203ADF0-6B95-0C72-995D-BE561B84354B}"/>
          </ac:spMkLst>
        </pc:spChg>
        <pc:spChg chg="mod">
          <ac:chgData name="Takeuchi, Koichiro" userId="b3848a05-443b-4434-8fa5-7398ca0c03c9" providerId="ADAL" clId="{0BCE8C6C-860B-4961-8907-604115D89DF6}" dt="2024-06-24T03:04:49.954" v="3502" actId="165"/>
          <ac:spMkLst>
            <pc:docMk/>
            <pc:sldMk cId="3580450898" sldId="2147480829"/>
            <ac:spMk id="146" creationId="{1A7AD36E-D4D7-F7B9-A46E-780BE4DBF71A}"/>
          </ac:spMkLst>
        </pc:spChg>
        <pc:spChg chg="mod">
          <ac:chgData name="Takeuchi, Koichiro" userId="b3848a05-443b-4434-8fa5-7398ca0c03c9" providerId="ADAL" clId="{0BCE8C6C-860B-4961-8907-604115D89DF6}" dt="2024-06-24T03:04:49.954" v="3502" actId="165"/>
          <ac:spMkLst>
            <pc:docMk/>
            <pc:sldMk cId="3580450898" sldId="2147480829"/>
            <ac:spMk id="148" creationId="{47EBED8A-3DC5-595D-F101-211301FCCAF0}"/>
          </ac:spMkLst>
        </pc:spChg>
        <pc:spChg chg="mod">
          <ac:chgData name="Takeuchi, Koichiro" userId="b3848a05-443b-4434-8fa5-7398ca0c03c9" providerId="ADAL" clId="{0BCE8C6C-860B-4961-8907-604115D89DF6}" dt="2024-06-24T03:04:49.954" v="3502" actId="165"/>
          <ac:spMkLst>
            <pc:docMk/>
            <pc:sldMk cId="3580450898" sldId="2147480829"/>
            <ac:spMk id="149" creationId="{FE3A2F6C-B746-1846-E304-5D36574F6C89}"/>
          </ac:spMkLst>
        </pc:spChg>
        <pc:spChg chg="mod">
          <ac:chgData name="Takeuchi, Koichiro" userId="b3848a05-443b-4434-8fa5-7398ca0c03c9" providerId="ADAL" clId="{0BCE8C6C-860B-4961-8907-604115D89DF6}" dt="2024-06-24T03:04:49.954" v="3502" actId="165"/>
          <ac:spMkLst>
            <pc:docMk/>
            <pc:sldMk cId="3580450898" sldId="2147480829"/>
            <ac:spMk id="150" creationId="{FD06068A-0AA3-B06F-2B34-3E6ED34B8F30}"/>
          </ac:spMkLst>
        </pc:spChg>
        <pc:spChg chg="mod">
          <ac:chgData name="Takeuchi, Koichiro" userId="b3848a05-443b-4434-8fa5-7398ca0c03c9" providerId="ADAL" clId="{0BCE8C6C-860B-4961-8907-604115D89DF6}" dt="2024-06-24T03:05:10.887" v="3507"/>
          <ac:spMkLst>
            <pc:docMk/>
            <pc:sldMk cId="3580450898" sldId="2147480829"/>
            <ac:spMk id="158" creationId="{BE1FF577-CE2A-D89C-B1F9-9B7858F536F1}"/>
          </ac:spMkLst>
        </pc:spChg>
        <pc:spChg chg="mod">
          <ac:chgData name="Takeuchi, Koichiro" userId="b3848a05-443b-4434-8fa5-7398ca0c03c9" providerId="ADAL" clId="{0BCE8C6C-860B-4961-8907-604115D89DF6}" dt="2024-06-24T03:05:10.887" v="3507"/>
          <ac:spMkLst>
            <pc:docMk/>
            <pc:sldMk cId="3580450898" sldId="2147480829"/>
            <ac:spMk id="159" creationId="{FBE10A0B-5143-7B40-1460-3E9A2389815A}"/>
          </ac:spMkLst>
        </pc:spChg>
        <pc:spChg chg="mod">
          <ac:chgData name="Takeuchi, Koichiro" userId="b3848a05-443b-4434-8fa5-7398ca0c03c9" providerId="ADAL" clId="{0BCE8C6C-860B-4961-8907-604115D89DF6}" dt="2024-06-24T03:05:10.887" v="3507"/>
          <ac:spMkLst>
            <pc:docMk/>
            <pc:sldMk cId="3580450898" sldId="2147480829"/>
            <ac:spMk id="160" creationId="{1B474E35-B7F9-1232-EB65-7DD827DB1B51}"/>
          </ac:spMkLst>
        </pc:spChg>
        <pc:spChg chg="mod">
          <ac:chgData name="Takeuchi, Koichiro" userId="b3848a05-443b-4434-8fa5-7398ca0c03c9" providerId="ADAL" clId="{0BCE8C6C-860B-4961-8907-604115D89DF6}" dt="2024-06-24T03:05:10.887" v="3507"/>
          <ac:spMkLst>
            <pc:docMk/>
            <pc:sldMk cId="3580450898" sldId="2147480829"/>
            <ac:spMk id="161" creationId="{63407E0F-045A-F7EC-3C7B-F3721D9E73AF}"/>
          </ac:spMkLst>
        </pc:spChg>
        <pc:spChg chg="mod">
          <ac:chgData name="Takeuchi, Koichiro" userId="b3848a05-443b-4434-8fa5-7398ca0c03c9" providerId="ADAL" clId="{0BCE8C6C-860B-4961-8907-604115D89DF6}" dt="2024-06-24T03:05:10.887" v="3507"/>
          <ac:spMkLst>
            <pc:docMk/>
            <pc:sldMk cId="3580450898" sldId="2147480829"/>
            <ac:spMk id="162" creationId="{1E2350AB-7EED-AC15-9766-657BF7C88057}"/>
          </ac:spMkLst>
        </pc:spChg>
        <pc:spChg chg="mod">
          <ac:chgData name="Takeuchi, Koichiro" userId="b3848a05-443b-4434-8fa5-7398ca0c03c9" providerId="ADAL" clId="{0BCE8C6C-860B-4961-8907-604115D89DF6}" dt="2024-06-24T03:05:10.887" v="3507"/>
          <ac:spMkLst>
            <pc:docMk/>
            <pc:sldMk cId="3580450898" sldId="2147480829"/>
            <ac:spMk id="163" creationId="{C759776A-1636-0024-FD82-93DCBCD48A2B}"/>
          </ac:spMkLst>
        </pc:spChg>
        <pc:spChg chg="mod">
          <ac:chgData name="Takeuchi, Koichiro" userId="b3848a05-443b-4434-8fa5-7398ca0c03c9" providerId="ADAL" clId="{0BCE8C6C-860B-4961-8907-604115D89DF6}" dt="2024-06-24T03:05:20.998" v="3511" actId="165"/>
          <ac:spMkLst>
            <pc:docMk/>
            <pc:sldMk cId="3580450898" sldId="2147480829"/>
            <ac:spMk id="169" creationId="{639AB006-87D8-117E-6F03-944D08D0D82C}"/>
          </ac:spMkLst>
        </pc:spChg>
        <pc:spChg chg="mod">
          <ac:chgData name="Takeuchi, Koichiro" userId="b3848a05-443b-4434-8fa5-7398ca0c03c9" providerId="ADAL" clId="{0BCE8C6C-860B-4961-8907-604115D89DF6}" dt="2024-06-24T03:05:20.998" v="3511" actId="165"/>
          <ac:spMkLst>
            <pc:docMk/>
            <pc:sldMk cId="3580450898" sldId="2147480829"/>
            <ac:spMk id="170" creationId="{38A5606F-46D7-5EC2-EA63-FD9042356873}"/>
          </ac:spMkLst>
        </pc:spChg>
        <pc:spChg chg="mod">
          <ac:chgData name="Takeuchi, Koichiro" userId="b3848a05-443b-4434-8fa5-7398ca0c03c9" providerId="ADAL" clId="{0BCE8C6C-860B-4961-8907-604115D89DF6}" dt="2024-06-24T03:05:20.998" v="3511" actId="165"/>
          <ac:spMkLst>
            <pc:docMk/>
            <pc:sldMk cId="3580450898" sldId="2147480829"/>
            <ac:spMk id="171" creationId="{529CC600-EA0C-8761-4C94-FD2338FBA39E}"/>
          </ac:spMkLst>
        </pc:spChg>
        <pc:spChg chg="mod">
          <ac:chgData name="Takeuchi, Koichiro" userId="b3848a05-443b-4434-8fa5-7398ca0c03c9" providerId="ADAL" clId="{0BCE8C6C-860B-4961-8907-604115D89DF6}" dt="2024-06-24T03:05:20.998" v="3511" actId="165"/>
          <ac:spMkLst>
            <pc:docMk/>
            <pc:sldMk cId="3580450898" sldId="2147480829"/>
            <ac:spMk id="172" creationId="{E48D8121-E1DC-0BFF-7ABD-062C4B33B757}"/>
          </ac:spMkLst>
        </pc:spChg>
        <pc:spChg chg="mod">
          <ac:chgData name="Takeuchi, Koichiro" userId="b3848a05-443b-4434-8fa5-7398ca0c03c9" providerId="ADAL" clId="{0BCE8C6C-860B-4961-8907-604115D89DF6}" dt="2024-06-24T03:05:20.998" v="3511" actId="165"/>
          <ac:spMkLst>
            <pc:docMk/>
            <pc:sldMk cId="3580450898" sldId="2147480829"/>
            <ac:spMk id="173" creationId="{DA5AD138-A6B1-B7ED-D9CF-80F9BA678AAD}"/>
          </ac:spMkLst>
        </pc:spChg>
        <pc:spChg chg="mod">
          <ac:chgData name="Takeuchi, Koichiro" userId="b3848a05-443b-4434-8fa5-7398ca0c03c9" providerId="ADAL" clId="{0BCE8C6C-860B-4961-8907-604115D89DF6}" dt="2024-06-24T03:05:20.998" v="3511" actId="165"/>
          <ac:spMkLst>
            <pc:docMk/>
            <pc:sldMk cId="3580450898" sldId="2147480829"/>
            <ac:spMk id="174" creationId="{2F19B1E8-C6C5-5472-0450-25D684BDA7F0}"/>
          </ac:spMkLst>
        </pc:spChg>
        <pc:spChg chg="mod">
          <ac:chgData name="Takeuchi, Koichiro" userId="b3848a05-443b-4434-8fa5-7398ca0c03c9" providerId="ADAL" clId="{0BCE8C6C-860B-4961-8907-604115D89DF6}" dt="2024-06-24T03:05:51.467" v="3516"/>
          <ac:spMkLst>
            <pc:docMk/>
            <pc:sldMk cId="3580450898" sldId="2147480829"/>
            <ac:spMk id="181" creationId="{9A2A9C4B-8781-1D2F-9D99-8750DA8FC818}"/>
          </ac:spMkLst>
        </pc:spChg>
        <pc:spChg chg="mod">
          <ac:chgData name="Takeuchi, Koichiro" userId="b3848a05-443b-4434-8fa5-7398ca0c03c9" providerId="ADAL" clId="{0BCE8C6C-860B-4961-8907-604115D89DF6}" dt="2024-06-24T03:05:51.467" v="3516"/>
          <ac:spMkLst>
            <pc:docMk/>
            <pc:sldMk cId="3580450898" sldId="2147480829"/>
            <ac:spMk id="182" creationId="{AB7B7BB2-24F7-FCDC-6BF7-4F0ADF53F653}"/>
          </ac:spMkLst>
        </pc:spChg>
        <pc:spChg chg="mod">
          <ac:chgData name="Takeuchi, Koichiro" userId="b3848a05-443b-4434-8fa5-7398ca0c03c9" providerId="ADAL" clId="{0BCE8C6C-860B-4961-8907-604115D89DF6}" dt="2024-06-24T03:05:51.467" v="3516"/>
          <ac:spMkLst>
            <pc:docMk/>
            <pc:sldMk cId="3580450898" sldId="2147480829"/>
            <ac:spMk id="183" creationId="{4D1F7C18-C717-6AF4-7984-68948A3B0B40}"/>
          </ac:spMkLst>
        </pc:spChg>
        <pc:spChg chg="mod">
          <ac:chgData name="Takeuchi, Koichiro" userId="b3848a05-443b-4434-8fa5-7398ca0c03c9" providerId="ADAL" clId="{0BCE8C6C-860B-4961-8907-604115D89DF6}" dt="2024-06-24T03:05:51.467" v="3516"/>
          <ac:spMkLst>
            <pc:docMk/>
            <pc:sldMk cId="3580450898" sldId="2147480829"/>
            <ac:spMk id="184" creationId="{A34FC79D-0830-2E21-F167-8F513EA38F05}"/>
          </ac:spMkLst>
        </pc:spChg>
        <pc:spChg chg="mod">
          <ac:chgData name="Takeuchi, Koichiro" userId="b3848a05-443b-4434-8fa5-7398ca0c03c9" providerId="ADAL" clId="{0BCE8C6C-860B-4961-8907-604115D89DF6}" dt="2024-06-24T03:05:51.467" v="3516"/>
          <ac:spMkLst>
            <pc:docMk/>
            <pc:sldMk cId="3580450898" sldId="2147480829"/>
            <ac:spMk id="185" creationId="{9DD27664-8FD9-8CF5-FAB4-514D60D277CC}"/>
          </ac:spMkLst>
        </pc:spChg>
        <pc:spChg chg="mod">
          <ac:chgData name="Takeuchi, Koichiro" userId="b3848a05-443b-4434-8fa5-7398ca0c03c9" providerId="ADAL" clId="{0BCE8C6C-860B-4961-8907-604115D89DF6}" dt="2024-06-24T03:05:51.467" v="3516"/>
          <ac:spMkLst>
            <pc:docMk/>
            <pc:sldMk cId="3580450898" sldId="2147480829"/>
            <ac:spMk id="186" creationId="{78030ABF-67E1-8F59-C759-82BE37E81844}"/>
          </ac:spMkLst>
        </pc:spChg>
        <pc:spChg chg="add mod">
          <ac:chgData name="Takeuchi, Koichiro" userId="b3848a05-443b-4434-8fa5-7398ca0c03c9" providerId="ADAL" clId="{0BCE8C6C-860B-4961-8907-604115D89DF6}" dt="2024-06-24T03:47:30.293" v="6559" actId="207"/>
          <ac:spMkLst>
            <pc:docMk/>
            <pc:sldMk cId="3580450898" sldId="2147480829"/>
            <ac:spMk id="187" creationId="{BBB63D55-EE67-1C6B-B7B7-C7596B68AB35}"/>
          </ac:spMkLst>
        </pc:spChg>
        <pc:spChg chg="add mod">
          <ac:chgData name="Takeuchi, Koichiro" userId="b3848a05-443b-4434-8fa5-7398ca0c03c9" providerId="ADAL" clId="{0BCE8C6C-860B-4961-8907-604115D89DF6}" dt="2024-06-24T03:15:10.837" v="4234"/>
          <ac:spMkLst>
            <pc:docMk/>
            <pc:sldMk cId="3580450898" sldId="2147480829"/>
            <ac:spMk id="188" creationId="{50A15F7D-94D3-4231-BE02-00A16D15CA75}"/>
          </ac:spMkLst>
        </pc:spChg>
        <pc:spChg chg="add mod">
          <ac:chgData name="Takeuchi, Koichiro" userId="b3848a05-443b-4434-8fa5-7398ca0c03c9" providerId="ADAL" clId="{0BCE8C6C-860B-4961-8907-604115D89DF6}" dt="2024-06-24T03:44:42.174" v="6307" actId="1036"/>
          <ac:spMkLst>
            <pc:docMk/>
            <pc:sldMk cId="3580450898" sldId="2147480829"/>
            <ac:spMk id="189" creationId="{4357D066-A53C-4324-53D4-EAF1A7C04EB9}"/>
          </ac:spMkLst>
        </pc:spChg>
        <pc:spChg chg="add mod">
          <ac:chgData name="Takeuchi, Koichiro" userId="b3848a05-443b-4434-8fa5-7398ca0c03c9" providerId="ADAL" clId="{0BCE8C6C-860B-4961-8907-604115D89DF6}" dt="2024-06-24T03:44:42.174" v="6307" actId="1036"/>
          <ac:spMkLst>
            <pc:docMk/>
            <pc:sldMk cId="3580450898" sldId="2147480829"/>
            <ac:spMk id="190" creationId="{2632A55A-023C-8ABB-82AF-B0E227F63768}"/>
          </ac:spMkLst>
        </pc:spChg>
        <pc:spChg chg="add mod">
          <ac:chgData name="Takeuchi, Koichiro" userId="b3848a05-443b-4434-8fa5-7398ca0c03c9" providerId="ADAL" clId="{0BCE8C6C-860B-4961-8907-604115D89DF6}" dt="2024-06-24T03:57:02.024" v="6910" actId="20577"/>
          <ac:spMkLst>
            <pc:docMk/>
            <pc:sldMk cId="3580450898" sldId="2147480829"/>
            <ac:spMk id="191" creationId="{AC5DC62C-3EC7-A773-F4D8-79574CBEE13F}"/>
          </ac:spMkLst>
        </pc:spChg>
        <pc:spChg chg="add del mod">
          <ac:chgData name="Takeuchi, Koichiro" userId="b3848a05-443b-4434-8fa5-7398ca0c03c9" providerId="ADAL" clId="{0BCE8C6C-860B-4961-8907-604115D89DF6}" dt="2024-06-24T03:23:02.014" v="5327" actId="478"/>
          <ac:spMkLst>
            <pc:docMk/>
            <pc:sldMk cId="3580450898" sldId="2147480829"/>
            <ac:spMk id="192" creationId="{365ACEF4-56FA-B067-911A-C46449E28C67}"/>
          </ac:spMkLst>
        </pc:spChg>
        <pc:spChg chg="add mod topLvl">
          <ac:chgData name="Takeuchi, Koichiro" userId="b3848a05-443b-4434-8fa5-7398ca0c03c9" providerId="ADAL" clId="{0BCE8C6C-860B-4961-8907-604115D89DF6}" dt="2024-06-24T03:44:42.174" v="6307" actId="1036"/>
          <ac:spMkLst>
            <pc:docMk/>
            <pc:sldMk cId="3580450898" sldId="2147480829"/>
            <ac:spMk id="193" creationId="{32D6863E-9B48-37BD-D64A-00B9ED179793}"/>
          </ac:spMkLst>
        </pc:spChg>
        <pc:spChg chg="add mod topLvl">
          <ac:chgData name="Takeuchi, Koichiro" userId="b3848a05-443b-4434-8fa5-7398ca0c03c9" providerId="ADAL" clId="{0BCE8C6C-860B-4961-8907-604115D89DF6}" dt="2024-06-24T03:44:42.174" v="6307" actId="1036"/>
          <ac:spMkLst>
            <pc:docMk/>
            <pc:sldMk cId="3580450898" sldId="2147480829"/>
            <ac:spMk id="194" creationId="{4591AEEE-9B83-EFE5-8370-DCFA214E1864}"/>
          </ac:spMkLst>
        </pc:spChg>
        <pc:spChg chg="add mod topLvl">
          <ac:chgData name="Takeuchi, Koichiro" userId="b3848a05-443b-4434-8fa5-7398ca0c03c9" providerId="ADAL" clId="{0BCE8C6C-860B-4961-8907-604115D89DF6}" dt="2024-06-24T03:44:42.174" v="6307" actId="1036"/>
          <ac:spMkLst>
            <pc:docMk/>
            <pc:sldMk cId="3580450898" sldId="2147480829"/>
            <ac:spMk id="195" creationId="{F1BCE53A-E81F-B6A9-A04E-0C7236BD5307}"/>
          </ac:spMkLst>
        </pc:spChg>
        <pc:spChg chg="add mod topLvl">
          <ac:chgData name="Takeuchi, Koichiro" userId="b3848a05-443b-4434-8fa5-7398ca0c03c9" providerId="ADAL" clId="{0BCE8C6C-860B-4961-8907-604115D89DF6}" dt="2024-06-24T03:44:42.174" v="6307" actId="1036"/>
          <ac:spMkLst>
            <pc:docMk/>
            <pc:sldMk cId="3580450898" sldId="2147480829"/>
            <ac:spMk id="196" creationId="{2B9D11EC-65A4-AF09-BEDB-8D4E3AAFDA55}"/>
          </ac:spMkLst>
        </pc:spChg>
        <pc:spChg chg="add mod topLvl">
          <ac:chgData name="Takeuchi, Koichiro" userId="b3848a05-443b-4434-8fa5-7398ca0c03c9" providerId="ADAL" clId="{0BCE8C6C-860B-4961-8907-604115D89DF6}" dt="2024-06-24T03:44:42.174" v="6307" actId="1036"/>
          <ac:spMkLst>
            <pc:docMk/>
            <pc:sldMk cId="3580450898" sldId="2147480829"/>
            <ac:spMk id="197" creationId="{D5DB20B4-7335-771A-AAD5-0A03F343172A}"/>
          </ac:spMkLst>
        </pc:spChg>
        <pc:spChg chg="add mod topLvl">
          <ac:chgData name="Takeuchi, Koichiro" userId="b3848a05-443b-4434-8fa5-7398ca0c03c9" providerId="ADAL" clId="{0BCE8C6C-860B-4961-8907-604115D89DF6}" dt="2024-06-24T03:44:42.174" v="6307" actId="1036"/>
          <ac:spMkLst>
            <pc:docMk/>
            <pc:sldMk cId="3580450898" sldId="2147480829"/>
            <ac:spMk id="198" creationId="{5C31A657-EAFC-FD37-B177-0D46CDCE2228}"/>
          </ac:spMkLst>
        </pc:spChg>
        <pc:spChg chg="add mod topLvl">
          <ac:chgData name="Takeuchi, Koichiro" userId="b3848a05-443b-4434-8fa5-7398ca0c03c9" providerId="ADAL" clId="{0BCE8C6C-860B-4961-8907-604115D89DF6}" dt="2024-06-24T03:44:42.174" v="6307" actId="1036"/>
          <ac:spMkLst>
            <pc:docMk/>
            <pc:sldMk cId="3580450898" sldId="2147480829"/>
            <ac:spMk id="199" creationId="{C746D8F0-8646-F57C-5C09-C533E4560564}"/>
          </ac:spMkLst>
        </pc:spChg>
        <pc:spChg chg="add mod topLvl">
          <ac:chgData name="Takeuchi, Koichiro" userId="b3848a05-443b-4434-8fa5-7398ca0c03c9" providerId="ADAL" clId="{0BCE8C6C-860B-4961-8907-604115D89DF6}" dt="2024-06-24T03:44:42.174" v="6307" actId="1036"/>
          <ac:spMkLst>
            <pc:docMk/>
            <pc:sldMk cId="3580450898" sldId="2147480829"/>
            <ac:spMk id="200" creationId="{7877DB10-27B8-ACED-3228-D9B2E98E577A}"/>
          </ac:spMkLst>
        </pc:spChg>
        <pc:spChg chg="del mod topLvl">
          <ac:chgData name="Takeuchi, Koichiro" userId="b3848a05-443b-4434-8fa5-7398ca0c03c9" providerId="ADAL" clId="{0BCE8C6C-860B-4961-8907-604115D89DF6}" dt="2024-06-24T03:28:43.397" v="5422" actId="478"/>
          <ac:spMkLst>
            <pc:docMk/>
            <pc:sldMk cId="3580450898" sldId="2147480829"/>
            <ac:spMk id="206" creationId="{F973A82B-1A33-27C6-F28D-49838E4C0AF3}"/>
          </ac:spMkLst>
        </pc:spChg>
        <pc:spChg chg="del mod topLvl">
          <ac:chgData name="Takeuchi, Koichiro" userId="b3848a05-443b-4434-8fa5-7398ca0c03c9" providerId="ADAL" clId="{0BCE8C6C-860B-4961-8907-604115D89DF6}" dt="2024-06-24T03:28:43.051" v="5421" actId="478"/>
          <ac:spMkLst>
            <pc:docMk/>
            <pc:sldMk cId="3580450898" sldId="2147480829"/>
            <ac:spMk id="207" creationId="{FC8DCEC5-1AC3-3F97-625C-988EDD77D772}"/>
          </ac:spMkLst>
        </pc:spChg>
        <pc:spChg chg="del mod topLvl">
          <ac:chgData name="Takeuchi, Koichiro" userId="b3848a05-443b-4434-8fa5-7398ca0c03c9" providerId="ADAL" clId="{0BCE8C6C-860B-4961-8907-604115D89DF6}" dt="2024-06-24T03:28:42.401" v="5420" actId="478"/>
          <ac:spMkLst>
            <pc:docMk/>
            <pc:sldMk cId="3580450898" sldId="2147480829"/>
            <ac:spMk id="208" creationId="{171D2825-AA9B-9CC6-8C0E-180D525D9028}"/>
          </ac:spMkLst>
        </pc:spChg>
        <pc:spChg chg="del mod topLvl">
          <ac:chgData name="Takeuchi, Koichiro" userId="b3848a05-443b-4434-8fa5-7398ca0c03c9" providerId="ADAL" clId="{0BCE8C6C-860B-4961-8907-604115D89DF6}" dt="2024-06-24T03:28:40.806" v="5419" actId="478"/>
          <ac:spMkLst>
            <pc:docMk/>
            <pc:sldMk cId="3580450898" sldId="2147480829"/>
            <ac:spMk id="209" creationId="{CFD0589C-88A9-4C90-DDB5-CFE9915FA7B3}"/>
          </ac:spMkLst>
        </pc:spChg>
        <pc:spChg chg="del mod topLvl">
          <ac:chgData name="Takeuchi, Koichiro" userId="b3848a05-443b-4434-8fa5-7398ca0c03c9" providerId="ADAL" clId="{0BCE8C6C-860B-4961-8907-604115D89DF6}" dt="2024-06-24T03:28:40.806" v="5419" actId="478"/>
          <ac:spMkLst>
            <pc:docMk/>
            <pc:sldMk cId="3580450898" sldId="2147480829"/>
            <ac:spMk id="210" creationId="{DA47A363-6E32-BFB1-CBFE-ACD402293DE0}"/>
          </ac:spMkLst>
        </pc:spChg>
        <pc:spChg chg="del mod topLvl">
          <ac:chgData name="Takeuchi, Koichiro" userId="b3848a05-443b-4434-8fa5-7398ca0c03c9" providerId="ADAL" clId="{0BCE8C6C-860B-4961-8907-604115D89DF6}" dt="2024-06-24T03:28:40.806" v="5419" actId="478"/>
          <ac:spMkLst>
            <pc:docMk/>
            <pc:sldMk cId="3580450898" sldId="2147480829"/>
            <ac:spMk id="211" creationId="{EAA711B0-610B-8A54-F888-2226A0B2A568}"/>
          </ac:spMkLst>
        </pc:spChg>
        <pc:spChg chg="del mod topLvl">
          <ac:chgData name="Takeuchi, Koichiro" userId="b3848a05-443b-4434-8fa5-7398ca0c03c9" providerId="ADAL" clId="{0BCE8C6C-860B-4961-8907-604115D89DF6}" dt="2024-06-24T03:28:49.035" v="5428" actId="478"/>
          <ac:spMkLst>
            <pc:docMk/>
            <pc:sldMk cId="3580450898" sldId="2147480829"/>
            <ac:spMk id="217" creationId="{D766C72F-746C-633C-B9C3-A7C1CB6A2473}"/>
          </ac:spMkLst>
        </pc:spChg>
        <pc:spChg chg="del mod topLvl">
          <ac:chgData name="Takeuchi, Koichiro" userId="b3848a05-443b-4434-8fa5-7398ca0c03c9" providerId="ADAL" clId="{0BCE8C6C-860B-4961-8907-604115D89DF6}" dt="2024-06-24T03:28:48.228" v="5427" actId="478"/>
          <ac:spMkLst>
            <pc:docMk/>
            <pc:sldMk cId="3580450898" sldId="2147480829"/>
            <ac:spMk id="218" creationId="{642C95DA-9BBF-2BF0-60D0-4DF8F0C8D69F}"/>
          </ac:spMkLst>
        </pc:spChg>
        <pc:spChg chg="del mod topLvl">
          <ac:chgData name="Takeuchi, Koichiro" userId="b3848a05-443b-4434-8fa5-7398ca0c03c9" providerId="ADAL" clId="{0BCE8C6C-860B-4961-8907-604115D89DF6}" dt="2024-06-24T03:28:47.593" v="5426" actId="478"/>
          <ac:spMkLst>
            <pc:docMk/>
            <pc:sldMk cId="3580450898" sldId="2147480829"/>
            <ac:spMk id="219" creationId="{EC00727C-0BC9-9ABE-6046-C98C18870597}"/>
          </ac:spMkLst>
        </pc:spChg>
        <pc:spChg chg="del mod topLvl">
          <ac:chgData name="Takeuchi, Koichiro" userId="b3848a05-443b-4434-8fa5-7398ca0c03c9" providerId="ADAL" clId="{0BCE8C6C-860B-4961-8907-604115D89DF6}" dt="2024-06-24T03:28:46.467" v="5425" actId="478"/>
          <ac:spMkLst>
            <pc:docMk/>
            <pc:sldMk cId="3580450898" sldId="2147480829"/>
            <ac:spMk id="220" creationId="{88328FA4-9BDB-1C00-B322-CABB696CA82C}"/>
          </ac:spMkLst>
        </pc:spChg>
        <pc:spChg chg="del mod topLvl">
          <ac:chgData name="Takeuchi, Koichiro" userId="b3848a05-443b-4434-8fa5-7398ca0c03c9" providerId="ADAL" clId="{0BCE8C6C-860B-4961-8907-604115D89DF6}" dt="2024-06-24T03:28:45.914" v="5424" actId="478"/>
          <ac:spMkLst>
            <pc:docMk/>
            <pc:sldMk cId="3580450898" sldId="2147480829"/>
            <ac:spMk id="221" creationId="{8E19F7A3-9BEE-0661-FD1D-6107141FFF95}"/>
          </ac:spMkLst>
        </pc:spChg>
        <pc:spChg chg="del mod topLvl">
          <ac:chgData name="Takeuchi, Koichiro" userId="b3848a05-443b-4434-8fa5-7398ca0c03c9" providerId="ADAL" clId="{0BCE8C6C-860B-4961-8907-604115D89DF6}" dt="2024-06-24T03:28:45.251" v="5423" actId="478"/>
          <ac:spMkLst>
            <pc:docMk/>
            <pc:sldMk cId="3580450898" sldId="2147480829"/>
            <ac:spMk id="222" creationId="{8EDA3226-4C84-E1EC-E866-1371A86A56E6}"/>
          </ac:spMkLst>
        </pc:spChg>
        <pc:spChg chg="mod">
          <ac:chgData name="Takeuchi, Koichiro" userId="b3848a05-443b-4434-8fa5-7398ca0c03c9" providerId="ADAL" clId="{0BCE8C6C-860B-4961-8907-604115D89DF6}" dt="2024-06-24T03:28:21.949" v="5413" actId="165"/>
          <ac:spMkLst>
            <pc:docMk/>
            <pc:sldMk cId="3580450898" sldId="2147480829"/>
            <ac:spMk id="228" creationId="{F2B00385-7EB0-F071-F2C4-E43514574BE0}"/>
          </ac:spMkLst>
        </pc:spChg>
        <pc:spChg chg="mod">
          <ac:chgData name="Takeuchi, Koichiro" userId="b3848a05-443b-4434-8fa5-7398ca0c03c9" providerId="ADAL" clId="{0BCE8C6C-860B-4961-8907-604115D89DF6}" dt="2024-06-24T03:28:21.949" v="5413" actId="165"/>
          <ac:spMkLst>
            <pc:docMk/>
            <pc:sldMk cId="3580450898" sldId="2147480829"/>
            <ac:spMk id="229" creationId="{33AEDA0C-538F-BD89-188E-49474BB7482A}"/>
          </ac:spMkLst>
        </pc:spChg>
        <pc:spChg chg="mod">
          <ac:chgData name="Takeuchi, Koichiro" userId="b3848a05-443b-4434-8fa5-7398ca0c03c9" providerId="ADAL" clId="{0BCE8C6C-860B-4961-8907-604115D89DF6}" dt="2024-06-24T03:28:21.949" v="5413" actId="165"/>
          <ac:spMkLst>
            <pc:docMk/>
            <pc:sldMk cId="3580450898" sldId="2147480829"/>
            <ac:spMk id="230" creationId="{DA78956A-9BFB-49BD-DF0A-60CDC88A8B7C}"/>
          </ac:spMkLst>
        </pc:spChg>
        <pc:spChg chg="mod">
          <ac:chgData name="Takeuchi, Koichiro" userId="b3848a05-443b-4434-8fa5-7398ca0c03c9" providerId="ADAL" clId="{0BCE8C6C-860B-4961-8907-604115D89DF6}" dt="2024-06-24T03:28:21.949" v="5413" actId="165"/>
          <ac:spMkLst>
            <pc:docMk/>
            <pc:sldMk cId="3580450898" sldId="2147480829"/>
            <ac:spMk id="231" creationId="{60D64E62-9B22-22AF-E345-82BD1044C8CE}"/>
          </ac:spMkLst>
        </pc:spChg>
        <pc:spChg chg="mod">
          <ac:chgData name="Takeuchi, Koichiro" userId="b3848a05-443b-4434-8fa5-7398ca0c03c9" providerId="ADAL" clId="{0BCE8C6C-860B-4961-8907-604115D89DF6}" dt="2024-06-24T03:28:21.949" v="5413" actId="165"/>
          <ac:spMkLst>
            <pc:docMk/>
            <pc:sldMk cId="3580450898" sldId="2147480829"/>
            <ac:spMk id="232" creationId="{93039A49-081D-788A-1500-08E1637745F9}"/>
          </ac:spMkLst>
        </pc:spChg>
        <pc:spChg chg="mod">
          <ac:chgData name="Takeuchi, Koichiro" userId="b3848a05-443b-4434-8fa5-7398ca0c03c9" providerId="ADAL" clId="{0BCE8C6C-860B-4961-8907-604115D89DF6}" dt="2024-06-24T03:28:21.949" v="5413" actId="165"/>
          <ac:spMkLst>
            <pc:docMk/>
            <pc:sldMk cId="3580450898" sldId="2147480829"/>
            <ac:spMk id="233" creationId="{B2F6DF10-B542-E053-B398-B443ABBB3725}"/>
          </ac:spMkLst>
        </pc:spChg>
        <pc:spChg chg="add mod">
          <ac:chgData name="Takeuchi, Koichiro" userId="b3848a05-443b-4434-8fa5-7398ca0c03c9" providerId="ADAL" clId="{0BCE8C6C-860B-4961-8907-604115D89DF6}" dt="2024-06-24T03:44:42.174" v="6307" actId="1036"/>
          <ac:spMkLst>
            <pc:docMk/>
            <pc:sldMk cId="3580450898" sldId="2147480829"/>
            <ac:spMk id="235" creationId="{795D81A0-B7A7-6A80-075B-8E8F324F4122}"/>
          </ac:spMkLst>
        </pc:spChg>
        <pc:spChg chg="add mod">
          <ac:chgData name="Takeuchi, Koichiro" userId="b3848a05-443b-4434-8fa5-7398ca0c03c9" providerId="ADAL" clId="{0BCE8C6C-860B-4961-8907-604115D89DF6}" dt="2024-06-24T03:44:42.174" v="6307" actId="1036"/>
          <ac:spMkLst>
            <pc:docMk/>
            <pc:sldMk cId="3580450898" sldId="2147480829"/>
            <ac:spMk id="236" creationId="{DF7618D8-9B28-C95F-EA58-5ADDF735BEFC}"/>
          </ac:spMkLst>
        </pc:spChg>
        <pc:spChg chg="add del mod">
          <ac:chgData name="Takeuchi, Koichiro" userId="b3848a05-443b-4434-8fa5-7398ca0c03c9" providerId="ADAL" clId="{0BCE8C6C-860B-4961-8907-604115D89DF6}" dt="2024-06-24T03:25:13.088" v="5352" actId="478"/>
          <ac:spMkLst>
            <pc:docMk/>
            <pc:sldMk cId="3580450898" sldId="2147480829"/>
            <ac:spMk id="237" creationId="{64789FFB-C7EB-B713-6A18-0E259221ED1D}"/>
          </ac:spMkLst>
        </pc:spChg>
        <pc:spChg chg="add mod">
          <ac:chgData name="Takeuchi, Koichiro" userId="b3848a05-443b-4434-8fa5-7398ca0c03c9" providerId="ADAL" clId="{0BCE8C6C-860B-4961-8907-604115D89DF6}" dt="2024-06-24T03:44:42.174" v="6307" actId="1036"/>
          <ac:spMkLst>
            <pc:docMk/>
            <pc:sldMk cId="3580450898" sldId="2147480829"/>
            <ac:spMk id="238" creationId="{6D0F05A1-D05E-EDDA-E866-91FF602B5FE6}"/>
          </ac:spMkLst>
        </pc:spChg>
        <pc:spChg chg="add mod">
          <ac:chgData name="Takeuchi, Koichiro" userId="b3848a05-443b-4434-8fa5-7398ca0c03c9" providerId="ADAL" clId="{0BCE8C6C-860B-4961-8907-604115D89DF6}" dt="2024-06-24T03:44:42.174" v="6307" actId="1036"/>
          <ac:spMkLst>
            <pc:docMk/>
            <pc:sldMk cId="3580450898" sldId="2147480829"/>
            <ac:spMk id="239" creationId="{4B9111E6-0969-6E0C-E06D-061C7D26950D}"/>
          </ac:spMkLst>
        </pc:spChg>
        <pc:spChg chg="add mod">
          <ac:chgData name="Takeuchi, Koichiro" userId="b3848a05-443b-4434-8fa5-7398ca0c03c9" providerId="ADAL" clId="{0BCE8C6C-860B-4961-8907-604115D89DF6}" dt="2024-06-24T03:44:42.174" v="6307" actId="1036"/>
          <ac:spMkLst>
            <pc:docMk/>
            <pc:sldMk cId="3580450898" sldId="2147480829"/>
            <ac:spMk id="240" creationId="{74D12C87-56A4-65F0-ADAB-767E2C846849}"/>
          </ac:spMkLst>
        </pc:spChg>
        <pc:spChg chg="add mod">
          <ac:chgData name="Takeuchi, Koichiro" userId="b3848a05-443b-4434-8fa5-7398ca0c03c9" providerId="ADAL" clId="{0BCE8C6C-860B-4961-8907-604115D89DF6}" dt="2024-06-24T03:44:42.174" v="6307" actId="1036"/>
          <ac:spMkLst>
            <pc:docMk/>
            <pc:sldMk cId="3580450898" sldId="2147480829"/>
            <ac:spMk id="241" creationId="{692AEFAD-691E-42FE-7672-999AE5762752}"/>
          </ac:spMkLst>
        </pc:spChg>
        <pc:spChg chg="add mod">
          <ac:chgData name="Takeuchi, Koichiro" userId="b3848a05-443b-4434-8fa5-7398ca0c03c9" providerId="ADAL" clId="{0BCE8C6C-860B-4961-8907-604115D89DF6}" dt="2024-06-24T03:44:42.174" v="6307" actId="1036"/>
          <ac:spMkLst>
            <pc:docMk/>
            <pc:sldMk cId="3580450898" sldId="2147480829"/>
            <ac:spMk id="242" creationId="{608B64BD-EA2A-78B5-D848-F69057C0AC13}"/>
          </ac:spMkLst>
        </pc:spChg>
        <pc:spChg chg="add mod">
          <ac:chgData name="Takeuchi, Koichiro" userId="b3848a05-443b-4434-8fa5-7398ca0c03c9" providerId="ADAL" clId="{0BCE8C6C-860B-4961-8907-604115D89DF6}" dt="2024-06-24T03:44:42.174" v="6307" actId="1036"/>
          <ac:spMkLst>
            <pc:docMk/>
            <pc:sldMk cId="3580450898" sldId="2147480829"/>
            <ac:spMk id="243" creationId="{856D2F2B-051B-CB66-F7B8-8B51BF1E2911}"/>
          </ac:spMkLst>
        </pc:spChg>
        <pc:spChg chg="add mod">
          <ac:chgData name="Takeuchi, Koichiro" userId="b3848a05-443b-4434-8fa5-7398ca0c03c9" providerId="ADAL" clId="{0BCE8C6C-860B-4961-8907-604115D89DF6}" dt="2024-06-24T03:44:42.174" v="6307" actId="1036"/>
          <ac:spMkLst>
            <pc:docMk/>
            <pc:sldMk cId="3580450898" sldId="2147480829"/>
            <ac:spMk id="244" creationId="{7EEC32C0-726F-E7F5-6674-60DC40D35DE0}"/>
          </ac:spMkLst>
        </pc:spChg>
        <pc:spChg chg="mod">
          <ac:chgData name="Takeuchi, Koichiro" userId="b3848a05-443b-4434-8fa5-7398ca0c03c9" providerId="ADAL" clId="{0BCE8C6C-860B-4961-8907-604115D89DF6}" dt="2024-06-24T03:29:10.303" v="5431"/>
          <ac:spMkLst>
            <pc:docMk/>
            <pc:sldMk cId="3580450898" sldId="2147480829"/>
            <ac:spMk id="250" creationId="{61DB0BA1-A707-F280-28FA-89F865D7D76C}"/>
          </ac:spMkLst>
        </pc:spChg>
        <pc:spChg chg="mod">
          <ac:chgData name="Takeuchi, Koichiro" userId="b3848a05-443b-4434-8fa5-7398ca0c03c9" providerId="ADAL" clId="{0BCE8C6C-860B-4961-8907-604115D89DF6}" dt="2024-06-24T03:29:10.303" v="5431"/>
          <ac:spMkLst>
            <pc:docMk/>
            <pc:sldMk cId="3580450898" sldId="2147480829"/>
            <ac:spMk id="251" creationId="{88D9599A-CB20-F405-8153-79766E291D64}"/>
          </ac:spMkLst>
        </pc:spChg>
        <pc:spChg chg="mod">
          <ac:chgData name="Takeuchi, Koichiro" userId="b3848a05-443b-4434-8fa5-7398ca0c03c9" providerId="ADAL" clId="{0BCE8C6C-860B-4961-8907-604115D89DF6}" dt="2024-06-24T03:29:10.303" v="5431"/>
          <ac:spMkLst>
            <pc:docMk/>
            <pc:sldMk cId="3580450898" sldId="2147480829"/>
            <ac:spMk id="252" creationId="{CA1DD868-4B8B-3AB0-511C-C05C98FB4849}"/>
          </ac:spMkLst>
        </pc:spChg>
        <pc:spChg chg="mod">
          <ac:chgData name="Takeuchi, Koichiro" userId="b3848a05-443b-4434-8fa5-7398ca0c03c9" providerId="ADAL" clId="{0BCE8C6C-860B-4961-8907-604115D89DF6}" dt="2024-06-24T03:29:10.303" v="5431"/>
          <ac:spMkLst>
            <pc:docMk/>
            <pc:sldMk cId="3580450898" sldId="2147480829"/>
            <ac:spMk id="253" creationId="{741909E4-7E7E-C607-3BE5-23B0909D7C78}"/>
          </ac:spMkLst>
        </pc:spChg>
        <pc:spChg chg="mod">
          <ac:chgData name="Takeuchi, Koichiro" userId="b3848a05-443b-4434-8fa5-7398ca0c03c9" providerId="ADAL" clId="{0BCE8C6C-860B-4961-8907-604115D89DF6}" dt="2024-06-24T03:29:10.303" v="5431"/>
          <ac:spMkLst>
            <pc:docMk/>
            <pc:sldMk cId="3580450898" sldId="2147480829"/>
            <ac:spMk id="254" creationId="{285157CB-FEAF-62F8-B426-43BA90CD5FAB}"/>
          </ac:spMkLst>
        </pc:spChg>
        <pc:spChg chg="mod">
          <ac:chgData name="Takeuchi, Koichiro" userId="b3848a05-443b-4434-8fa5-7398ca0c03c9" providerId="ADAL" clId="{0BCE8C6C-860B-4961-8907-604115D89DF6}" dt="2024-06-24T03:29:10.303" v="5431"/>
          <ac:spMkLst>
            <pc:docMk/>
            <pc:sldMk cId="3580450898" sldId="2147480829"/>
            <ac:spMk id="255" creationId="{29EF93F8-1847-4061-0553-F59292E72434}"/>
          </ac:spMkLst>
        </pc:spChg>
        <pc:spChg chg="mod">
          <ac:chgData name="Takeuchi, Koichiro" userId="b3848a05-443b-4434-8fa5-7398ca0c03c9" providerId="ADAL" clId="{0BCE8C6C-860B-4961-8907-604115D89DF6}" dt="2024-06-24T03:29:21.159" v="5435"/>
          <ac:spMkLst>
            <pc:docMk/>
            <pc:sldMk cId="3580450898" sldId="2147480829"/>
            <ac:spMk id="257" creationId="{736C8865-EA6F-BCA2-3FF0-789F9DC09948}"/>
          </ac:spMkLst>
        </pc:spChg>
        <pc:spChg chg="mod">
          <ac:chgData name="Takeuchi, Koichiro" userId="b3848a05-443b-4434-8fa5-7398ca0c03c9" providerId="ADAL" clId="{0BCE8C6C-860B-4961-8907-604115D89DF6}" dt="2024-06-24T03:29:21.159" v="5435"/>
          <ac:spMkLst>
            <pc:docMk/>
            <pc:sldMk cId="3580450898" sldId="2147480829"/>
            <ac:spMk id="258" creationId="{58C3AD1B-0E82-EC7A-EEC6-754D05955BE6}"/>
          </ac:spMkLst>
        </pc:spChg>
        <pc:spChg chg="mod">
          <ac:chgData name="Takeuchi, Koichiro" userId="b3848a05-443b-4434-8fa5-7398ca0c03c9" providerId="ADAL" clId="{0BCE8C6C-860B-4961-8907-604115D89DF6}" dt="2024-06-24T03:29:39.726" v="5440" actId="165"/>
          <ac:spMkLst>
            <pc:docMk/>
            <pc:sldMk cId="3580450898" sldId="2147480829"/>
            <ac:spMk id="264" creationId="{407624B7-365A-B430-EB9A-5D63920E0A19}"/>
          </ac:spMkLst>
        </pc:spChg>
        <pc:spChg chg="mod">
          <ac:chgData name="Takeuchi, Koichiro" userId="b3848a05-443b-4434-8fa5-7398ca0c03c9" providerId="ADAL" clId="{0BCE8C6C-860B-4961-8907-604115D89DF6}" dt="2024-06-24T03:29:39.726" v="5440" actId="165"/>
          <ac:spMkLst>
            <pc:docMk/>
            <pc:sldMk cId="3580450898" sldId="2147480829"/>
            <ac:spMk id="265" creationId="{E4D39BB3-B8DD-F017-E7DB-30B94995AD33}"/>
          </ac:spMkLst>
        </pc:spChg>
        <pc:spChg chg="mod">
          <ac:chgData name="Takeuchi, Koichiro" userId="b3848a05-443b-4434-8fa5-7398ca0c03c9" providerId="ADAL" clId="{0BCE8C6C-860B-4961-8907-604115D89DF6}" dt="2024-06-24T03:29:39.726" v="5440" actId="165"/>
          <ac:spMkLst>
            <pc:docMk/>
            <pc:sldMk cId="3580450898" sldId="2147480829"/>
            <ac:spMk id="266" creationId="{A41D41EC-48EC-E04D-36CE-24A3F91FC31F}"/>
          </ac:spMkLst>
        </pc:spChg>
        <pc:spChg chg="mod">
          <ac:chgData name="Takeuchi, Koichiro" userId="b3848a05-443b-4434-8fa5-7398ca0c03c9" providerId="ADAL" clId="{0BCE8C6C-860B-4961-8907-604115D89DF6}" dt="2024-06-24T03:29:39.726" v="5440" actId="165"/>
          <ac:spMkLst>
            <pc:docMk/>
            <pc:sldMk cId="3580450898" sldId="2147480829"/>
            <ac:spMk id="267" creationId="{793D4322-9635-B156-78DC-13FC61AC84BB}"/>
          </ac:spMkLst>
        </pc:spChg>
        <pc:spChg chg="mod">
          <ac:chgData name="Takeuchi, Koichiro" userId="b3848a05-443b-4434-8fa5-7398ca0c03c9" providerId="ADAL" clId="{0BCE8C6C-860B-4961-8907-604115D89DF6}" dt="2024-06-24T03:29:39.726" v="5440" actId="165"/>
          <ac:spMkLst>
            <pc:docMk/>
            <pc:sldMk cId="3580450898" sldId="2147480829"/>
            <ac:spMk id="268" creationId="{FE53E835-629E-C150-E2D5-A594E7DBA3C8}"/>
          </ac:spMkLst>
        </pc:spChg>
        <pc:spChg chg="mod">
          <ac:chgData name="Takeuchi, Koichiro" userId="b3848a05-443b-4434-8fa5-7398ca0c03c9" providerId="ADAL" clId="{0BCE8C6C-860B-4961-8907-604115D89DF6}" dt="2024-06-24T03:29:39.726" v="5440" actId="165"/>
          <ac:spMkLst>
            <pc:docMk/>
            <pc:sldMk cId="3580450898" sldId="2147480829"/>
            <ac:spMk id="269" creationId="{45D68C88-C686-6F40-0D2C-3474CF2AD824}"/>
          </ac:spMkLst>
        </pc:spChg>
        <pc:spChg chg="add mod">
          <ac:chgData name="Takeuchi, Koichiro" userId="b3848a05-443b-4434-8fa5-7398ca0c03c9" providerId="ADAL" clId="{0BCE8C6C-860B-4961-8907-604115D89DF6}" dt="2024-06-24T03:44:42.174" v="6307" actId="1036"/>
          <ac:spMkLst>
            <pc:docMk/>
            <pc:sldMk cId="3580450898" sldId="2147480829"/>
            <ac:spMk id="275" creationId="{2AE763DF-DFD9-6041-BC82-669657CB9E75}"/>
          </ac:spMkLst>
        </pc:spChg>
        <pc:spChg chg="add mod">
          <ac:chgData name="Takeuchi, Koichiro" userId="b3848a05-443b-4434-8fa5-7398ca0c03c9" providerId="ADAL" clId="{0BCE8C6C-860B-4961-8907-604115D89DF6}" dt="2024-06-24T03:44:42.174" v="6307" actId="1036"/>
          <ac:spMkLst>
            <pc:docMk/>
            <pc:sldMk cId="3580450898" sldId="2147480829"/>
            <ac:spMk id="276" creationId="{CB1F025C-BFF2-064B-BE5F-43B762592F4A}"/>
          </ac:spMkLst>
        </pc:spChg>
        <pc:spChg chg="add mod">
          <ac:chgData name="Takeuchi, Koichiro" userId="b3848a05-443b-4434-8fa5-7398ca0c03c9" providerId="ADAL" clId="{0BCE8C6C-860B-4961-8907-604115D89DF6}" dt="2024-06-24T03:44:42.174" v="6307" actId="1036"/>
          <ac:spMkLst>
            <pc:docMk/>
            <pc:sldMk cId="3580450898" sldId="2147480829"/>
            <ac:spMk id="277" creationId="{6CE0AC79-7558-EC2A-7377-A1500AFF6D17}"/>
          </ac:spMkLst>
        </pc:spChg>
        <pc:spChg chg="add mod">
          <ac:chgData name="Takeuchi, Koichiro" userId="b3848a05-443b-4434-8fa5-7398ca0c03c9" providerId="ADAL" clId="{0BCE8C6C-860B-4961-8907-604115D89DF6}" dt="2024-06-24T03:44:42.174" v="6307" actId="1036"/>
          <ac:spMkLst>
            <pc:docMk/>
            <pc:sldMk cId="3580450898" sldId="2147480829"/>
            <ac:spMk id="278" creationId="{7BE734EF-3E50-32D0-99FA-8A76AE0605BE}"/>
          </ac:spMkLst>
        </pc:spChg>
        <pc:spChg chg="add mod">
          <ac:chgData name="Takeuchi, Koichiro" userId="b3848a05-443b-4434-8fa5-7398ca0c03c9" providerId="ADAL" clId="{0BCE8C6C-860B-4961-8907-604115D89DF6}" dt="2024-06-24T03:44:42.174" v="6307" actId="1036"/>
          <ac:spMkLst>
            <pc:docMk/>
            <pc:sldMk cId="3580450898" sldId="2147480829"/>
            <ac:spMk id="279" creationId="{7C1E9843-0CBB-FCBB-8AC7-BDF12DB4A5ED}"/>
          </ac:spMkLst>
        </pc:spChg>
        <pc:spChg chg="add mod">
          <ac:chgData name="Takeuchi, Koichiro" userId="b3848a05-443b-4434-8fa5-7398ca0c03c9" providerId="ADAL" clId="{0BCE8C6C-860B-4961-8907-604115D89DF6}" dt="2024-06-24T03:44:42.174" v="6307" actId="1036"/>
          <ac:spMkLst>
            <pc:docMk/>
            <pc:sldMk cId="3580450898" sldId="2147480829"/>
            <ac:spMk id="280" creationId="{A44F79FE-621B-430C-3FAB-2ECF7C3A7E01}"/>
          </ac:spMkLst>
        </pc:spChg>
        <pc:spChg chg="add mod">
          <ac:chgData name="Takeuchi, Koichiro" userId="b3848a05-443b-4434-8fa5-7398ca0c03c9" providerId="ADAL" clId="{0BCE8C6C-860B-4961-8907-604115D89DF6}" dt="2024-06-24T03:48:06.481" v="6575" actId="113"/>
          <ac:spMkLst>
            <pc:docMk/>
            <pc:sldMk cId="3580450898" sldId="2147480829"/>
            <ac:spMk id="281" creationId="{FC50FF57-7D70-10E7-EFB8-EFFDB7FDEE40}"/>
          </ac:spMkLst>
        </pc:spChg>
        <pc:spChg chg="add mod">
          <ac:chgData name="Takeuchi, Koichiro" userId="b3848a05-443b-4434-8fa5-7398ca0c03c9" providerId="ADAL" clId="{0BCE8C6C-860B-4961-8907-604115D89DF6}" dt="2024-06-24T03:55:09.276" v="6884" actId="20577"/>
          <ac:spMkLst>
            <pc:docMk/>
            <pc:sldMk cId="3580450898" sldId="2147480829"/>
            <ac:spMk id="286" creationId="{770C880F-A601-9B44-264F-71B984076421}"/>
          </ac:spMkLst>
        </pc:spChg>
        <pc:spChg chg="add mod">
          <ac:chgData name="Takeuchi, Koichiro" userId="b3848a05-443b-4434-8fa5-7398ca0c03c9" providerId="ADAL" clId="{0BCE8C6C-860B-4961-8907-604115D89DF6}" dt="2024-06-24T03:48:59.466" v="6654" actId="113"/>
          <ac:spMkLst>
            <pc:docMk/>
            <pc:sldMk cId="3580450898" sldId="2147480829"/>
            <ac:spMk id="289" creationId="{36DBDBFB-A696-C5FA-6474-63C3AE96C787}"/>
          </ac:spMkLst>
        </pc:spChg>
        <pc:spChg chg="add mod">
          <ac:chgData name="Takeuchi, Koichiro" userId="b3848a05-443b-4434-8fa5-7398ca0c03c9" providerId="ADAL" clId="{0BCE8C6C-860B-4961-8907-604115D89DF6}" dt="2024-06-24T03:49:10.418" v="6671" actId="113"/>
          <ac:spMkLst>
            <pc:docMk/>
            <pc:sldMk cId="3580450898" sldId="2147480829"/>
            <ac:spMk id="293" creationId="{458B646D-8CBC-42A0-E9E8-7E9BD598F1C1}"/>
          </ac:spMkLst>
        </pc:spChg>
        <pc:spChg chg="add mod">
          <ac:chgData name="Takeuchi, Koichiro" userId="b3848a05-443b-4434-8fa5-7398ca0c03c9" providerId="ADAL" clId="{0BCE8C6C-860B-4961-8907-604115D89DF6}" dt="2024-06-24T03:44:54.379" v="6308"/>
          <ac:spMkLst>
            <pc:docMk/>
            <pc:sldMk cId="3580450898" sldId="2147480829"/>
            <ac:spMk id="297" creationId="{41568127-AAE6-B353-4F2D-3A5DDCA06B60}"/>
          </ac:spMkLst>
        </pc:spChg>
        <pc:spChg chg="add mod">
          <ac:chgData name="Takeuchi, Koichiro" userId="b3848a05-443b-4434-8fa5-7398ca0c03c9" providerId="ADAL" clId="{0BCE8C6C-860B-4961-8907-604115D89DF6}" dt="2024-06-24T03:49:40.285" v="6673" actId="113"/>
          <ac:spMkLst>
            <pc:docMk/>
            <pc:sldMk cId="3580450898" sldId="2147480829"/>
            <ac:spMk id="298" creationId="{ABAFDA3D-0202-DA6A-4B04-F81B55647A04}"/>
          </ac:spMkLst>
        </pc:spChg>
        <pc:spChg chg="add del mod">
          <ac:chgData name="Takeuchi, Koichiro" userId="b3848a05-443b-4434-8fa5-7398ca0c03c9" providerId="ADAL" clId="{0BCE8C6C-860B-4961-8907-604115D89DF6}" dt="2024-06-24T03:52:44.948" v="6844" actId="478"/>
          <ac:spMkLst>
            <pc:docMk/>
            <pc:sldMk cId="3580450898" sldId="2147480829"/>
            <ac:spMk id="305" creationId="{F1BF14AB-B690-E512-789C-9868A480E886}"/>
          </ac:spMkLst>
        </pc:spChg>
        <pc:grpChg chg="add del mod">
          <ac:chgData name="Takeuchi, Koichiro" userId="b3848a05-443b-4434-8fa5-7398ca0c03c9" providerId="ADAL" clId="{0BCE8C6C-860B-4961-8907-604115D89DF6}" dt="2024-06-24T02:52:16.494" v="3045" actId="478"/>
          <ac:grpSpMkLst>
            <pc:docMk/>
            <pc:sldMk cId="3580450898" sldId="2147480829"/>
            <ac:grpSpMk id="25" creationId="{EE65B94A-572E-F17F-D21A-4341A36547C1}"/>
          </ac:grpSpMkLst>
        </pc:grpChg>
        <pc:grpChg chg="add del mod">
          <ac:chgData name="Takeuchi, Koichiro" userId="b3848a05-443b-4434-8fa5-7398ca0c03c9" providerId="ADAL" clId="{0BCE8C6C-860B-4961-8907-604115D89DF6}" dt="2024-06-24T02:52:16.494" v="3045" actId="478"/>
          <ac:grpSpMkLst>
            <pc:docMk/>
            <pc:sldMk cId="3580450898" sldId="2147480829"/>
            <ac:grpSpMk id="29" creationId="{F20D5645-E422-1932-D318-94401DCF46B8}"/>
          </ac:grpSpMkLst>
        </pc:grpChg>
        <pc:grpChg chg="add del mod">
          <ac:chgData name="Takeuchi, Koichiro" userId="b3848a05-443b-4434-8fa5-7398ca0c03c9" providerId="ADAL" clId="{0BCE8C6C-860B-4961-8907-604115D89DF6}" dt="2024-06-24T02:52:16.494" v="3045" actId="478"/>
          <ac:grpSpMkLst>
            <pc:docMk/>
            <pc:sldMk cId="3580450898" sldId="2147480829"/>
            <ac:grpSpMk id="33" creationId="{294B63D3-8A6C-B323-7117-31BDC6526116}"/>
          </ac:grpSpMkLst>
        </pc:grpChg>
        <pc:grpChg chg="add del mod">
          <ac:chgData name="Takeuchi, Koichiro" userId="b3848a05-443b-4434-8fa5-7398ca0c03c9" providerId="ADAL" clId="{0BCE8C6C-860B-4961-8907-604115D89DF6}" dt="2024-06-24T02:52:16.494" v="3045" actId="478"/>
          <ac:grpSpMkLst>
            <pc:docMk/>
            <pc:sldMk cId="3580450898" sldId="2147480829"/>
            <ac:grpSpMk id="37" creationId="{2A1AC5A0-9CE3-A875-553C-941E90A6B07C}"/>
          </ac:grpSpMkLst>
        </pc:grpChg>
        <pc:grpChg chg="add del mod">
          <ac:chgData name="Takeuchi, Koichiro" userId="b3848a05-443b-4434-8fa5-7398ca0c03c9" providerId="ADAL" clId="{0BCE8C6C-860B-4961-8907-604115D89DF6}" dt="2024-06-24T02:52:16.494" v="3045" actId="478"/>
          <ac:grpSpMkLst>
            <pc:docMk/>
            <pc:sldMk cId="3580450898" sldId="2147480829"/>
            <ac:grpSpMk id="44" creationId="{522F9EE1-FA10-0F86-2078-3A2DDAF8CC52}"/>
          </ac:grpSpMkLst>
        </pc:grpChg>
        <pc:grpChg chg="add del mod">
          <ac:chgData name="Takeuchi, Koichiro" userId="b3848a05-443b-4434-8fa5-7398ca0c03c9" providerId="ADAL" clId="{0BCE8C6C-860B-4961-8907-604115D89DF6}" dt="2024-06-24T02:52:16.494" v="3045" actId="478"/>
          <ac:grpSpMkLst>
            <pc:docMk/>
            <pc:sldMk cId="3580450898" sldId="2147480829"/>
            <ac:grpSpMk id="47" creationId="{7BFD13BD-E609-A510-2664-43432E6493AB}"/>
          </ac:grpSpMkLst>
        </pc:grpChg>
        <pc:grpChg chg="add del mod">
          <ac:chgData name="Takeuchi, Koichiro" userId="b3848a05-443b-4434-8fa5-7398ca0c03c9" providerId="ADAL" clId="{0BCE8C6C-860B-4961-8907-604115D89DF6}" dt="2024-06-24T02:52:16.494" v="3045" actId="478"/>
          <ac:grpSpMkLst>
            <pc:docMk/>
            <pc:sldMk cId="3580450898" sldId="2147480829"/>
            <ac:grpSpMk id="54" creationId="{BF4264B4-AA0B-A51F-3FA2-5524AC5676AD}"/>
          </ac:grpSpMkLst>
        </pc:grpChg>
        <pc:grpChg chg="add del mod">
          <ac:chgData name="Takeuchi, Koichiro" userId="b3848a05-443b-4434-8fa5-7398ca0c03c9" providerId="ADAL" clId="{0BCE8C6C-860B-4961-8907-604115D89DF6}" dt="2024-06-24T02:52:16.494" v="3045" actId="478"/>
          <ac:grpSpMkLst>
            <pc:docMk/>
            <pc:sldMk cId="3580450898" sldId="2147480829"/>
            <ac:grpSpMk id="57" creationId="{499059A7-39FB-2F0B-9C66-5A02E8E01383}"/>
          </ac:grpSpMkLst>
        </pc:grpChg>
        <pc:grpChg chg="add del mod">
          <ac:chgData name="Takeuchi, Koichiro" userId="b3848a05-443b-4434-8fa5-7398ca0c03c9" providerId="ADAL" clId="{0BCE8C6C-860B-4961-8907-604115D89DF6}" dt="2024-06-24T02:52:16.494" v="3045" actId="478"/>
          <ac:grpSpMkLst>
            <pc:docMk/>
            <pc:sldMk cId="3580450898" sldId="2147480829"/>
            <ac:grpSpMk id="62" creationId="{2B0DEB59-EE48-7598-42AA-994E1AEB5496}"/>
          </ac:grpSpMkLst>
        </pc:grpChg>
        <pc:grpChg chg="add del mod">
          <ac:chgData name="Takeuchi, Koichiro" userId="b3848a05-443b-4434-8fa5-7398ca0c03c9" providerId="ADAL" clId="{0BCE8C6C-860B-4961-8907-604115D89DF6}" dt="2024-06-24T02:52:16.494" v="3045" actId="478"/>
          <ac:grpSpMkLst>
            <pc:docMk/>
            <pc:sldMk cId="3580450898" sldId="2147480829"/>
            <ac:grpSpMk id="67" creationId="{DC0A3990-31BB-CD4E-023C-703AD96909F1}"/>
          </ac:grpSpMkLst>
        </pc:grpChg>
        <pc:grpChg chg="add del mod topLvl">
          <ac:chgData name="Takeuchi, Koichiro" userId="b3848a05-443b-4434-8fa5-7398ca0c03c9" providerId="ADAL" clId="{0BCE8C6C-860B-4961-8907-604115D89DF6}" dt="2024-06-24T03:05:03.768" v="3505" actId="165"/>
          <ac:grpSpMkLst>
            <pc:docMk/>
            <pc:sldMk cId="3580450898" sldId="2147480829"/>
            <ac:grpSpMk id="86" creationId="{FC7BB704-85F7-DF44-D93F-0F15FC4EB2AB}"/>
          </ac:grpSpMkLst>
        </pc:grpChg>
        <pc:grpChg chg="add del mod topLvl">
          <ac:chgData name="Takeuchi, Koichiro" userId="b3848a05-443b-4434-8fa5-7398ca0c03c9" providerId="ADAL" clId="{0BCE8C6C-860B-4961-8907-604115D89DF6}" dt="2024-06-24T03:05:33.286" v="3514" actId="165"/>
          <ac:grpSpMkLst>
            <pc:docMk/>
            <pc:sldMk cId="3580450898" sldId="2147480829"/>
            <ac:grpSpMk id="87" creationId="{60D73CC9-25FC-BA51-358E-F0E5E18AD24C}"/>
          </ac:grpSpMkLst>
        </pc:grpChg>
        <pc:grpChg chg="add del mod topLvl">
          <ac:chgData name="Takeuchi, Koichiro" userId="b3848a05-443b-4434-8fa5-7398ca0c03c9" providerId="ADAL" clId="{0BCE8C6C-860B-4961-8907-604115D89DF6}" dt="2024-06-24T03:05:20.998" v="3511" actId="165"/>
          <ac:grpSpMkLst>
            <pc:docMk/>
            <pc:sldMk cId="3580450898" sldId="2147480829"/>
            <ac:grpSpMk id="88" creationId="{6436510D-8A8E-885C-538B-ECC1EB437233}"/>
          </ac:grpSpMkLst>
        </pc:grpChg>
        <pc:grpChg chg="add del mod">
          <ac:chgData name="Takeuchi, Koichiro" userId="b3848a05-443b-4434-8fa5-7398ca0c03c9" providerId="ADAL" clId="{0BCE8C6C-860B-4961-8907-604115D89DF6}" dt="2024-06-24T02:57:01.056" v="3199" actId="478"/>
          <ac:grpSpMkLst>
            <pc:docMk/>
            <pc:sldMk cId="3580450898" sldId="2147480829"/>
            <ac:grpSpMk id="91" creationId="{2D5E95E4-DA30-ACB7-9FB6-049CCDCA9D7E}"/>
          </ac:grpSpMkLst>
        </pc:grpChg>
        <pc:grpChg chg="add del mod">
          <ac:chgData name="Takeuchi, Koichiro" userId="b3848a05-443b-4434-8fa5-7398ca0c03c9" providerId="ADAL" clId="{0BCE8C6C-860B-4961-8907-604115D89DF6}" dt="2024-06-24T02:57:01.056" v="3199" actId="478"/>
          <ac:grpSpMkLst>
            <pc:docMk/>
            <pc:sldMk cId="3580450898" sldId="2147480829"/>
            <ac:grpSpMk id="94" creationId="{1BAF3643-0AB7-EDBB-43E1-6761352C64F7}"/>
          </ac:grpSpMkLst>
        </pc:grpChg>
        <pc:grpChg chg="add del mod">
          <ac:chgData name="Takeuchi, Koichiro" userId="b3848a05-443b-4434-8fa5-7398ca0c03c9" providerId="ADAL" clId="{0BCE8C6C-860B-4961-8907-604115D89DF6}" dt="2024-06-24T02:57:01.056" v="3199" actId="478"/>
          <ac:grpSpMkLst>
            <pc:docMk/>
            <pc:sldMk cId="3580450898" sldId="2147480829"/>
            <ac:grpSpMk id="97" creationId="{2AC19FFC-8A4E-5782-45E0-462C66F91F12}"/>
          </ac:grpSpMkLst>
        </pc:grpChg>
        <pc:grpChg chg="add mod">
          <ac:chgData name="Takeuchi, Koichiro" userId="b3848a05-443b-4434-8fa5-7398ca0c03c9" providerId="ADAL" clId="{0BCE8C6C-860B-4961-8907-604115D89DF6}" dt="2024-06-24T03:44:42.174" v="6307" actId="1036"/>
          <ac:grpSpMkLst>
            <pc:docMk/>
            <pc:sldMk cId="3580450898" sldId="2147480829"/>
            <ac:grpSpMk id="100" creationId="{4ACE4C3A-71E3-398F-F385-8780457FB992}"/>
          </ac:grpSpMkLst>
        </pc:grpChg>
        <pc:grpChg chg="add mod">
          <ac:chgData name="Takeuchi, Koichiro" userId="b3848a05-443b-4434-8fa5-7398ca0c03c9" providerId="ADAL" clId="{0BCE8C6C-860B-4961-8907-604115D89DF6}" dt="2024-06-24T02:57:39.846" v="3259"/>
          <ac:grpSpMkLst>
            <pc:docMk/>
            <pc:sldMk cId="3580450898" sldId="2147480829"/>
            <ac:grpSpMk id="103" creationId="{B7179BB1-68F2-5CC4-A97B-41EA03E8BBFE}"/>
          </ac:grpSpMkLst>
        </pc:grpChg>
        <pc:grpChg chg="add mod">
          <ac:chgData name="Takeuchi, Koichiro" userId="b3848a05-443b-4434-8fa5-7398ca0c03c9" providerId="ADAL" clId="{0BCE8C6C-860B-4961-8907-604115D89DF6}" dt="2024-06-24T02:57:39.846" v="3259"/>
          <ac:grpSpMkLst>
            <pc:docMk/>
            <pc:sldMk cId="3580450898" sldId="2147480829"/>
            <ac:grpSpMk id="106" creationId="{45DFB5EB-41E6-0003-FDDB-1FDBC9DB3548}"/>
          </ac:grpSpMkLst>
        </pc:grpChg>
        <pc:grpChg chg="add mod">
          <ac:chgData name="Takeuchi, Koichiro" userId="b3848a05-443b-4434-8fa5-7398ca0c03c9" providerId="ADAL" clId="{0BCE8C6C-860B-4961-8907-604115D89DF6}" dt="2024-06-24T02:57:39.846" v="3259"/>
          <ac:grpSpMkLst>
            <pc:docMk/>
            <pc:sldMk cId="3580450898" sldId="2147480829"/>
            <ac:grpSpMk id="109" creationId="{1E927CC7-7A23-CA18-A660-0B73120FDD65}"/>
          </ac:grpSpMkLst>
        </pc:grpChg>
        <pc:grpChg chg="add del mod">
          <ac:chgData name="Takeuchi, Koichiro" userId="b3848a05-443b-4434-8fa5-7398ca0c03c9" providerId="ADAL" clId="{0BCE8C6C-860B-4961-8907-604115D89DF6}" dt="2024-06-24T03:05:01.201" v="3504" actId="165"/>
          <ac:grpSpMkLst>
            <pc:docMk/>
            <pc:sldMk cId="3580450898" sldId="2147480829"/>
            <ac:grpSpMk id="112" creationId="{F91580AE-DF7E-9893-F31C-5E9193E84C7C}"/>
          </ac:grpSpMkLst>
        </pc:grpChg>
        <pc:grpChg chg="add del mod">
          <ac:chgData name="Takeuchi, Koichiro" userId="b3848a05-443b-4434-8fa5-7398ca0c03c9" providerId="ADAL" clId="{0BCE8C6C-860B-4961-8907-604115D89DF6}" dt="2024-06-24T03:14:30.820" v="4212" actId="165"/>
          <ac:grpSpMkLst>
            <pc:docMk/>
            <pc:sldMk cId="3580450898" sldId="2147480829"/>
            <ac:grpSpMk id="113" creationId="{3E486212-F259-4F14-8BE2-479FE529360B}"/>
          </ac:grpSpMkLst>
        </pc:grpChg>
        <pc:grpChg chg="del mod topLvl">
          <ac:chgData name="Takeuchi, Koichiro" userId="b3848a05-443b-4434-8fa5-7398ca0c03c9" providerId="ADAL" clId="{0BCE8C6C-860B-4961-8907-604115D89DF6}" dt="2024-06-24T03:23:18.473" v="5328" actId="478"/>
          <ac:grpSpMkLst>
            <pc:docMk/>
            <pc:sldMk cId="3580450898" sldId="2147480829"/>
            <ac:grpSpMk id="116" creationId="{AA31D627-3471-EA54-DC19-E5DEE9BF3AB6}"/>
          </ac:grpSpMkLst>
        </pc:grpChg>
        <pc:grpChg chg="del mod topLvl">
          <ac:chgData name="Takeuchi, Koichiro" userId="b3848a05-443b-4434-8fa5-7398ca0c03c9" providerId="ADAL" clId="{0BCE8C6C-860B-4961-8907-604115D89DF6}" dt="2024-06-24T03:23:18.473" v="5328" actId="478"/>
          <ac:grpSpMkLst>
            <pc:docMk/>
            <pc:sldMk cId="3580450898" sldId="2147480829"/>
            <ac:grpSpMk id="117" creationId="{CBA38DD5-C462-EAF5-A4F3-41BF69AA00CC}"/>
          </ac:grpSpMkLst>
        </pc:grpChg>
        <pc:grpChg chg="del mod topLvl">
          <ac:chgData name="Takeuchi, Koichiro" userId="b3848a05-443b-4434-8fa5-7398ca0c03c9" providerId="ADAL" clId="{0BCE8C6C-860B-4961-8907-604115D89DF6}" dt="2024-06-24T03:23:18.473" v="5328" actId="478"/>
          <ac:grpSpMkLst>
            <pc:docMk/>
            <pc:sldMk cId="3580450898" sldId="2147480829"/>
            <ac:grpSpMk id="118" creationId="{D2932FDF-9014-31F7-0B1C-6EE8ACC1BE5C}"/>
          </ac:grpSpMkLst>
        </pc:grpChg>
        <pc:grpChg chg="add del mod">
          <ac:chgData name="Takeuchi, Koichiro" userId="b3848a05-443b-4434-8fa5-7398ca0c03c9" providerId="ADAL" clId="{0BCE8C6C-860B-4961-8907-604115D89DF6}" dt="2024-06-24T03:29:20.921" v="5434" actId="478"/>
          <ac:grpSpMkLst>
            <pc:docMk/>
            <pc:sldMk cId="3580450898" sldId="2147480829"/>
            <ac:grpSpMk id="125" creationId="{B46E3D51-8A81-AB56-1EB5-852CEAA03385}"/>
          </ac:grpSpMkLst>
        </pc:grpChg>
        <pc:grpChg chg="add mod">
          <ac:chgData name="Takeuchi, Koichiro" userId="b3848a05-443b-4434-8fa5-7398ca0c03c9" providerId="ADAL" clId="{0BCE8C6C-860B-4961-8907-604115D89DF6}" dt="2024-06-24T02:58:10.423" v="3267"/>
          <ac:grpSpMkLst>
            <pc:docMk/>
            <pc:sldMk cId="3580450898" sldId="2147480829"/>
            <ac:grpSpMk id="129" creationId="{C13E2C86-DD1E-DE3A-599A-0E6104A021B0}"/>
          </ac:grpSpMkLst>
        </pc:grpChg>
        <pc:grpChg chg="add del mod">
          <ac:chgData name="Takeuchi, Koichiro" userId="b3848a05-443b-4434-8fa5-7398ca0c03c9" providerId="ADAL" clId="{0BCE8C6C-860B-4961-8907-604115D89DF6}" dt="2024-06-24T02:58:46.884" v="3276" actId="165"/>
          <ac:grpSpMkLst>
            <pc:docMk/>
            <pc:sldMk cId="3580450898" sldId="2147480829"/>
            <ac:grpSpMk id="132" creationId="{AC8F80E2-53BF-8A84-30B2-8A6143FA49FC}"/>
          </ac:grpSpMkLst>
        </pc:grpChg>
        <pc:grpChg chg="add del mod">
          <ac:chgData name="Takeuchi, Koichiro" userId="b3848a05-443b-4434-8fa5-7398ca0c03c9" providerId="ADAL" clId="{0BCE8C6C-860B-4961-8907-604115D89DF6}" dt="2024-06-24T03:32:52.471" v="5451" actId="165"/>
          <ac:grpSpMkLst>
            <pc:docMk/>
            <pc:sldMk cId="3580450898" sldId="2147480829"/>
            <ac:grpSpMk id="135" creationId="{51A2C049-7EEE-07C7-0855-67D005DA668C}"/>
          </ac:grpSpMkLst>
        </pc:grpChg>
        <pc:grpChg chg="add del mod">
          <ac:chgData name="Takeuchi, Koichiro" userId="b3848a05-443b-4434-8fa5-7398ca0c03c9" providerId="ADAL" clId="{0BCE8C6C-860B-4961-8907-604115D89DF6}" dt="2024-06-24T03:23:44.529" v="5335" actId="165"/>
          <ac:grpSpMkLst>
            <pc:docMk/>
            <pc:sldMk cId="3580450898" sldId="2147480829"/>
            <ac:grpSpMk id="140" creationId="{F1576347-3501-0589-EEA0-3E29900B5D20}"/>
          </ac:grpSpMkLst>
        </pc:grpChg>
        <pc:grpChg chg="add mod topLvl">
          <ac:chgData name="Takeuchi, Koichiro" userId="b3848a05-443b-4434-8fa5-7398ca0c03c9" providerId="ADAL" clId="{0BCE8C6C-860B-4961-8907-604115D89DF6}" dt="2024-06-24T03:04:55.598" v="3503" actId="164"/>
          <ac:grpSpMkLst>
            <pc:docMk/>
            <pc:sldMk cId="3580450898" sldId="2147480829"/>
            <ac:grpSpMk id="143" creationId="{786FCC3C-9850-DC1F-3D36-0C67F7A64E82}"/>
          </ac:grpSpMkLst>
        </pc:grpChg>
        <pc:grpChg chg="add mod topLvl">
          <ac:chgData name="Takeuchi, Koichiro" userId="b3848a05-443b-4434-8fa5-7398ca0c03c9" providerId="ADAL" clId="{0BCE8C6C-860B-4961-8907-604115D89DF6}" dt="2024-06-24T03:04:55.598" v="3503" actId="164"/>
          <ac:grpSpMkLst>
            <pc:docMk/>
            <pc:sldMk cId="3580450898" sldId="2147480829"/>
            <ac:grpSpMk id="147" creationId="{0619EE91-A6AF-CACE-6C13-B1298AF67291}"/>
          </ac:grpSpMkLst>
        </pc:grpChg>
        <pc:grpChg chg="add del mod">
          <ac:chgData name="Takeuchi, Koichiro" userId="b3848a05-443b-4434-8fa5-7398ca0c03c9" providerId="ADAL" clId="{0BCE8C6C-860B-4961-8907-604115D89DF6}" dt="2024-06-24T03:04:49.954" v="3502" actId="165"/>
          <ac:grpSpMkLst>
            <pc:docMk/>
            <pc:sldMk cId="3580450898" sldId="2147480829"/>
            <ac:grpSpMk id="151" creationId="{9B780B56-F958-0113-BC34-90C5D5A83B41}"/>
          </ac:grpSpMkLst>
        </pc:grpChg>
        <pc:grpChg chg="add mod">
          <ac:chgData name="Takeuchi, Koichiro" userId="b3848a05-443b-4434-8fa5-7398ca0c03c9" providerId="ADAL" clId="{0BCE8C6C-860B-4961-8907-604115D89DF6}" dt="2024-06-24T03:44:42.174" v="6307" actId="1036"/>
          <ac:grpSpMkLst>
            <pc:docMk/>
            <pc:sldMk cId="3580450898" sldId="2147480829"/>
            <ac:grpSpMk id="152" creationId="{52C60594-EB00-4CFB-BC20-EB121494D31E}"/>
          </ac:grpSpMkLst>
        </pc:grpChg>
        <pc:grpChg chg="add mod">
          <ac:chgData name="Takeuchi, Koichiro" userId="b3848a05-443b-4434-8fa5-7398ca0c03c9" providerId="ADAL" clId="{0BCE8C6C-860B-4961-8907-604115D89DF6}" dt="2024-06-24T03:44:42.174" v="6307" actId="1036"/>
          <ac:grpSpMkLst>
            <pc:docMk/>
            <pc:sldMk cId="3580450898" sldId="2147480829"/>
            <ac:grpSpMk id="153" creationId="{B0E502F9-7669-01C9-EC44-6AEA4ED599ED}"/>
          </ac:grpSpMkLst>
        </pc:grpChg>
        <pc:grpChg chg="mod">
          <ac:chgData name="Takeuchi, Koichiro" userId="b3848a05-443b-4434-8fa5-7398ca0c03c9" providerId="ADAL" clId="{0BCE8C6C-860B-4961-8907-604115D89DF6}" dt="2024-06-24T03:05:10.887" v="3507"/>
          <ac:grpSpMkLst>
            <pc:docMk/>
            <pc:sldMk cId="3580450898" sldId="2147480829"/>
            <ac:grpSpMk id="156" creationId="{8361096E-4005-9AAE-0E00-48AF19A941CB}"/>
          </ac:grpSpMkLst>
        </pc:grpChg>
        <pc:grpChg chg="mod">
          <ac:chgData name="Takeuchi, Koichiro" userId="b3848a05-443b-4434-8fa5-7398ca0c03c9" providerId="ADAL" clId="{0BCE8C6C-860B-4961-8907-604115D89DF6}" dt="2024-06-24T03:05:10.887" v="3507"/>
          <ac:grpSpMkLst>
            <pc:docMk/>
            <pc:sldMk cId="3580450898" sldId="2147480829"/>
            <ac:grpSpMk id="157" creationId="{9FE52B3A-4966-056C-EBC9-2E24A708BDED}"/>
          </ac:grpSpMkLst>
        </pc:grpChg>
        <pc:grpChg chg="add del mod">
          <ac:chgData name="Takeuchi, Koichiro" userId="b3848a05-443b-4434-8fa5-7398ca0c03c9" providerId="ADAL" clId="{0BCE8C6C-860B-4961-8907-604115D89DF6}" dt="2024-06-24T03:05:20.998" v="3511" actId="165"/>
          <ac:grpSpMkLst>
            <pc:docMk/>
            <pc:sldMk cId="3580450898" sldId="2147480829"/>
            <ac:grpSpMk id="164" creationId="{06B186BF-E7F1-F4CD-17B3-E9F898C0209B}"/>
          </ac:grpSpMkLst>
        </pc:grpChg>
        <pc:grpChg chg="mod topLvl">
          <ac:chgData name="Takeuchi, Koichiro" userId="b3848a05-443b-4434-8fa5-7398ca0c03c9" providerId="ADAL" clId="{0BCE8C6C-860B-4961-8907-604115D89DF6}" dt="2024-06-24T03:05:27.481" v="3512" actId="164"/>
          <ac:grpSpMkLst>
            <pc:docMk/>
            <pc:sldMk cId="3580450898" sldId="2147480829"/>
            <ac:grpSpMk id="167" creationId="{D53AB26D-1020-8BE0-1FD7-4B716B3F58E7}"/>
          </ac:grpSpMkLst>
        </pc:grpChg>
        <pc:grpChg chg="mod topLvl">
          <ac:chgData name="Takeuchi, Koichiro" userId="b3848a05-443b-4434-8fa5-7398ca0c03c9" providerId="ADAL" clId="{0BCE8C6C-860B-4961-8907-604115D89DF6}" dt="2024-06-24T03:05:27.481" v="3512" actId="164"/>
          <ac:grpSpMkLst>
            <pc:docMk/>
            <pc:sldMk cId="3580450898" sldId="2147480829"/>
            <ac:grpSpMk id="168" creationId="{F70518BB-629F-F1A0-13CA-0E101A6B4934}"/>
          </ac:grpSpMkLst>
        </pc:grpChg>
        <pc:grpChg chg="add mod">
          <ac:chgData name="Takeuchi, Koichiro" userId="b3848a05-443b-4434-8fa5-7398ca0c03c9" providerId="ADAL" clId="{0BCE8C6C-860B-4961-8907-604115D89DF6}" dt="2024-06-24T03:44:42.174" v="6307" actId="1036"/>
          <ac:grpSpMkLst>
            <pc:docMk/>
            <pc:sldMk cId="3580450898" sldId="2147480829"/>
            <ac:grpSpMk id="175" creationId="{BDBB8765-CDCB-982D-D9D9-D1707040750D}"/>
          </ac:grpSpMkLst>
        </pc:grpChg>
        <pc:grpChg chg="add mod">
          <ac:chgData name="Takeuchi, Koichiro" userId="b3848a05-443b-4434-8fa5-7398ca0c03c9" providerId="ADAL" clId="{0BCE8C6C-860B-4961-8907-604115D89DF6}" dt="2024-06-24T03:44:42.174" v="6307" actId="1036"/>
          <ac:grpSpMkLst>
            <pc:docMk/>
            <pc:sldMk cId="3580450898" sldId="2147480829"/>
            <ac:grpSpMk id="176" creationId="{2EDAA94E-1155-5D88-7CFC-D7E401863A2E}"/>
          </ac:grpSpMkLst>
        </pc:grpChg>
        <pc:grpChg chg="mod">
          <ac:chgData name="Takeuchi, Koichiro" userId="b3848a05-443b-4434-8fa5-7398ca0c03c9" providerId="ADAL" clId="{0BCE8C6C-860B-4961-8907-604115D89DF6}" dt="2024-06-24T03:05:51.467" v="3516"/>
          <ac:grpSpMkLst>
            <pc:docMk/>
            <pc:sldMk cId="3580450898" sldId="2147480829"/>
            <ac:grpSpMk id="179" creationId="{436F1F21-C972-63E2-71B0-40B548594B60}"/>
          </ac:grpSpMkLst>
        </pc:grpChg>
        <pc:grpChg chg="mod">
          <ac:chgData name="Takeuchi, Koichiro" userId="b3848a05-443b-4434-8fa5-7398ca0c03c9" providerId="ADAL" clId="{0BCE8C6C-860B-4961-8907-604115D89DF6}" dt="2024-06-24T03:05:51.467" v="3516"/>
          <ac:grpSpMkLst>
            <pc:docMk/>
            <pc:sldMk cId="3580450898" sldId="2147480829"/>
            <ac:grpSpMk id="180" creationId="{A1DD21DF-3815-49E7-5A51-D1AD43EDF85C}"/>
          </ac:grpSpMkLst>
        </pc:grpChg>
        <pc:grpChg chg="add del mod topLvl">
          <ac:chgData name="Takeuchi, Koichiro" userId="b3848a05-443b-4434-8fa5-7398ca0c03c9" providerId="ADAL" clId="{0BCE8C6C-860B-4961-8907-604115D89DF6}" dt="2024-06-24T03:28:26.797" v="5417" actId="165"/>
          <ac:grpSpMkLst>
            <pc:docMk/>
            <pc:sldMk cId="3580450898" sldId="2147480829"/>
            <ac:grpSpMk id="201" creationId="{5A336C0B-7B6F-A2BA-9D9E-227A0377670F}"/>
          </ac:grpSpMkLst>
        </pc:grpChg>
        <pc:grpChg chg="del mod topLvl">
          <ac:chgData name="Takeuchi, Koichiro" userId="b3848a05-443b-4434-8fa5-7398ca0c03c9" providerId="ADAL" clId="{0BCE8C6C-860B-4961-8907-604115D89DF6}" dt="2024-06-24T03:28:33.822" v="5418" actId="165"/>
          <ac:grpSpMkLst>
            <pc:docMk/>
            <pc:sldMk cId="3580450898" sldId="2147480829"/>
            <ac:grpSpMk id="204" creationId="{E5366A7B-23C3-E1FC-E06E-75EA4A47A81B}"/>
          </ac:grpSpMkLst>
        </pc:grpChg>
        <pc:grpChg chg="del mod topLvl">
          <ac:chgData name="Takeuchi, Koichiro" userId="b3848a05-443b-4434-8fa5-7398ca0c03c9" providerId="ADAL" clId="{0BCE8C6C-860B-4961-8907-604115D89DF6}" dt="2024-06-24T03:28:33.822" v="5418" actId="165"/>
          <ac:grpSpMkLst>
            <pc:docMk/>
            <pc:sldMk cId="3580450898" sldId="2147480829"/>
            <ac:grpSpMk id="205" creationId="{4D1BA8C6-AFF4-62BA-84ED-38E9627D9F35}"/>
          </ac:grpSpMkLst>
        </pc:grpChg>
        <pc:grpChg chg="add del mod topLvl">
          <ac:chgData name="Takeuchi, Koichiro" userId="b3848a05-443b-4434-8fa5-7398ca0c03c9" providerId="ADAL" clId="{0BCE8C6C-860B-4961-8907-604115D89DF6}" dt="2024-06-24T03:28:23.600" v="5414" actId="165"/>
          <ac:grpSpMkLst>
            <pc:docMk/>
            <pc:sldMk cId="3580450898" sldId="2147480829"/>
            <ac:grpSpMk id="212" creationId="{3BA8090E-BA2C-A3EA-E90E-CEA87C5A2655}"/>
          </ac:grpSpMkLst>
        </pc:grpChg>
        <pc:grpChg chg="del mod topLvl">
          <ac:chgData name="Takeuchi, Koichiro" userId="b3848a05-443b-4434-8fa5-7398ca0c03c9" providerId="ADAL" clId="{0BCE8C6C-860B-4961-8907-604115D89DF6}" dt="2024-06-24T03:28:33.822" v="5418" actId="165"/>
          <ac:grpSpMkLst>
            <pc:docMk/>
            <pc:sldMk cId="3580450898" sldId="2147480829"/>
            <ac:grpSpMk id="215" creationId="{512AA6D4-FFF0-EA0F-8FEC-748EDFD213B7}"/>
          </ac:grpSpMkLst>
        </pc:grpChg>
        <pc:grpChg chg="del mod topLvl">
          <ac:chgData name="Takeuchi, Koichiro" userId="b3848a05-443b-4434-8fa5-7398ca0c03c9" providerId="ADAL" clId="{0BCE8C6C-860B-4961-8907-604115D89DF6}" dt="2024-06-24T03:28:33.822" v="5418" actId="165"/>
          <ac:grpSpMkLst>
            <pc:docMk/>
            <pc:sldMk cId="3580450898" sldId="2147480829"/>
            <ac:grpSpMk id="216" creationId="{F59F8E74-0AE8-ADD8-C0AC-09E51F0E8055}"/>
          </ac:grpSpMkLst>
        </pc:grpChg>
        <pc:grpChg chg="add del mod topLvl">
          <ac:chgData name="Takeuchi, Koichiro" userId="b3848a05-443b-4434-8fa5-7398ca0c03c9" providerId="ADAL" clId="{0BCE8C6C-860B-4961-8907-604115D89DF6}" dt="2024-06-24T03:28:21.949" v="5413" actId="165"/>
          <ac:grpSpMkLst>
            <pc:docMk/>
            <pc:sldMk cId="3580450898" sldId="2147480829"/>
            <ac:grpSpMk id="223" creationId="{D4E473D0-A242-37AE-5482-E744785550B4}"/>
          </ac:grpSpMkLst>
        </pc:grpChg>
        <pc:grpChg chg="del mod topLvl">
          <ac:chgData name="Takeuchi, Koichiro" userId="b3848a05-443b-4434-8fa5-7398ca0c03c9" providerId="ADAL" clId="{0BCE8C6C-860B-4961-8907-604115D89DF6}" dt="2024-06-24T03:28:51.454" v="5429" actId="478"/>
          <ac:grpSpMkLst>
            <pc:docMk/>
            <pc:sldMk cId="3580450898" sldId="2147480829"/>
            <ac:grpSpMk id="226" creationId="{D607ADAF-5152-8E24-A510-E62018DA62B6}"/>
          </ac:grpSpMkLst>
        </pc:grpChg>
        <pc:grpChg chg="add del mod topLvl">
          <ac:chgData name="Takeuchi, Koichiro" userId="b3848a05-443b-4434-8fa5-7398ca0c03c9" providerId="ADAL" clId="{0BCE8C6C-860B-4961-8907-604115D89DF6}" dt="2024-06-24T03:29:13.799" v="5433" actId="478"/>
          <ac:grpSpMkLst>
            <pc:docMk/>
            <pc:sldMk cId="3580450898" sldId="2147480829"/>
            <ac:grpSpMk id="227" creationId="{07CD5317-5094-04C6-835E-838F1E8E6F9D}"/>
          </ac:grpSpMkLst>
        </pc:grpChg>
        <pc:grpChg chg="add del mod">
          <ac:chgData name="Takeuchi, Koichiro" userId="b3848a05-443b-4434-8fa5-7398ca0c03c9" providerId="ADAL" clId="{0BCE8C6C-860B-4961-8907-604115D89DF6}" dt="2024-06-24T03:28:09.489" v="5412" actId="165"/>
          <ac:grpSpMkLst>
            <pc:docMk/>
            <pc:sldMk cId="3580450898" sldId="2147480829"/>
            <ac:grpSpMk id="234" creationId="{246113F6-45CE-7149-08AD-7FDB9BE65CA3}"/>
          </ac:grpSpMkLst>
        </pc:grpChg>
        <pc:grpChg chg="add mod">
          <ac:chgData name="Takeuchi, Koichiro" userId="b3848a05-443b-4434-8fa5-7398ca0c03c9" providerId="ADAL" clId="{0BCE8C6C-860B-4961-8907-604115D89DF6}" dt="2024-06-24T03:29:10.303" v="5431"/>
          <ac:grpSpMkLst>
            <pc:docMk/>
            <pc:sldMk cId="3580450898" sldId="2147480829"/>
            <ac:grpSpMk id="245" creationId="{708BE97F-ADCF-0711-5E6F-9F7F8DEB89A8}"/>
          </ac:grpSpMkLst>
        </pc:grpChg>
        <pc:grpChg chg="mod">
          <ac:chgData name="Takeuchi, Koichiro" userId="b3848a05-443b-4434-8fa5-7398ca0c03c9" providerId="ADAL" clId="{0BCE8C6C-860B-4961-8907-604115D89DF6}" dt="2024-06-24T03:29:10.303" v="5431"/>
          <ac:grpSpMkLst>
            <pc:docMk/>
            <pc:sldMk cId="3580450898" sldId="2147480829"/>
            <ac:grpSpMk id="248" creationId="{89B9222A-5582-CB54-726B-71C1A992428D}"/>
          </ac:grpSpMkLst>
        </pc:grpChg>
        <pc:grpChg chg="mod">
          <ac:chgData name="Takeuchi, Koichiro" userId="b3848a05-443b-4434-8fa5-7398ca0c03c9" providerId="ADAL" clId="{0BCE8C6C-860B-4961-8907-604115D89DF6}" dt="2024-06-24T03:29:10.303" v="5431"/>
          <ac:grpSpMkLst>
            <pc:docMk/>
            <pc:sldMk cId="3580450898" sldId="2147480829"/>
            <ac:grpSpMk id="249" creationId="{5A0631A3-0E7D-F3C6-18CA-BE53C7EACF4B}"/>
          </ac:grpSpMkLst>
        </pc:grpChg>
        <pc:grpChg chg="add mod">
          <ac:chgData name="Takeuchi, Koichiro" userId="b3848a05-443b-4434-8fa5-7398ca0c03c9" providerId="ADAL" clId="{0BCE8C6C-860B-4961-8907-604115D89DF6}" dt="2024-06-24T03:44:42.174" v="6307" actId="1036"/>
          <ac:grpSpMkLst>
            <pc:docMk/>
            <pc:sldMk cId="3580450898" sldId="2147480829"/>
            <ac:grpSpMk id="256" creationId="{7413A067-C32C-8D9D-D973-4E27793FED1F}"/>
          </ac:grpSpMkLst>
        </pc:grpChg>
        <pc:grpChg chg="add del mod">
          <ac:chgData name="Takeuchi, Koichiro" userId="b3848a05-443b-4434-8fa5-7398ca0c03c9" providerId="ADAL" clId="{0BCE8C6C-860B-4961-8907-604115D89DF6}" dt="2024-06-24T03:29:39.726" v="5440" actId="165"/>
          <ac:grpSpMkLst>
            <pc:docMk/>
            <pc:sldMk cId="3580450898" sldId="2147480829"/>
            <ac:grpSpMk id="259" creationId="{7680A4E1-72CA-75E5-F372-80E415015AAC}"/>
          </ac:grpSpMkLst>
        </pc:grpChg>
        <pc:grpChg chg="del mod topLvl">
          <ac:chgData name="Takeuchi, Koichiro" userId="b3848a05-443b-4434-8fa5-7398ca0c03c9" providerId="ADAL" clId="{0BCE8C6C-860B-4961-8907-604115D89DF6}" dt="2024-06-24T03:29:42.136" v="5441" actId="478"/>
          <ac:grpSpMkLst>
            <pc:docMk/>
            <pc:sldMk cId="3580450898" sldId="2147480829"/>
            <ac:grpSpMk id="262" creationId="{4F6AD594-9BFB-1F82-62CD-8A32BEAC3F93}"/>
          </ac:grpSpMkLst>
        </pc:grpChg>
        <pc:grpChg chg="del mod topLvl">
          <ac:chgData name="Takeuchi, Koichiro" userId="b3848a05-443b-4434-8fa5-7398ca0c03c9" providerId="ADAL" clId="{0BCE8C6C-860B-4961-8907-604115D89DF6}" dt="2024-06-24T03:29:43.362" v="5442" actId="478"/>
          <ac:grpSpMkLst>
            <pc:docMk/>
            <pc:sldMk cId="3580450898" sldId="2147480829"/>
            <ac:grpSpMk id="263" creationId="{2D8BC121-1596-2285-9B24-5CE5F87A00C2}"/>
          </ac:grpSpMkLst>
        </pc:grpChg>
        <pc:grpChg chg="add del mod">
          <ac:chgData name="Takeuchi, Koichiro" userId="b3848a05-443b-4434-8fa5-7398ca0c03c9" providerId="ADAL" clId="{0BCE8C6C-860B-4961-8907-604115D89DF6}" dt="2024-06-24T03:32:52.471" v="5451" actId="165"/>
          <ac:grpSpMkLst>
            <pc:docMk/>
            <pc:sldMk cId="3580450898" sldId="2147480829"/>
            <ac:grpSpMk id="273" creationId="{A7485F99-64FB-1B02-4B71-7CF3F731A962}"/>
          </ac:grpSpMkLst>
        </pc:grpChg>
        <pc:grpChg chg="add mod">
          <ac:chgData name="Takeuchi, Koichiro" userId="b3848a05-443b-4434-8fa5-7398ca0c03c9" providerId="ADAL" clId="{0BCE8C6C-860B-4961-8907-604115D89DF6}" dt="2024-06-24T03:44:42.174" v="6307" actId="1036"/>
          <ac:grpSpMkLst>
            <pc:docMk/>
            <pc:sldMk cId="3580450898" sldId="2147480829"/>
            <ac:grpSpMk id="274" creationId="{B1971557-2A85-89C0-A3D8-F5C1564D8FB0}"/>
          </ac:grpSpMkLst>
        </pc:grpChg>
        <pc:picChg chg="add del mod">
          <ac:chgData name="Takeuchi, Koichiro" userId="b3848a05-443b-4434-8fa5-7398ca0c03c9" providerId="ADAL" clId="{0BCE8C6C-860B-4961-8907-604115D89DF6}" dt="2024-06-24T02:52:16.494" v="3045" actId="478"/>
          <ac:picMkLst>
            <pc:docMk/>
            <pc:sldMk cId="3580450898" sldId="2147480829"/>
            <ac:picMk id="21" creationId="{CCDAA22B-9084-7610-14D7-0ECE69BDF8C8}"/>
          </ac:picMkLst>
        </pc:picChg>
        <pc:picChg chg="add del mod">
          <ac:chgData name="Takeuchi, Koichiro" userId="b3848a05-443b-4434-8fa5-7398ca0c03c9" providerId="ADAL" clId="{0BCE8C6C-860B-4961-8907-604115D89DF6}" dt="2024-06-24T02:52:16.494" v="3045" actId="478"/>
          <ac:picMkLst>
            <pc:docMk/>
            <pc:sldMk cId="3580450898" sldId="2147480829"/>
            <ac:picMk id="22" creationId="{0A674561-C052-C684-C99A-5105169E75FB}"/>
          </ac:picMkLst>
        </pc:picChg>
        <pc:picChg chg="add del mod">
          <ac:chgData name="Takeuchi, Koichiro" userId="b3848a05-443b-4434-8fa5-7398ca0c03c9" providerId="ADAL" clId="{0BCE8C6C-860B-4961-8907-604115D89DF6}" dt="2024-06-24T02:52:16.494" v="3045" actId="478"/>
          <ac:picMkLst>
            <pc:docMk/>
            <pc:sldMk cId="3580450898" sldId="2147480829"/>
            <ac:picMk id="23" creationId="{82A11DFE-0D31-5AE5-7C35-F5AC0AC2AFBE}"/>
          </ac:picMkLst>
        </pc:picChg>
        <pc:picChg chg="add del mod">
          <ac:chgData name="Takeuchi, Koichiro" userId="b3848a05-443b-4434-8fa5-7398ca0c03c9" providerId="ADAL" clId="{0BCE8C6C-860B-4961-8907-604115D89DF6}" dt="2024-06-24T02:52:16.494" v="3045" actId="478"/>
          <ac:picMkLst>
            <pc:docMk/>
            <pc:sldMk cId="3580450898" sldId="2147480829"/>
            <ac:picMk id="24" creationId="{A3B854E6-D916-9B31-056E-026A434B2F52}"/>
          </ac:picMkLst>
        </pc:picChg>
        <pc:picChg chg="add del mod">
          <ac:chgData name="Takeuchi, Koichiro" userId="b3848a05-443b-4434-8fa5-7398ca0c03c9" providerId="ADAL" clId="{0BCE8C6C-860B-4961-8907-604115D89DF6}" dt="2024-06-24T02:52:16.494" v="3045" actId="478"/>
          <ac:picMkLst>
            <pc:docMk/>
            <pc:sldMk cId="3580450898" sldId="2147480829"/>
            <ac:picMk id="50" creationId="{4F4D4AED-D604-874E-02A9-2288D47AB150}"/>
          </ac:picMkLst>
        </pc:picChg>
        <pc:picChg chg="add del mod">
          <ac:chgData name="Takeuchi, Koichiro" userId="b3848a05-443b-4434-8fa5-7398ca0c03c9" providerId="ADAL" clId="{0BCE8C6C-860B-4961-8907-604115D89DF6}" dt="2024-06-24T02:52:16.494" v="3045" actId="478"/>
          <ac:picMkLst>
            <pc:docMk/>
            <pc:sldMk cId="3580450898" sldId="2147480829"/>
            <ac:picMk id="51" creationId="{B3751CD7-3C93-5AE2-1C0A-6B0E655ACE07}"/>
          </ac:picMkLst>
        </pc:picChg>
        <pc:picChg chg="add del mod">
          <ac:chgData name="Takeuchi, Koichiro" userId="b3848a05-443b-4434-8fa5-7398ca0c03c9" providerId="ADAL" clId="{0BCE8C6C-860B-4961-8907-604115D89DF6}" dt="2024-06-24T02:52:16.494" v="3045" actId="478"/>
          <ac:picMkLst>
            <pc:docMk/>
            <pc:sldMk cId="3580450898" sldId="2147480829"/>
            <ac:picMk id="52" creationId="{2882DAE7-C9B7-D7E3-16CE-7A2985CC72BE}"/>
          </ac:picMkLst>
        </pc:picChg>
        <pc:picChg chg="add del mod">
          <ac:chgData name="Takeuchi, Koichiro" userId="b3848a05-443b-4434-8fa5-7398ca0c03c9" providerId="ADAL" clId="{0BCE8C6C-860B-4961-8907-604115D89DF6}" dt="2024-06-24T02:52:16.494" v="3045" actId="478"/>
          <ac:picMkLst>
            <pc:docMk/>
            <pc:sldMk cId="3580450898" sldId="2147480829"/>
            <ac:picMk id="53" creationId="{8E746E1E-E092-8787-1D4A-217544F94044}"/>
          </ac:picMkLst>
        </pc:picChg>
        <pc:picChg chg="mod">
          <ac:chgData name="Takeuchi, Koichiro" userId="b3848a05-443b-4434-8fa5-7398ca0c03c9" providerId="ADAL" clId="{0BCE8C6C-860B-4961-8907-604115D89DF6}" dt="2024-06-24T02:52:12.096" v="3044"/>
          <ac:picMkLst>
            <pc:docMk/>
            <pc:sldMk cId="3580450898" sldId="2147480829"/>
            <ac:picMk id="58" creationId="{868E44EF-C9F5-C836-170E-9341218D400C}"/>
          </ac:picMkLst>
        </pc:picChg>
        <pc:picChg chg="mod">
          <ac:chgData name="Takeuchi, Koichiro" userId="b3848a05-443b-4434-8fa5-7398ca0c03c9" providerId="ADAL" clId="{0BCE8C6C-860B-4961-8907-604115D89DF6}" dt="2024-06-24T02:52:12.096" v="3044"/>
          <ac:picMkLst>
            <pc:docMk/>
            <pc:sldMk cId="3580450898" sldId="2147480829"/>
            <ac:picMk id="59" creationId="{D74AB9BB-FBEB-5D0D-4488-8793F386EB51}"/>
          </ac:picMkLst>
        </pc:picChg>
        <pc:picChg chg="add del mod">
          <ac:chgData name="Takeuchi, Koichiro" userId="b3848a05-443b-4434-8fa5-7398ca0c03c9" providerId="ADAL" clId="{0BCE8C6C-860B-4961-8907-604115D89DF6}" dt="2024-06-24T02:52:16.494" v="3045" actId="478"/>
          <ac:picMkLst>
            <pc:docMk/>
            <pc:sldMk cId="3580450898" sldId="2147480829"/>
            <ac:picMk id="66" creationId="{3EAF8CAC-A716-A5AD-7B4B-A4959C3D8050}"/>
          </ac:picMkLst>
        </pc:picChg>
        <pc:picChg chg="add mod topLvl">
          <ac:chgData name="Takeuchi, Koichiro" userId="b3848a05-443b-4434-8fa5-7398ca0c03c9" providerId="ADAL" clId="{0BCE8C6C-860B-4961-8907-604115D89DF6}" dt="2024-06-24T03:04:55.598" v="3503" actId="164"/>
          <ac:picMkLst>
            <pc:docMk/>
            <pc:sldMk cId="3580450898" sldId="2147480829"/>
            <ac:picMk id="141" creationId="{CAC29C95-9F5E-9D93-C602-7F1E6CEAA9AC}"/>
          </ac:picMkLst>
        </pc:picChg>
        <pc:picChg chg="add mod topLvl">
          <ac:chgData name="Takeuchi, Koichiro" userId="b3848a05-443b-4434-8fa5-7398ca0c03c9" providerId="ADAL" clId="{0BCE8C6C-860B-4961-8907-604115D89DF6}" dt="2024-06-24T03:04:55.598" v="3503" actId="164"/>
          <ac:picMkLst>
            <pc:docMk/>
            <pc:sldMk cId="3580450898" sldId="2147480829"/>
            <ac:picMk id="142" creationId="{8CED4667-B45E-BA55-2219-2C811F4F40A6}"/>
          </ac:picMkLst>
        </pc:picChg>
        <pc:picChg chg="mod">
          <ac:chgData name="Takeuchi, Koichiro" userId="b3848a05-443b-4434-8fa5-7398ca0c03c9" providerId="ADAL" clId="{0BCE8C6C-860B-4961-8907-604115D89DF6}" dt="2024-06-24T03:05:10.887" v="3507"/>
          <ac:picMkLst>
            <pc:docMk/>
            <pc:sldMk cId="3580450898" sldId="2147480829"/>
            <ac:picMk id="154" creationId="{31C80DA8-D3EC-F63C-0C83-297D101EBC75}"/>
          </ac:picMkLst>
        </pc:picChg>
        <pc:picChg chg="mod">
          <ac:chgData name="Takeuchi, Koichiro" userId="b3848a05-443b-4434-8fa5-7398ca0c03c9" providerId="ADAL" clId="{0BCE8C6C-860B-4961-8907-604115D89DF6}" dt="2024-06-24T03:05:10.887" v="3507"/>
          <ac:picMkLst>
            <pc:docMk/>
            <pc:sldMk cId="3580450898" sldId="2147480829"/>
            <ac:picMk id="155" creationId="{0F936602-3C4E-AF45-C594-FD9F94824F15}"/>
          </ac:picMkLst>
        </pc:picChg>
        <pc:picChg chg="mod topLvl">
          <ac:chgData name="Takeuchi, Koichiro" userId="b3848a05-443b-4434-8fa5-7398ca0c03c9" providerId="ADAL" clId="{0BCE8C6C-860B-4961-8907-604115D89DF6}" dt="2024-06-24T03:05:27.481" v="3512" actId="164"/>
          <ac:picMkLst>
            <pc:docMk/>
            <pc:sldMk cId="3580450898" sldId="2147480829"/>
            <ac:picMk id="165" creationId="{EC2AB7C6-7B10-B485-C3F6-D63A6EAA5F5B}"/>
          </ac:picMkLst>
        </pc:picChg>
        <pc:picChg chg="mod topLvl">
          <ac:chgData name="Takeuchi, Koichiro" userId="b3848a05-443b-4434-8fa5-7398ca0c03c9" providerId="ADAL" clId="{0BCE8C6C-860B-4961-8907-604115D89DF6}" dt="2024-06-24T03:05:27.481" v="3512" actId="164"/>
          <ac:picMkLst>
            <pc:docMk/>
            <pc:sldMk cId="3580450898" sldId="2147480829"/>
            <ac:picMk id="166" creationId="{D8518B73-012C-FC42-ADAD-D5E6069E6168}"/>
          </ac:picMkLst>
        </pc:picChg>
        <pc:picChg chg="mod">
          <ac:chgData name="Takeuchi, Koichiro" userId="b3848a05-443b-4434-8fa5-7398ca0c03c9" providerId="ADAL" clId="{0BCE8C6C-860B-4961-8907-604115D89DF6}" dt="2024-06-24T03:05:51.467" v="3516"/>
          <ac:picMkLst>
            <pc:docMk/>
            <pc:sldMk cId="3580450898" sldId="2147480829"/>
            <ac:picMk id="177" creationId="{9470A9DF-967A-9BD6-5161-61B761FDBCC7}"/>
          </ac:picMkLst>
        </pc:picChg>
        <pc:picChg chg="mod">
          <ac:chgData name="Takeuchi, Koichiro" userId="b3848a05-443b-4434-8fa5-7398ca0c03c9" providerId="ADAL" clId="{0BCE8C6C-860B-4961-8907-604115D89DF6}" dt="2024-06-24T03:05:51.467" v="3516"/>
          <ac:picMkLst>
            <pc:docMk/>
            <pc:sldMk cId="3580450898" sldId="2147480829"/>
            <ac:picMk id="178" creationId="{E444042B-5A59-EB20-B23F-84393EB44BC6}"/>
          </ac:picMkLst>
        </pc:picChg>
        <pc:picChg chg="mod topLvl">
          <ac:chgData name="Takeuchi, Koichiro" userId="b3848a05-443b-4434-8fa5-7398ca0c03c9" providerId="ADAL" clId="{0BCE8C6C-860B-4961-8907-604115D89DF6}" dt="2024-06-24T03:44:42.174" v="6307" actId="1036"/>
          <ac:picMkLst>
            <pc:docMk/>
            <pc:sldMk cId="3580450898" sldId="2147480829"/>
            <ac:picMk id="202" creationId="{EDF78464-0C53-741F-1CA8-89FFD7C93CB0}"/>
          </ac:picMkLst>
        </pc:picChg>
        <pc:picChg chg="mod topLvl">
          <ac:chgData name="Takeuchi, Koichiro" userId="b3848a05-443b-4434-8fa5-7398ca0c03c9" providerId="ADAL" clId="{0BCE8C6C-860B-4961-8907-604115D89DF6}" dt="2024-06-24T03:44:42.174" v="6307" actId="1036"/>
          <ac:picMkLst>
            <pc:docMk/>
            <pc:sldMk cId="3580450898" sldId="2147480829"/>
            <ac:picMk id="203" creationId="{E18CF992-8549-B443-2E21-FBBD4221C12A}"/>
          </ac:picMkLst>
        </pc:picChg>
        <pc:picChg chg="mod topLvl">
          <ac:chgData name="Takeuchi, Koichiro" userId="b3848a05-443b-4434-8fa5-7398ca0c03c9" providerId="ADAL" clId="{0BCE8C6C-860B-4961-8907-604115D89DF6}" dt="2024-06-24T03:44:42.174" v="6307" actId="1036"/>
          <ac:picMkLst>
            <pc:docMk/>
            <pc:sldMk cId="3580450898" sldId="2147480829"/>
            <ac:picMk id="213" creationId="{41C37FCC-1887-D2D9-9F8D-1912E5314F89}"/>
          </ac:picMkLst>
        </pc:picChg>
        <pc:picChg chg="mod topLvl">
          <ac:chgData name="Takeuchi, Koichiro" userId="b3848a05-443b-4434-8fa5-7398ca0c03c9" providerId="ADAL" clId="{0BCE8C6C-860B-4961-8907-604115D89DF6}" dt="2024-06-24T03:44:42.174" v="6307" actId="1036"/>
          <ac:picMkLst>
            <pc:docMk/>
            <pc:sldMk cId="3580450898" sldId="2147480829"/>
            <ac:picMk id="214" creationId="{AA93A6A9-0BC2-59A8-B553-53CB53191572}"/>
          </ac:picMkLst>
        </pc:picChg>
        <pc:picChg chg="mod topLvl">
          <ac:chgData name="Takeuchi, Koichiro" userId="b3848a05-443b-4434-8fa5-7398ca0c03c9" providerId="ADAL" clId="{0BCE8C6C-860B-4961-8907-604115D89DF6}" dt="2024-06-24T03:44:42.174" v="6307" actId="1036"/>
          <ac:picMkLst>
            <pc:docMk/>
            <pc:sldMk cId="3580450898" sldId="2147480829"/>
            <ac:picMk id="224" creationId="{881FC50B-262A-B00F-B4D1-F1B0676A3122}"/>
          </ac:picMkLst>
        </pc:picChg>
        <pc:picChg chg="mod topLvl">
          <ac:chgData name="Takeuchi, Koichiro" userId="b3848a05-443b-4434-8fa5-7398ca0c03c9" providerId="ADAL" clId="{0BCE8C6C-860B-4961-8907-604115D89DF6}" dt="2024-06-24T03:44:42.174" v="6307" actId="1036"/>
          <ac:picMkLst>
            <pc:docMk/>
            <pc:sldMk cId="3580450898" sldId="2147480829"/>
            <ac:picMk id="225" creationId="{0D6C5360-8BB1-0BCB-7DBE-41D4334E5B5B}"/>
          </ac:picMkLst>
        </pc:picChg>
        <pc:picChg chg="mod">
          <ac:chgData name="Takeuchi, Koichiro" userId="b3848a05-443b-4434-8fa5-7398ca0c03c9" providerId="ADAL" clId="{0BCE8C6C-860B-4961-8907-604115D89DF6}" dt="2024-06-24T03:29:10.303" v="5431"/>
          <ac:picMkLst>
            <pc:docMk/>
            <pc:sldMk cId="3580450898" sldId="2147480829"/>
            <ac:picMk id="246" creationId="{C6D9713E-DC57-2AEB-3752-240BC50C7CD0}"/>
          </ac:picMkLst>
        </pc:picChg>
        <pc:picChg chg="mod">
          <ac:chgData name="Takeuchi, Koichiro" userId="b3848a05-443b-4434-8fa5-7398ca0c03c9" providerId="ADAL" clId="{0BCE8C6C-860B-4961-8907-604115D89DF6}" dt="2024-06-24T03:29:10.303" v="5431"/>
          <ac:picMkLst>
            <pc:docMk/>
            <pc:sldMk cId="3580450898" sldId="2147480829"/>
            <ac:picMk id="247" creationId="{96D769CA-D168-6EA6-36D2-870732471286}"/>
          </ac:picMkLst>
        </pc:picChg>
        <pc:picChg chg="mod topLvl">
          <ac:chgData name="Takeuchi, Koichiro" userId="b3848a05-443b-4434-8fa5-7398ca0c03c9" providerId="ADAL" clId="{0BCE8C6C-860B-4961-8907-604115D89DF6}" dt="2024-06-24T03:44:42.174" v="6307" actId="1036"/>
          <ac:picMkLst>
            <pc:docMk/>
            <pc:sldMk cId="3580450898" sldId="2147480829"/>
            <ac:picMk id="260" creationId="{11B811AB-5CBC-51AB-34DD-FE4989E255EB}"/>
          </ac:picMkLst>
        </pc:picChg>
        <pc:picChg chg="mod topLvl">
          <ac:chgData name="Takeuchi, Koichiro" userId="b3848a05-443b-4434-8fa5-7398ca0c03c9" providerId="ADAL" clId="{0BCE8C6C-860B-4961-8907-604115D89DF6}" dt="2024-06-24T03:44:42.174" v="6307" actId="1036"/>
          <ac:picMkLst>
            <pc:docMk/>
            <pc:sldMk cId="3580450898" sldId="2147480829"/>
            <ac:picMk id="261" creationId="{ECDFB36D-79E2-6927-E9D7-A59265DB8A33}"/>
          </ac:picMkLst>
        </pc:picChg>
        <pc:picChg chg="add mod topLvl">
          <ac:chgData name="Takeuchi, Koichiro" userId="b3848a05-443b-4434-8fa5-7398ca0c03c9" providerId="ADAL" clId="{0BCE8C6C-860B-4961-8907-604115D89DF6}" dt="2024-06-24T03:42:43.884" v="6181" actId="207"/>
          <ac:picMkLst>
            <pc:docMk/>
            <pc:sldMk cId="3580450898" sldId="2147480829"/>
            <ac:picMk id="270" creationId="{F73235F7-0905-D40B-4DF9-466FBF30F9EA}"/>
          </ac:picMkLst>
        </pc:picChg>
        <pc:picChg chg="add mod topLvl">
          <ac:chgData name="Takeuchi, Koichiro" userId="b3848a05-443b-4434-8fa5-7398ca0c03c9" providerId="ADAL" clId="{0BCE8C6C-860B-4961-8907-604115D89DF6}" dt="2024-06-24T03:42:43.884" v="6181" actId="207"/>
          <ac:picMkLst>
            <pc:docMk/>
            <pc:sldMk cId="3580450898" sldId="2147480829"/>
            <ac:picMk id="271" creationId="{168C3E5C-F801-1AB5-5ACA-A06328A394C8}"/>
          </ac:picMkLst>
        </pc:picChg>
        <pc:picChg chg="add mod topLvl">
          <ac:chgData name="Takeuchi, Koichiro" userId="b3848a05-443b-4434-8fa5-7398ca0c03c9" providerId="ADAL" clId="{0BCE8C6C-860B-4961-8907-604115D89DF6}" dt="2024-06-24T03:42:43.884" v="6181" actId="207"/>
          <ac:picMkLst>
            <pc:docMk/>
            <pc:sldMk cId="3580450898" sldId="2147480829"/>
            <ac:picMk id="272" creationId="{BF653D78-A634-3439-33C0-6F8DEF4A39FE}"/>
          </ac:picMkLst>
        </pc:picChg>
        <pc:cxnChg chg="add mod">
          <ac:chgData name="Takeuchi, Koichiro" userId="b3848a05-443b-4434-8fa5-7398ca0c03c9" providerId="ADAL" clId="{0BCE8C6C-860B-4961-8907-604115D89DF6}" dt="2024-06-24T03:44:42.174" v="6307" actId="1036"/>
          <ac:cxnSpMkLst>
            <pc:docMk/>
            <pc:sldMk cId="3580450898" sldId="2147480829"/>
            <ac:cxnSpMk id="14" creationId="{5A3E7F88-F361-F095-EE70-042EB98B4A6A}"/>
          </ac:cxnSpMkLst>
        </pc:cxnChg>
        <pc:cxnChg chg="add mod">
          <ac:chgData name="Takeuchi, Koichiro" userId="b3848a05-443b-4434-8fa5-7398ca0c03c9" providerId="ADAL" clId="{0BCE8C6C-860B-4961-8907-604115D89DF6}" dt="2024-06-24T03:44:42.174" v="6307" actId="1036"/>
          <ac:cxnSpMkLst>
            <pc:docMk/>
            <pc:sldMk cId="3580450898" sldId="2147480829"/>
            <ac:cxnSpMk id="76" creationId="{BB04A947-5130-FED8-E27E-904693F03DBF}"/>
          </ac:cxnSpMkLst>
        </pc:cxnChg>
        <pc:cxnChg chg="add mod">
          <ac:chgData name="Takeuchi, Koichiro" userId="b3848a05-443b-4434-8fa5-7398ca0c03c9" providerId="ADAL" clId="{0BCE8C6C-860B-4961-8907-604115D89DF6}" dt="2024-06-24T03:47:58.390" v="6560" actId="14100"/>
          <ac:cxnSpMkLst>
            <pc:docMk/>
            <pc:sldMk cId="3580450898" sldId="2147480829"/>
            <ac:cxnSpMk id="282" creationId="{E51949F8-3924-6A05-D9CB-C487B2F70ACA}"/>
          </ac:cxnSpMkLst>
        </pc:cxnChg>
        <pc:cxnChg chg="add mod">
          <ac:chgData name="Takeuchi, Koichiro" userId="b3848a05-443b-4434-8fa5-7398ca0c03c9" providerId="ADAL" clId="{0BCE8C6C-860B-4961-8907-604115D89DF6}" dt="2024-06-24T03:48:27.131" v="6611" actId="14100"/>
          <ac:cxnSpMkLst>
            <pc:docMk/>
            <pc:sldMk cId="3580450898" sldId="2147480829"/>
            <ac:cxnSpMk id="287" creationId="{277B2045-5BCD-7CE8-14CA-958F96628BEB}"/>
          </ac:cxnSpMkLst>
        </pc:cxnChg>
        <pc:cxnChg chg="add mod">
          <ac:chgData name="Takeuchi, Koichiro" userId="b3848a05-443b-4434-8fa5-7398ca0c03c9" providerId="ADAL" clId="{0BCE8C6C-860B-4961-8907-604115D89DF6}" dt="2024-06-24T03:48:35.407" v="6612" actId="14100"/>
          <ac:cxnSpMkLst>
            <pc:docMk/>
            <pc:sldMk cId="3580450898" sldId="2147480829"/>
            <ac:cxnSpMk id="290" creationId="{C950141B-0133-5622-EC8F-B2C7AB4D12BF}"/>
          </ac:cxnSpMkLst>
        </pc:cxnChg>
        <pc:cxnChg chg="add mod">
          <ac:chgData name="Takeuchi, Koichiro" userId="b3848a05-443b-4434-8fa5-7398ca0c03c9" providerId="ADAL" clId="{0BCE8C6C-860B-4961-8907-604115D89DF6}" dt="2024-06-24T03:49:02.583" v="6655" actId="14100"/>
          <ac:cxnSpMkLst>
            <pc:docMk/>
            <pc:sldMk cId="3580450898" sldId="2147480829"/>
            <ac:cxnSpMk id="294" creationId="{CDCA8A6A-4FD7-860B-03F8-552B0648CF89}"/>
          </ac:cxnSpMkLst>
        </pc:cxnChg>
      </pc:sldChg>
      <pc:sldChg chg="addSp delSp modSp add mod">
        <pc:chgData name="Takeuchi, Koichiro" userId="b3848a05-443b-4434-8fa5-7398ca0c03c9" providerId="ADAL" clId="{0BCE8C6C-860B-4961-8907-604115D89DF6}" dt="2024-06-27T05:08:15.323" v="16389" actId="20577"/>
        <pc:sldMkLst>
          <pc:docMk/>
          <pc:sldMk cId="2091009357" sldId="2147480830"/>
        </pc:sldMkLst>
        <pc:spChg chg="mod">
          <ac:chgData name="Takeuchi, Koichiro" userId="b3848a05-443b-4434-8fa5-7398ca0c03c9" providerId="ADAL" clId="{0BCE8C6C-860B-4961-8907-604115D89DF6}" dt="2024-06-27T01:53:19.680" v="12306" actId="20577"/>
          <ac:spMkLst>
            <pc:docMk/>
            <pc:sldMk cId="2091009357" sldId="2147480830"/>
            <ac:spMk id="2" creationId="{8F3ED2D0-8C64-20C8-AA22-0C1866CAB691}"/>
          </ac:spMkLst>
        </pc:spChg>
        <pc:spChg chg="mod">
          <ac:chgData name="Takeuchi, Koichiro" userId="b3848a05-443b-4434-8fa5-7398ca0c03c9" providerId="ADAL" clId="{0BCE8C6C-860B-4961-8907-604115D89DF6}" dt="2024-06-27T02:01:47.093" v="12853" actId="20577"/>
          <ac:spMkLst>
            <pc:docMk/>
            <pc:sldMk cId="2091009357" sldId="2147480830"/>
            <ac:spMk id="3" creationId="{9E89FA11-8A6A-E7A0-58F7-719585938EF4}"/>
          </ac:spMkLst>
        </pc:spChg>
        <pc:spChg chg="mod topLvl">
          <ac:chgData name="Takeuchi, Koichiro" userId="b3848a05-443b-4434-8fa5-7398ca0c03c9" providerId="ADAL" clId="{0BCE8C6C-860B-4961-8907-604115D89DF6}" dt="2024-06-27T01:04:12.640" v="10053" actId="1036"/>
          <ac:spMkLst>
            <pc:docMk/>
            <pc:sldMk cId="2091009357" sldId="2147480830"/>
            <ac:spMk id="7" creationId="{E254AA62-0673-1F43-8032-EBC7F64F23DE}"/>
          </ac:spMkLst>
        </pc:spChg>
        <pc:spChg chg="del mod topLvl">
          <ac:chgData name="Takeuchi, Koichiro" userId="b3848a05-443b-4434-8fa5-7398ca0c03c9" providerId="ADAL" clId="{0BCE8C6C-860B-4961-8907-604115D89DF6}" dt="2024-06-27T01:04:18.478" v="10055" actId="478"/>
          <ac:spMkLst>
            <pc:docMk/>
            <pc:sldMk cId="2091009357" sldId="2147480830"/>
            <ac:spMk id="9" creationId="{7EBEE1E6-ED69-127B-3291-37E234792AA9}"/>
          </ac:spMkLst>
        </pc:spChg>
        <pc:spChg chg="del mod topLvl">
          <ac:chgData name="Takeuchi, Koichiro" userId="b3848a05-443b-4434-8fa5-7398ca0c03c9" providerId="ADAL" clId="{0BCE8C6C-860B-4961-8907-604115D89DF6}" dt="2024-06-27T01:04:18.478" v="10055" actId="478"/>
          <ac:spMkLst>
            <pc:docMk/>
            <pc:sldMk cId="2091009357" sldId="2147480830"/>
            <ac:spMk id="10" creationId="{B8EE8FA1-5BAE-77E8-9CC8-AEA6B9E10DD6}"/>
          </ac:spMkLst>
        </pc:spChg>
        <pc:spChg chg="del mod topLvl">
          <ac:chgData name="Takeuchi, Koichiro" userId="b3848a05-443b-4434-8fa5-7398ca0c03c9" providerId="ADAL" clId="{0BCE8C6C-860B-4961-8907-604115D89DF6}" dt="2024-06-27T01:04:18.478" v="10055" actId="478"/>
          <ac:spMkLst>
            <pc:docMk/>
            <pc:sldMk cId="2091009357" sldId="2147480830"/>
            <ac:spMk id="11" creationId="{B2622E85-0E86-80AD-0B7E-07420CD167F1}"/>
          </ac:spMkLst>
        </pc:spChg>
        <pc:spChg chg="del mod topLvl">
          <ac:chgData name="Takeuchi, Koichiro" userId="b3848a05-443b-4434-8fa5-7398ca0c03c9" providerId="ADAL" clId="{0BCE8C6C-860B-4961-8907-604115D89DF6}" dt="2024-06-27T01:04:18.478" v="10055" actId="478"/>
          <ac:spMkLst>
            <pc:docMk/>
            <pc:sldMk cId="2091009357" sldId="2147480830"/>
            <ac:spMk id="12" creationId="{AD8DEE04-BBB3-9254-0694-60F374EA1FE8}"/>
          </ac:spMkLst>
        </pc:spChg>
        <pc:spChg chg="del mod topLvl">
          <ac:chgData name="Takeuchi, Koichiro" userId="b3848a05-443b-4434-8fa5-7398ca0c03c9" providerId="ADAL" clId="{0BCE8C6C-860B-4961-8907-604115D89DF6}" dt="2024-06-27T01:04:18.478" v="10055" actId="478"/>
          <ac:spMkLst>
            <pc:docMk/>
            <pc:sldMk cId="2091009357" sldId="2147480830"/>
            <ac:spMk id="13" creationId="{73160DEC-6899-E8BA-E40F-AE5917E1D0A0}"/>
          </ac:spMkLst>
        </pc:spChg>
        <pc:spChg chg="del">
          <ac:chgData name="Takeuchi, Koichiro" userId="b3848a05-443b-4434-8fa5-7398ca0c03c9" providerId="ADAL" clId="{0BCE8C6C-860B-4961-8907-604115D89DF6}" dt="2024-06-27T00:59:02.779" v="9714" actId="478"/>
          <ac:spMkLst>
            <pc:docMk/>
            <pc:sldMk cId="2091009357" sldId="2147480830"/>
            <ac:spMk id="15" creationId="{ED0F6225-4A49-FDC4-45E6-3D0FE1B08B38}"/>
          </ac:spMkLst>
        </pc:spChg>
        <pc:spChg chg="mod">
          <ac:chgData name="Takeuchi, Koichiro" userId="b3848a05-443b-4434-8fa5-7398ca0c03c9" providerId="ADAL" clId="{0BCE8C6C-860B-4961-8907-604115D89DF6}" dt="2024-06-27T01:48:41.938" v="12139" actId="12788"/>
          <ac:spMkLst>
            <pc:docMk/>
            <pc:sldMk cId="2091009357" sldId="2147480830"/>
            <ac:spMk id="16" creationId="{2057601C-0483-66E1-6180-6F9126BB3C71}"/>
          </ac:spMkLst>
        </pc:spChg>
        <pc:spChg chg="del">
          <ac:chgData name="Takeuchi, Koichiro" userId="b3848a05-443b-4434-8fa5-7398ca0c03c9" providerId="ADAL" clId="{0BCE8C6C-860B-4961-8907-604115D89DF6}" dt="2024-06-27T00:59:02.779" v="9714" actId="478"/>
          <ac:spMkLst>
            <pc:docMk/>
            <pc:sldMk cId="2091009357" sldId="2147480830"/>
            <ac:spMk id="17" creationId="{161D1ADC-7A06-85A5-6A8C-823C7950F609}"/>
          </ac:spMkLst>
        </pc:spChg>
        <pc:spChg chg="add del mod">
          <ac:chgData name="Takeuchi, Koichiro" userId="b3848a05-443b-4434-8fa5-7398ca0c03c9" providerId="ADAL" clId="{0BCE8C6C-860B-4961-8907-604115D89DF6}" dt="2024-06-27T00:59:02.779" v="9714" actId="478"/>
          <ac:spMkLst>
            <pc:docMk/>
            <pc:sldMk cId="2091009357" sldId="2147480830"/>
            <ac:spMk id="18" creationId="{51151A56-5158-7092-3828-1F61F2F80F69}"/>
          </ac:spMkLst>
        </pc:spChg>
        <pc:spChg chg="add del mod">
          <ac:chgData name="Takeuchi, Koichiro" userId="b3848a05-443b-4434-8fa5-7398ca0c03c9" providerId="ADAL" clId="{0BCE8C6C-860B-4961-8907-604115D89DF6}" dt="2024-06-27T00:58:49.030" v="9713" actId="478"/>
          <ac:spMkLst>
            <pc:docMk/>
            <pc:sldMk cId="2091009357" sldId="2147480830"/>
            <ac:spMk id="19" creationId="{AD3F07ED-CD3A-1600-8C50-D00807D320D9}"/>
          </ac:spMkLst>
        </pc:spChg>
        <pc:spChg chg="del mod">
          <ac:chgData name="Takeuchi, Koichiro" userId="b3848a05-443b-4434-8fa5-7398ca0c03c9" providerId="ADAL" clId="{0BCE8C6C-860B-4961-8907-604115D89DF6}" dt="2024-06-27T01:54:46.853" v="12374" actId="478"/>
          <ac:spMkLst>
            <pc:docMk/>
            <pc:sldMk cId="2091009357" sldId="2147480830"/>
            <ac:spMk id="21" creationId="{D4F8E701-DB0C-CE47-DFA3-FA3DA4BD2E8F}"/>
          </ac:spMkLst>
        </pc:spChg>
        <pc:spChg chg="del mod">
          <ac:chgData name="Takeuchi, Koichiro" userId="b3848a05-443b-4434-8fa5-7398ca0c03c9" providerId="ADAL" clId="{0BCE8C6C-860B-4961-8907-604115D89DF6}" dt="2024-06-27T01:54:46.853" v="12374" actId="478"/>
          <ac:spMkLst>
            <pc:docMk/>
            <pc:sldMk cId="2091009357" sldId="2147480830"/>
            <ac:spMk id="22" creationId="{3533C84D-2B67-1572-F809-FC4977DE7038}"/>
          </ac:spMkLst>
        </pc:spChg>
        <pc:spChg chg="del mod">
          <ac:chgData name="Takeuchi, Koichiro" userId="b3848a05-443b-4434-8fa5-7398ca0c03c9" providerId="ADAL" clId="{0BCE8C6C-860B-4961-8907-604115D89DF6}" dt="2024-06-27T01:54:46.853" v="12374" actId="478"/>
          <ac:spMkLst>
            <pc:docMk/>
            <pc:sldMk cId="2091009357" sldId="2147480830"/>
            <ac:spMk id="23" creationId="{6C167F53-50FD-1A20-B0ED-588F1B2A8EB0}"/>
          </ac:spMkLst>
        </pc:spChg>
        <pc:spChg chg="add mod">
          <ac:chgData name="Takeuchi, Koichiro" userId="b3848a05-443b-4434-8fa5-7398ca0c03c9" providerId="ADAL" clId="{0BCE8C6C-860B-4961-8907-604115D89DF6}" dt="2024-06-27T02:00:59.807" v="12693" actId="947"/>
          <ac:spMkLst>
            <pc:docMk/>
            <pc:sldMk cId="2091009357" sldId="2147480830"/>
            <ac:spMk id="24" creationId="{5CE485F1-224D-7537-6592-82581276F5D5}"/>
          </ac:spMkLst>
        </pc:spChg>
        <pc:spChg chg="del mod">
          <ac:chgData name="Takeuchi, Koichiro" userId="b3848a05-443b-4434-8fa5-7398ca0c03c9" providerId="ADAL" clId="{0BCE8C6C-860B-4961-8907-604115D89DF6}" dt="2024-06-27T01:54:46.853" v="12374" actId="478"/>
          <ac:spMkLst>
            <pc:docMk/>
            <pc:sldMk cId="2091009357" sldId="2147480830"/>
            <ac:spMk id="25" creationId="{1BF1614E-2021-6FAA-A137-E7B75EC55CB6}"/>
          </ac:spMkLst>
        </pc:spChg>
        <pc:spChg chg="add mod">
          <ac:chgData name="Takeuchi, Koichiro" userId="b3848a05-443b-4434-8fa5-7398ca0c03c9" providerId="ADAL" clId="{0BCE8C6C-860B-4961-8907-604115D89DF6}" dt="2024-06-27T03:22:19.427" v="16075" actId="20577"/>
          <ac:spMkLst>
            <pc:docMk/>
            <pc:sldMk cId="2091009357" sldId="2147480830"/>
            <ac:spMk id="26" creationId="{AE9EF8DD-DF7B-19BF-E0DC-9467556878E7}"/>
          </ac:spMkLst>
        </pc:spChg>
        <pc:spChg chg="del mod">
          <ac:chgData name="Takeuchi, Koichiro" userId="b3848a05-443b-4434-8fa5-7398ca0c03c9" providerId="ADAL" clId="{0BCE8C6C-860B-4961-8907-604115D89DF6}" dt="2024-06-27T01:54:46.853" v="12374" actId="478"/>
          <ac:spMkLst>
            <pc:docMk/>
            <pc:sldMk cId="2091009357" sldId="2147480830"/>
            <ac:spMk id="27" creationId="{DCDAF188-E89A-F455-6F9B-F639590AA67D}"/>
          </ac:spMkLst>
        </pc:spChg>
        <pc:spChg chg="add mod">
          <ac:chgData name="Takeuchi, Koichiro" userId="b3848a05-443b-4434-8fa5-7398ca0c03c9" providerId="ADAL" clId="{0BCE8C6C-860B-4961-8907-604115D89DF6}" dt="2024-06-27T01:49:57.074" v="12142" actId="207"/>
          <ac:spMkLst>
            <pc:docMk/>
            <pc:sldMk cId="2091009357" sldId="2147480830"/>
            <ac:spMk id="28" creationId="{BF60E34C-E952-FCC1-0529-A705E6C96B0E}"/>
          </ac:spMkLst>
        </pc:spChg>
        <pc:spChg chg="mod">
          <ac:chgData name="Takeuchi, Koichiro" userId="b3848a05-443b-4434-8fa5-7398ca0c03c9" providerId="ADAL" clId="{0BCE8C6C-860B-4961-8907-604115D89DF6}" dt="2024-06-27T02:38:17.503" v="14679" actId="20577"/>
          <ac:spMkLst>
            <pc:docMk/>
            <pc:sldMk cId="2091009357" sldId="2147480830"/>
            <ac:spMk id="29" creationId="{33263DEC-6023-5330-3B8F-5DDA2FCF80E5}"/>
          </ac:spMkLst>
        </pc:spChg>
        <pc:spChg chg="del">
          <ac:chgData name="Takeuchi, Koichiro" userId="b3848a05-443b-4434-8fa5-7398ca0c03c9" providerId="ADAL" clId="{0BCE8C6C-860B-4961-8907-604115D89DF6}" dt="2024-06-27T01:04:18.478" v="10055" actId="478"/>
          <ac:spMkLst>
            <pc:docMk/>
            <pc:sldMk cId="2091009357" sldId="2147480830"/>
            <ac:spMk id="30" creationId="{16A75592-3A14-0149-FB16-2FC8BC6F5C0C}"/>
          </ac:spMkLst>
        </pc:spChg>
        <pc:spChg chg="add mod">
          <ac:chgData name="Takeuchi, Koichiro" userId="b3848a05-443b-4434-8fa5-7398ca0c03c9" providerId="ADAL" clId="{0BCE8C6C-860B-4961-8907-604115D89DF6}" dt="2024-06-27T01:49:57.074" v="12142" actId="207"/>
          <ac:spMkLst>
            <pc:docMk/>
            <pc:sldMk cId="2091009357" sldId="2147480830"/>
            <ac:spMk id="31" creationId="{2280952A-A115-732C-677A-AC0DF2E2AF83}"/>
          </ac:spMkLst>
        </pc:spChg>
        <pc:spChg chg="add mod">
          <ac:chgData name="Takeuchi, Koichiro" userId="b3848a05-443b-4434-8fa5-7398ca0c03c9" providerId="ADAL" clId="{0BCE8C6C-860B-4961-8907-604115D89DF6}" dt="2024-06-27T01:49:57.074" v="12142" actId="207"/>
          <ac:spMkLst>
            <pc:docMk/>
            <pc:sldMk cId="2091009357" sldId="2147480830"/>
            <ac:spMk id="32" creationId="{106803A0-4822-91D9-076C-A781AB1625F2}"/>
          </ac:spMkLst>
        </pc:spChg>
        <pc:spChg chg="add mod">
          <ac:chgData name="Takeuchi, Koichiro" userId="b3848a05-443b-4434-8fa5-7398ca0c03c9" providerId="ADAL" clId="{0BCE8C6C-860B-4961-8907-604115D89DF6}" dt="2024-06-27T01:49:57.074" v="12142" actId="207"/>
          <ac:spMkLst>
            <pc:docMk/>
            <pc:sldMk cId="2091009357" sldId="2147480830"/>
            <ac:spMk id="33" creationId="{48CF34A2-6A57-E23D-CDF5-ED138450B33E}"/>
          </ac:spMkLst>
        </pc:spChg>
        <pc:spChg chg="add mod">
          <ac:chgData name="Takeuchi, Koichiro" userId="b3848a05-443b-4434-8fa5-7398ca0c03c9" providerId="ADAL" clId="{0BCE8C6C-860B-4961-8907-604115D89DF6}" dt="2024-06-27T02:01:02.446" v="12694" actId="20577"/>
          <ac:spMkLst>
            <pc:docMk/>
            <pc:sldMk cId="2091009357" sldId="2147480830"/>
            <ac:spMk id="34" creationId="{090B395C-09A4-5F11-FEF3-6C2553186A9A}"/>
          </ac:spMkLst>
        </pc:spChg>
        <pc:spChg chg="add mod">
          <ac:chgData name="Takeuchi, Koichiro" userId="b3848a05-443b-4434-8fa5-7398ca0c03c9" providerId="ADAL" clId="{0BCE8C6C-860B-4961-8907-604115D89DF6}" dt="2024-06-27T03:22:23.888" v="16086" actId="20577"/>
          <ac:spMkLst>
            <pc:docMk/>
            <pc:sldMk cId="2091009357" sldId="2147480830"/>
            <ac:spMk id="35" creationId="{98BD3226-E4CE-4491-14D7-94E99E75AD90}"/>
          </ac:spMkLst>
        </pc:spChg>
        <pc:spChg chg="add mod">
          <ac:chgData name="Takeuchi, Koichiro" userId="b3848a05-443b-4434-8fa5-7398ca0c03c9" providerId="ADAL" clId="{0BCE8C6C-860B-4961-8907-604115D89DF6}" dt="2024-06-27T01:38:08.938" v="11136" actId="14100"/>
          <ac:spMkLst>
            <pc:docMk/>
            <pc:sldMk cId="2091009357" sldId="2147480830"/>
            <ac:spMk id="36" creationId="{C6E0FCCB-ED58-5A73-95F7-5CEA3CC79C7D}"/>
          </ac:spMkLst>
        </pc:spChg>
        <pc:spChg chg="add mod">
          <ac:chgData name="Takeuchi, Koichiro" userId="b3848a05-443b-4434-8fa5-7398ca0c03c9" providerId="ADAL" clId="{0BCE8C6C-860B-4961-8907-604115D89DF6}" dt="2024-06-27T03:22:33.453" v="16097" actId="20577"/>
          <ac:spMkLst>
            <pc:docMk/>
            <pc:sldMk cId="2091009357" sldId="2147480830"/>
            <ac:spMk id="37" creationId="{025FD6C4-7A51-A19B-064F-EF915E3C564C}"/>
          </ac:spMkLst>
        </pc:spChg>
        <pc:spChg chg="add mod">
          <ac:chgData name="Takeuchi, Koichiro" userId="b3848a05-443b-4434-8fa5-7398ca0c03c9" providerId="ADAL" clId="{0BCE8C6C-860B-4961-8907-604115D89DF6}" dt="2024-06-27T01:55:55.651" v="12381" actId="20577"/>
          <ac:spMkLst>
            <pc:docMk/>
            <pc:sldMk cId="2091009357" sldId="2147480830"/>
            <ac:spMk id="38" creationId="{A4C3314A-7BCC-75A5-FEBC-32B2B44EA4AE}"/>
          </ac:spMkLst>
        </pc:spChg>
        <pc:spChg chg="add mod">
          <ac:chgData name="Takeuchi, Koichiro" userId="b3848a05-443b-4434-8fa5-7398ca0c03c9" providerId="ADAL" clId="{0BCE8C6C-860B-4961-8907-604115D89DF6}" dt="2024-06-27T01:48:17.621" v="12137" actId="20577"/>
          <ac:spMkLst>
            <pc:docMk/>
            <pc:sldMk cId="2091009357" sldId="2147480830"/>
            <ac:spMk id="39" creationId="{FDDF2A96-9989-D44D-5BA4-1E8848E1BF61}"/>
          </ac:spMkLst>
        </pc:spChg>
        <pc:spChg chg="add mod">
          <ac:chgData name="Takeuchi, Koichiro" userId="b3848a05-443b-4434-8fa5-7398ca0c03c9" providerId="ADAL" clId="{0BCE8C6C-860B-4961-8907-604115D89DF6}" dt="2024-06-27T01:46:38.653" v="12124" actId="208"/>
          <ac:spMkLst>
            <pc:docMk/>
            <pc:sldMk cId="2091009357" sldId="2147480830"/>
            <ac:spMk id="40" creationId="{5217A9E5-85D7-D75B-1629-C93EC6A89674}"/>
          </ac:spMkLst>
        </pc:spChg>
        <pc:spChg chg="add mod">
          <ac:chgData name="Takeuchi, Koichiro" userId="b3848a05-443b-4434-8fa5-7398ca0c03c9" providerId="ADAL" clId="{0BCE8C6C-860B-4961-8907-604115D89DF6}" dt="2024-06-27T01:55:39.638" v="12380" actId="207"/>
          <ac:spMkLst>
            <pc:docMk/>
            <pc:sldMk cId="2091009357" sldId="2147480830"/>
            <ac:spMk id="41" creationId="{561FE3DC-36C4-1185-CB12-3E8C8BCE24CE}"/>
          </ac:spMkLst>
        </pc:spChg>
        <pc:spChg chg="add del mod">
          <ac:chgData name="Takeuchi, Koichiro" userId="b3848a05-443b-4434-8fa5-7398ca0c03c9" providerId="ADAL" clId="{0BCE8C6C-860B-4961-8907-604115D89DF6}" dt="2024-06-27T01:51:31.504" v="12270" actId="478"/>
          <ac:spMkLst>
            <pc:docMk/>
            <pc:sldMk cId="2091009357" sldId="2147480830"/>
            <ac:spMk id="42" creationId="{E48E9890-FD26-FF2F-DBF3-7E98116CA6EC}"/>
          </ac:spMkLst>
        </pc:spChg>
        <pc:spChg chg="add del mod">
          <ac:chgData name="Takeuchi, Koichiro" userId="b3848a05-443b-4434-8fa5-7398ca0c03c9" providerId="ADAL" clId="{0BCE8C6C-860B-4961-8907-604115D89DF6}" dt="2024-06-27T01:51:31.504" v="12270" actId="478"/>
          <ac:spMkLst>
            <pc:docMk/>
            <pc:sldMk cId="2091009357" sldId="2147480830"/>
            <ac:spMk id="43" creationId="{46B46AE1-78F7-D736-68D4-9BAC86B50887}"/>
          </ac:spMkLst>
        </pc:spChg>
        <pc:spChg chg="add del mod">
          <ac:chgData name="Takeuchi, Koichiro" userId="b3848a05-443b-4434-8fa5-7398ca0c03c9" providerId="ADAL" clId="{0BCE8C6C-860B-4961-8907-604115D89DF6}" dt="2024-06-27T01:51:31.504" v="12270" actId="478"/>
          <ac:spMkLst>
            <pc:docMk/>
            <pc:sldMk cId="2091009357" sldId="2147480830"/>
            <ac:spMk id="44" creationId="{1FED1D85-8DD7-9F19-F054-842192559128}"/>
          </ac:spMkLst>
        </pc:spChg>
        <pc:spChg chg="add del mod">
          <ac:chgData name="Takeuchi, Koichiro" userId="b3848a05-443b-4434-8fa5-7398ca0c03c9" providerId="ADAL" clId="{0BCE8C6C-860B-4961-8907-604115D89DF6}" dt="2024-06-27T01:51:31.504" v="12270" actId="478"/>
          <ac:spMkLst>
            <pc:docMk/>
            <pc:sldMk cId="2091009357" sldId="2147480830"/>
            <ac:spMk id="45" creationId="{5E48DB73-A129-1ECE-53BE-023A1A9C26D0}"/>
          </ac:spMkLst>
        </pc:spChg>
        <pc:spChg chg="add del mod">
          <ac:chgData name="Takeuchi, Koichiro" userId="b3848a05-443b-4434-8fa5-7398ca0c03c9" providerId="ADAL" clId="{0BCE8C6C-860B-4961-8907-604115D89DF6}" dt="2024-06-27T01:51:31.504" v="12270" actId="478"/>
          <ac:spMkLst>
            <pc:docMk/>
            <pc:sldMk cId="2091009357" sldId="2147480830"/>
            <ac:spMk id="46" creationId="{E83C1E23-8228-0C32-904C-548AF955FD96}"/>
          </ac:spMkLst>
        </pc:spChg>
        <pc:spChg chg="add del mod">
          <ac:chgData name="Takeuchi, Koichiro" userId="b3848a05-443b-4434-8fa5-7398ca0c03c9" providerId="ADAL" clId="{0BCE8C6C-860B-4961-8907-604115D89DF6}" dt="2024-06-27T01:51:31.504" v="12270" actId="478"/>
          <ac:spMkLst>
            <pc:docMk/>
            <pc:sldMk cId="2091009357" sldId="2147480830"/>
            <ac:spMk id="47" creationId="{3C0036B5-593D-19D7-B954-1CF3591C7B04}"/>
          </ac:spMkLst>
        </pc:spChg>
        <pc:spChg chg="add mod">
          <ac:chgData name="Takeuchi, Koichiro" userId="b3848a05-443b-4434-8fa5-7398ca0c03c9" providerId="ADAL" clId="{0BCE8C6C-860B-4961-8907-604115D89DF6}" dt="2024-06-27T01:55:39.638" v="12380" actId="207"/>
          <ac:spMkLst>
            <pc:docMk/>
            <pc:sldMk cId="2091009357" sldId="2147480830"/>
            <ac:spMk id="48" creationId="{1C6BD4CC-447B-D0E2-F390-3DEDF1BD455F}"/>
          </ac:spMkLst>
        </pc:spChg>
        <pc:spChg chg="add mod">
          <ac:chgData name="Takeuchi, Koichiro" userId="b3848a05-443b-4434-8fa5-7398ca0c03c9" providerId="ADAL" clId="{0BCE8C6C-860B-4961-8907-604115D89DF6}" dt="2024-06-27T05:08:15.323" v="16389" actId="20577"/>
          <ac:spMkLst>
            <pc:docMk/>
            <pc:sldMk cId="2091009357" sldId="2147480830"/>
            <ac:spMk id="49" creationId="{67009D97-F9A5-F933-451D-C62EAE9FD9BE}"/>
          </ac:spMkLst>
        </pc:spChg>
        <pc:spChg chg="add del mod">
          <ac:chgData name="Takeuchi, Koichiro" userId="b3848a05-443b-4434-8fa5-7398ca0c03c9" providerId="ADAL" clId="{0BCE8C6C-860B-4961-8907-604115D89DF6}" dt="2024-06-27T01:52:53.847" v="12284" actId="478"/>
          <ac:spMkLst>
            <pc:docMk/>
            <pc:sldMk cId="2091009357" sldId="2147480830"/>
            <ac:spMk id="51" creationId="{A6FAC22C-B1F9-AEEB-63A3-D9757AA127F1}"/>
          </ac:spMkLst>
        </pc:spChg>
        <pc:spChg chg="add mod">
          <ac:chgData name="Takeuchi, Koichiro" userId="b3848a05-443b-4434-8fa5-7398ca0c03c9" providerId="ADAL" clId="{0BCE8C6C-860B-4961-8907-604115D89DF6}" dt="2024-06-27T02:00:42.220" v="12686" actId="465"/>
          <ac:spMkLst>
            <pc:docMk/>
            <pc:sldMk cId="2091009357" sldId="2147480830"/>
            <ac:spMk id="52" creationId="{01FA4150-DE52-3F38-C5E5-07DBF2531C79}"/>
          </ac:spMkLst>
        </pc:spChg>
        <pc:spChg chg="add mod">
          <ac:chgData name="Takeuchi, Koichiro" userId="b3848a05-443b-4434-8fa5-7398ca0c03c9" providerId="ADAL" clId="{0BCE8C6C-860B-4961-8907-604115D89DF6}" dt="2024-06-27T02:00:32.162" v="12678" actId="1035"/>
          <ac:spMkLst>
            <pc:docMk/>
            <pc:sldMk cId="2091009357" sldId="2147480830"/>
            <ac:spMk id="53" creationId="{196739C2-67C0-D7D4-61A7-8627F2FE9BBD}"/>
          </ac:spMkLst>
        </pc:spChg>
        <pc:spChg chg="add del mod">
          <ac:chgData name="Takeuchi, Koichiro" userId="b3848a05-443b-4434-8fa5-7398ca0c03c9" providerId="ADAL" clId="{0BCE8C6C-860B-4961-8907-604115D89DF6}" dt="2024-06-27T02:01:49.898" v="12854" actId="478"/>
          <ac:spMkLst>
            <pc:docMk/>
            <pc:sldMk cId="2091009357" sldId="2147480830"/>
            <ac:spMk id="54" creationId="{CEDF7C2D-A17F-C585-713C-BA1235BD8F76}"/>
          </ac:spMkLst>
        </pc:spChg>
        <pc:grpChg chg="del mod">
          <ac:chgData name="Takeuchi, Koichiro" userId="b3848a05-443b-4434-8fa5-7398ca0c03c9" providerId="ADAL" clId="{0BCE8C6C-860B-4961-8907-604115D89DF6}" dt="2024-06-27T00:59:16.973" v="9717" actId="165"/>
          <ac:grpSpMkLst>
            <pc:docMk/>
            <pc:sldMk cId="2091009357" sldId="2147480830"/>
            <ac:grpSpMk id="14" creationId="{4FE4F6C5-DC74-AC6B-B32B-F1F379B4601E}"/>
          </ac:grpSpMkLst>
        </pc:grpChg>
        <pc:grpChg chg="add mod">
          <ac:chgData name="Takeuchi, Koichiro" userId="b3848a05-443b-4434-8fa5-7398ca0c03c9" providerId="ADAL" clId="{0BCE8C6C-860B-4961-8907-604115D89DF6}" dt="2024-06-27T01:04:12.640" v="10053" actId="1036"/>
          <ac:grpSpMkLst>
            <pc:docMk/>
            <pc:sldMk cId="2091009357" sldId="2147480830"/>
            <ac:grpSpMk id="20" creationId="{F18806B2-A33D-4A74-3685-29C4387722E7}"/>
          </ac:grpSpMkLst>
        </pc:grpChg>
        <pc:grpChg chg="add mod">
          <ac:chgData name="Takeuchi, Koichiro" userId="b3848a05-443b-4434-8fa5-7398ca0c03c9" providerId="ADAL" clId="{0BCE8C6C-860B-4961-8907-604115D89DF6}" dt="2024-06-27T02:00:37.741" v="12685" actId="1035"/>
          <ac:grpSpMkLst>
            <pc:docMk/>
            <pc:sldMk cId="2091009357" sldId="2147480830"/>
            <ac:grpSpMk id="50" creationId="{E9AD9524-7630-5F86-94DF-E58F6EB84E5F}"/>
          </ac:grpSpMkLst>
        </pc:grpChg>
        <pc:picChg chg="mod topLvl">
          <ac:chgData name="Takeuchi, Koichiro" userId="b3848a05-443b-4434-8fa5-7398ca0c03c9" providerId="ADAL" clId="{0BCE8C6C-860B-4961-8907-604115D89DF6}" dt="2024-06-27T01:04:12.640" v="10053" actId="1036"/>
          <ac:picMkLst>
            <pc:docMk/>
            <pc:sldMk cId="2091009357" sldId="2147480830"/>
            <ac:picMk id="8" creationId="{849A686D-C0C2-BED0-2116-8519780E200D}"/>
          </ac:picMkLst>
        </pc:picChg>
      </pc:sldChg>
      <pc:sldChg chg="addSp delSp modSp add mod">
        <pc:chgData name="Takeuchi, Koichiro" userId="b3848a05-443b-4434-8fa5-7398ca0c03c9" providerId="ADAL" clId="{0BCE8C6C-860B-4961-8907-604115D89DF6}" dt="2024-06-27T09:00:02.432" v="18269" actId="20577"/>
        <pc:sldMkLst>
          <pc:docMk/>
          <pc:sldMk cId="1256059550" sldId="2147480831"/>
        </pc:sldMkLst>
        <pc:spChg chg="mod">
          <ac:chgData name="Takeuchi, Koichiro" userId="b3848a05-443b-4434-8fa5-7398ca0c03c9" providerId="ADAL" clId="{0BCE8C6C-860B-4961-8907-604115D89DF6}" dt="2024-06-27T02:47:52.789" v="14895" actId="20577"/>
          <ac:spMkLst>
            <pc:docMk/>
            <pc:sldMk cId="1256059550" sldId="2147480831"/>
            <ac:spMk id="2" creationId="{C4050E0A-F4AC-8E52-FCEA-9771083801F3}"/>
          </ac:spMkLst>
        </pc:spChg>
        <pc:spChg chg="del">
          <ac:chgData name="Takeuchi, Koichiro" userId="b3848a05-443b-4434-8fa5-7398ca0c03c9" providerId="ADAL" clId="{0BCE8C6C-860B-4961-8907-604115D89DF6}" dt="2024-06-27T02:06:22.110" v="13027" actId="478"/>
          <ac:spMkLst>
            <pc:docMk/>
            <pc:sldMk cId="1256059550" sldId="2147480831"/>
            <ac:spMk id="3" creationId="{B935DD91-ECCB-31C0-4A22-25CAFF01FA90}"/>
          </ac:spMkLst>
        </pc:spChg>
        <pc:spChg chg="mod">
          <ac:chgData name="Takeuchi, Koichiro" userId="b3848a05-443b-4434-8fa5-7398ca0c03c9" providerId="ADAL" clId="{0BCE8C6C-860B-4961-8907-604115D89DF6}" dt="2024-06-27T08:49:07.384" v="17783" actId="1076"/>
          <ac:spMkLst>
            <pc:docMk/>
            <pc:sldMk cId="1256059550" sldId="2147480831"/>
            <ac:spMk id="5" creationId="{72CCA9CC-3A88-7CAC-9089-56B0661016F1}"/>
          </ac:spMkLst>
        </pc:spChg>
        <pc:spChg chg="add del mod">
          <ac:chgData name="Takeuchi, Koichiro" userId="b3848a05-443b-4434-8fa5-7398ca0c03c9" providerId="ADAL" clId="{0BCE8C6C-860B-4961-8907-604115D89DF6}" dt="2024-06-27T05:13:07.372" v="16787" actId="478"/>
          <ac:spMkLst>
            <pc:docMk/>
            <pc:sldMk cId="1256059550" sldId="2147480831"/>
            <ac:spMk id="6" creationId="{3C9F38CD-CE15-4155-474C-4EE4B6E15B93}"/>
          </ac:spMkLst>
        </pc:spChg>
        <pc:spChg chg="add mod">
          <ac:chgData name="Takeuchi, Koichiro" userId="b3848a05-443b-4434-8fa5-7398ca0c03c9" providerId="ADAL" clId="{0BCE8C6C-860B-4961-8907-604115D89DF6}" dt="2024-06-27T08:53:56.320" v="18060" actId="14100"/>
          <ac:spMkLst>
            <pc:docMk/>
            <pc:sldMk cId="1256059550" sldId="2147480831"/>
            <ac:spMk id="7" creationId="{545A7ACF-B9D1-EEAA-3F01-B786CDD791AC}"/>
          </ac:spMkLst>
        </pc:spChg>
        <pc:spChg chg="del">
          <ac:chgData name="Takeuchi, Koichiro" userId="b3848a05-443b-4434-8fa5-7398ca0c03c9" providerId="ADAL" clId="{0BCE8C6C-860B-4961-8907-604115D89DF6}" dt="2024-06-27T02:06:22.110" v="13027" actId="478"/>
          <ac:spMkLst>
            <pc:docMk/>
            <pc:sldMk cId="1256059550" sldId="2147480831"/>
            <ac:spMk id="8" creationId="{035651D4-E5EF-C601-9EB2-B2AC0A242BFF}"/>
          </ac:spMkLst>
        </pc:spChg>
        <pc:spChg chg="mod topLvl">
          <ac:chgData name="Takeuchi, Koichiro" userId="b3848a05-443b-4434-8fa5-7398ca0c03c9" providerId="ADAL" clId="{0BCE8C6C-860B-4961-8907-604115D89DF6}" dt="2024-06-27T08:50:32.053" v="17860" actId="255"/>
          <ac:spMkLst>
            <pc:docMk/>
            <pc:sldMk cId="1256059550" sldId="2147480831"/>
            <ac:spMk id="9" creationId="{B86D8330-0B1A-E587-FA07-0AAE4A76EC6B}"/>
          </ac:spMkLst>
        </pc:spChg>
        <pc:spChg chg="del">
          <ac:chgData name="Takeuchi, Koichiro" userId="b3848a05-443b-4434-8fa5-7398ca0c03c9" providerId="ADAL" clId="{0BCE8C6C-860B-4961-8907-604115D89DF6}" dt="2024-06-27T02:07:51.703" v="13100" actId="478"/>
          <ac:spMkLst>
            <pc:docMk/>
            <pc:sldMk cId="1256059550" sldId="2147480831"/>
            <ac:spMk id="10" creationId="{8CD5BA63-C0B2-CEB6-93FE-328B281F0AFD}"/>
          </ac:spMkLst>
        </pc:spChg>
        <pc:spChg chg="del">
          <ac:chgData name="Takeuchi, Koichiro" userId="b3848a05-443b-4434-8fa5-7398ca0c03c9" providerId="ADAL" clId="{0BCE8C6C-860B-4961-8907-604115D89DF6}" dt="2024-06-27T02:13:51.439" v="13656" actId="478"/>
          <ac:spMkLst>
            <pc:docMk/>
            <pc:sldMk cId="1256059550" sldId="2147480831"/>
            <ac:spMk id="11" creationId="{2F6A44E9-3B7D-1E55-A0E1-B656D0009265}"/>
          </ac:spMkLst>
        </pc:spChg>
        <pc:spChg chg="mod topLvl">
          <ac:chgData name="Takeuchi, Koichiro" userId="b3848a05-443b-4434-8fa5-7398ca0c03c9" providerId="ADAL" clId="{0BCE8C6C-860B-4961-8907-604115D89DF6}" dt="2024-06-27T08:50:32.053" v="17860" actId="255"/>
          <ac:spMkLst>
            <pc:docMk/>
            <pc:sldMk cId="1256059550" sldId="2147480831"/>
            <ac:spMk id="12" creationId="{45EE08F6-DEC4-E349-C3D4-3A0D55311423}"/>
          </ac:spMkLst>
        </pc:spChg>
        <pc:spChg chg="mod topLvl">
          <ac:chgData name="Takeuchi, Koichiro" userId="b3848a05-443b-4434-8fa5-7398ca0c03c9" providerId="ADAL" clId="{0BCE8C6C-860B-4961-8907-604115D89DF6}" dt="2024-06-27T08:50:32.053" v="17860" actId="255"/>
          <ac:spMkLst>
            <pc:docMk/>
            <pc:sldMk cId="1256059550" sldId="2147480831"/>
            <ac:spMk id="13" creationId="{F8CADEEC-4DA6-DFCA-EDD3-66F074215B62}"/>
          </ac:spMkLst>
        </pc:spChg>
        <pc:spChg chg="add mod">
          <ac:chgData name="Takeuchi, Koichiro" userId="b3848a05-443b-4434-8fa5-7398ca0c03c9" providerId="ADAL" clId="{0BCE8C6C-860B-4961-8907-604115D89DF6}" dt="2024-06-27T09:00:02.432" v="18269" actId="20577"/>
          <ac:spMkLst>
            <pc:docMk/>
            <pc:sldMk cId="1256059550" sldId="2147480831"/>
            <ac:spMk id="14" creationId="{EFA41AAB-2D04-0717-2656-A5F1F1A09AEE}"/>
          </ac:spMkLst>
        </pc:spChg>
        <pc:spChg chg="mod">
          <ac:chgData name="Takeuchi, Koichiro" userId="b3848a05-443b-4434-8fa5-7398ca0c03c9" providerId="ADAL" clId="{0BCE8C6C-860B-4961-8907-604115D89DF6}" dt="2024-06-27T08:50:37.387" v="17861" actId="255"/>
          <ac:spMkLst>
            <pc:docMk/>
            <pc:sldMk cId="1256059550" sldId="2147480831"/>
            <ac:spMk id="15" creationId="{9E2C2CC3-C868-A486-19A5-796650E36F44}"/>
          </ac:spMkLst>
        </pc:spChg>
        <pc:spChg chg="mod">
          <ac:chgData name="Takeuchi, Koichiro" userId="b3848a05-443b-4434-8fa5-7398ca0c03c9" providerId="ADAL" clId="{0BCE8C6C-860B-4961-8907-604115D89DF6}" dt="2024-06-27T08:50:37.387" v="17861" actId="255"/>
          <ac:spMkLst>
            <pc:docMk/>
            <pc:sldMk cId="1256059550" sldId="2147480831"/>
            <ac:spMk id="16" creationId="{037C46BB-6F39-EABB-FE4B-F5D4758A4034}"/>
          </ac:spMkLst>
        </pc:spChg>
        <pc:spChg chg="mod">
          <ac:chgData name="Takeuchi, Koichiro" userId="b3848a05-443b-4434-8fa5-7398ca0c03c9" providerId="ADAL" clId="{0BCE8C6C-860B-4961-8907-604115D89DF6}" dt="2024-06-27T08:50:37.387" v="17861" actId="255"/>
          <ac:spMkLst>
            <pc:docMk/>
            <pc:sldMk cId="1256059550" sldId="2147480831"/>
            <ac:spMk id="17" creationId="{A5CAC6B1-665F-4C40-F148-C1BBFB3F82B8}"/>
          </ac:spMkLst>
        </pc:spChg>
        <pc:spChg chg="mod">
          <ac:chgData name="Takeuchi, Koichiro" userId="b3848a05-443b-4434-8fa5-7398ca0c03c9" providerId="ADAL" clId="{0BCE8C6C-860B-4961-8907-604115D89DF6}" dt="2024-06-27T08:50:37.387" v="17861" actId="255"/>
          <ac:spMkLst>
            <pc:docMk/>
            <pc:sldMk cId="1256059550" sldId="2147480831"/>
            <ac:spMk id="18" creationId="{54925650-A2C7-8C3D-3169-31D70F34808D}"/>
          </ac:spMkLst>
        </pc:spChg>
        <pc:spChg chg="del">
          <ac:chgData name="Takeuchi, Koichiro" userId="b3848a05-443b-4434-8fa5-7398ca0c03c9" providerId="ADAL" clId="{0BCE8C6C-860B-4961-8907-604115D89DF6}" dt="2024-06-27T02:06:22.110" v="13027" actId="478"/>
          <ac:spMkLst>
            <pc:docMk/>
            <pc:sldMk cId="1256059550" sldId="2147480831"/>
            <ac:spMk id="19" creationId="{DFB3C414-E0D7-82AD-193B-123716EDE860}"/>
          </ac:spMkLst>
        </pc:spChg>
        <pc:spChg chg="del">
          <ac:chgData name="Takeuchi, Koichiro" userId="b3848a05-443b-4434-8fa5-7398ca0c03c9" providerId="ADAL" clId="{0BCE8C6C-860B-4961-8907-604115D89DF6}" dt="2024-06-27T02:03:08.897" v="12921" actId="478"/>
          <ac:spMkLst>
            <pc:docMk/>
            <pc:sldMk cId="1256059550" sldId="2147480831"/>
            <ac:spMk id="20" creationId="{AE0FEECE-71B8-E3E7-EDF6-0C0453B2F388}"/>
          </ac:spMkLst>
        </pc:spChg>
        <pc:spChg chg="mod">
          <ac:chgData name="Takeuchi, Koichiro" userId="b3848a05-443b-4434-8fa5-7398ca0c03c9" providerId="ADAL" clId="{0BCE8C6C-860B-4961-8907-604115D89DF6}" dt="2024-06-27T08:50:27.747" v="17859" actId="255"/>
          <ac:spMkLst>
            <pc:docMk/>
            <pc:sldMk cId="1256059550" sldId="2147480831"/>
            <ac:spMk id="46" creationId="{5F6391F3-D7AB-1690-4273-8B8DFBF2BA2B}"/>
          </ac:spMkLst>
        </pc:spChg>
        <pc:spChg chg="mod">
          <ac:chgData name="Takeuchi, Koichiro" userId="b3848a05-443b-4434-8fa5-7398ca0c03c9" providerId="ADAL" clId="{0BCE8C6C-860B-4961-8907-604115D89DF6}" dt="2024-06-27T08:58:36.916" v="18081" actId="947"/>
          <ac:spMkLst>
            <pc:docMk/>
            <pc:sldMk cId="1256059550" sldId="2147480831"/>
            <ac:spMk id="52" creationId="{31FE5F08-F380-21A0-E6AC-8278563276A2}"/>
          </ac:spMkLst>
        </pc:spChg>
        <pc:spChg chg="del">
          <ac:chgData name="Takeuchi, Koichiro" userId="b3848a05-443b-4434-8fa5-7398ca0c03c9" providerId="ADAL" clId="{0BCE8C6C-860B-4961-8907-604115D89DF6}" dt="2024-06-27T02:06:22.110" v="13027" actId="478"/>
          <ac:spMkLst>
            <pc:docMk/>
            <pc:sldMk cId="1256059550" sldId="2147480831"/>
            <ac:spMk id="53" creationId="{ED8B1D29-4FB0-1150-B85E-C70969A5E227}"/>
          </ac:spMkLst>
        </pc:spChg>
        <pc:spChg chg="del">
          <ac:chgData name="Takeuchi, Koichiro" userId="b3848a05-443b-4434-8fa5-7398ca0c03c9" providerId="ADAL" clId="{0BCE8C6C-860B-4961-8907-604115D89DF6}" dt="2024-06-27T02:06:22.110" v="13027" actId="478"/>
          <ac:spMkLst>
            <pc:docMk/>
            <pc:sldMk cId="1256059550" sldId="2147480831"/>
            <ac:spMk id="55" creationId="{41E8A974-E923-D40A-7E1B-AA2555EE71FE}"/>
          </ac:spMkLst>
        </pc:spChg>
        <pc:spChg chg="del">
          <ac:chgData name="Takeuchi, Koichiro" userId="b3848a05-443b-4434-8fa5-7398ca0c03c9" providerId="ADAL" clId="{0BCE8C6C-860B-4961-8907-604115D89DF6}" dt="2024-06-27T02:06:22.110" v="13027" actId="478"/>
          <ac:spMkLst>
            <pc:docMk/>
            <pc:sldMk cId="1256059550" sldId="2147480831"/>
            <ac:spMk id="56" creationId="{4FA19F00-B21F-3BDD-EF97-E7645440DF0A}"/>
          </ac:spMkLst>
        </pc:spChg>
        <pc:spChg chg="del">
          <ac:chgData name="Takeuchi, Koichiro" userId="b3848a05-443b-4434-8fa5-7398ca0c03c9" providerId="ADAL" clId="{0BCE8C6C-860B-4961-8907-604115D89DF6}" dt="2024-06-27T02:06:22.110" v="13027" actId="478"/>
          <ac:spMkLst>
            <pc:docMk/>
            <pc:sldMk cId="1256059550" sldId="2147480831"/>
            <ac:spMk id="57" creationId="{B593345A-14D5-4B98-302A-DD3400A9E7EB}"/>
          </ac:spMkLst>
        </pc:spChg>
        <pc:spChg chg="del">
          <ac:chgData name="Takeuchi, Koichiro" userId="b3848a05-443b-4434-8fa5-7398ca0c03c9" providerId="ADAL" clId="{0BCE8C6C-860B-4961-8907-604115D89DF6}" dt="2024-06-27T02:06:22.110" v="13027" actId="478"/>
          <ac:spMkLst>
            <pc:docMk/>
            <pc:sldMk cId="1256059550" sldId="2147480831"/>
            <ac:spMk id="58" creationId="{A77EE4C5-0A99-CE2A-E26C-FEF30B6F9682}"/>
          </ac:spMkLst>
        </pc:spChg>
        <pc:spChg chg="del">
          <ac:chgData name="Takeuchi, Koichiro" userId="b3848a05-443b-4434-8fa5-7398ca0c03c9" providerId="ADAL" clId="{0BCE8C6C-860B-4961-8907-604115D89DF6}" dt="2024-06-27T02:06:22.110" v="13027" actId="478"/>
          <ac:spMkLst>
            <pc:docMk/>
            <pc:sldMk cId="1256059550" sldId="2147480831"/>
            <ac:spMk id="59" creationId="{27870E17-23CC-D8F9-5085-1C5528401C96}"/>
          </ac:spMkLst>
        </pc:spChg>
        <pc:spChg chg="del">
          <ac:chgData name="Takeuchi, Koichiro" userId="b3848a05-443b-4434-8fa5-7398ca0c03c9" providerId="ADAL" clId="{0BCE8C6C-860B-4961-8907-604115D89DF6}" dt="2024-06-27T02:06:22.110" v="13027" actId="478"/>
          <ac:spMkLst>
            <pc:docMk/>
            <pc:sldMk cId="1256059550" sldId="2147480831"/>
            <ac:spMk id="60" creationId="{0EECCE46-2E1C-1A88-6933-018E8A5B09E4}"/>
          </ac:spMkLst>
        </pc:spChg>
        <pc:spChg chg="del">
          <ac:chgData name="Takeuchi, Koichiro" userId="b3848a05-443b-4434-8fa5-7398ca0c03c9" providerId="ADAL" clId="{0BCE8C6C-860B-4961-8907-604115D89DF6}" dt="2024-06-27T02:06:22.110" v="13027" actId="478"/>
          <ac:spMkLst>
            <pc:docMk/>
            <pc:sldMk cId="1256059550" sldId="2147480831"/>
            <ac:spMk id="61" creationId="{6F57270E-04EC-2C28-D07E-D9A16B20ED7C}"/>
          </ac:spMkLst>
        </pc:spChg>
        <pc:spChg chg="del">
          <ac:chgData name="Takeuchi, Koichiro" userId="b3848a05-443b-4434-8fa5-7398ca0c03c9" providerId="ADAL" clId="{0BCE8C6C-860B-4961-8907-604115D89DF6}" dt="2024-06-27T02:06:22.110" v="13027" actId="478"/>
          <ac:spMkLst>
            <pc:docMk/>
            <pc:sldMk cId="1256059550" sldId="2147480831"/>
            <ac:spMk id="62" creationId="{B0C6064B-297C-9AAE-DA4C-40D527739810}"/>
          </ac:spMkLst>
        </pc:spChg>
        <pc:spChg chg="del">
          <ac:chgData name="Takeuchi, Koichiro" userId="b3848a05-443b-4434-8fa5-7398ca0c03c9" providerId="ADAL" clId="{0BCE8C6C-860B-4961-8907-604115D89DF6}" dt="2024-06-27T02:06:22.110" v="13027" actId="478"/>
          <ac:spMkLst>
            <pc:docMk/>
            <pc:sldMk cId="1256059550" sldId="2147480831"/>
            <ac:spMk id="63" creationId="{9D66B40B-A76A-5F66-79FE-B57537A8129A}"/>
          </ac:spMkLst>
        </pc:spChg>
        <pc:spChg chg="del">
          <ac:chgData name="Takeuchi, Koichiro" userId="b3848a05-443b-4434-8fa5-7398ca0c03c9" providerId="ADAL" clId="{0BCE8C6C-860B-4961-8907-604115D89DF6}" dt="2024-06-27T02:06:22.110" v="13027" actId="478"/>
          <ac:spMkLst>
            <pc:docMk/>
            <pc:sldMk cId="1256059550" sldId="2147480831"/>
            <ac:spMk id="64" creationId="{DC255834-7785-8654-E338-60A1CD5AFB24}"/>
          </ac:spMkLst>
        </pc:spChg>
        <pc:spChg chg="del">
          <ac:chgData name="Takeuchi, Koichiro" userId="b3848a05-443b-4434-8fa5-7398ca0c03c9" providerId="ADAL" clId="{0BCE8C6C-860B-4961-8907-604115D89DF6}" dt="2024-06-27T02:06:22.110" v="13027" actId="478"/>
          <ac:spMkLst>
            <pc:docMk/>
            <pc:sldMk cId="1256059550" sldId="2147480831"/>
            <ac:spMk id="65" creationId="{FC239252-BB22-9A7C-B315-8A93273387EB}"/>
          </ac:spMkLst>
        </pc:spChg>
        <pc:spChg chg="del">
          <ac:chgData name="Takeuchi, Koichiro" userId="b3848a05-443b-4434-8fa5-7398ca0c03c9" providerId="ADAL" clId="{0BCE8C6C-860B-4961-8907-604115D89DF6}" dt="2024-06-27T02:06:22.110" v="13027" actId="478"/>
          <ac:spMkLst>
            <pc:docMk/>
            <pc:sldMk cId="1256059550" sldId="2147480831"/>
            <ac:spMk id="66" creationId="{5A79ACBD-2299-AF46-BDD0-81EC95C2DDB0}"/>
          </ac:spMkLst>
        </pc:spChg>
        <pc:spChg chg="mod topLvl">
          <ac:chgData name="Takeuchi, Koichiro" userId="b3848a05-443b-4434-8fa5-7398ca0c03c9" providerId="ADAL" clId="{0BCE8C6C-860B-4961-8907-604115D89DF6}" dt="2024-06-27T08:50:32.053" v="17860" actId="255"/>
          <ac:spMkLst>
            <pc:docMk/>
            <pc:sldMk cId="1256059550" sldId="2147480831"/>
            <ac:spMk id="75" creationId="{259D5601-F7A4-9E37-5B38-041897564AC6}"/>
          </ac:spMkLst>
        </pc:spChg>
        <pc:spChg chg="mod">
          <ac:chgData name="Takeuchi, Koichiro" userId="b3848a05-443b-4434-8fa5-7398ca0c03c9" providerId="ADAL" clId="{0BCE8C6C-860B-4961-8907-604115D89DF6}" dt="2024-06-27T08:50:37.387" v="17861" actId="255"/>
          <ac:spMkLst>
            <pc:docMk/>
            <pc:sldMk cId="1256059550" sldId="2147480831"/>
            <ac:spMk id="77" creationId="{BD0BC7C3-CD39-C14E-2EA1-9B97F1441834}"/>
          </ac:spMkLst>
        </pc:spChg>
        <pc:spChg chg="mod">
          <ac:chgData name="Takeuchi, Koichiro" userId="b3848a05-443b-4434-8fa5-7398ca0c03c9" providerId="ADAL" clId="{0BCE8C6C-860B-4961-8907-604115D89DF6}" dt="2024-06-27T08:50:37.387" v="17861" actId="255"/>
          <ac:spMkLst>
            <pc:docMk/>
            <pc:sldMk cId="1256059550" sldId="2147480831"/>
            <ac:spMk id="78" creationId="{FEA6D6A3-6F0A-1214-A01F-411341C529BB}"/>
          </ac:spMkLst>
        </pc:spChg>
        <pc:spChg chg="del">
          <ac:chgData name="Takeuchi, Koichiro" userId="b3848a05-443b-4434-8fa5-7398ca0c03c9" providerId="ADAL" clId="{0BCE8C6C-860B-4961-8907-604115D89DF6}" dt="2024-06-27T02:06:15.298" v="13026" actId="478"/>
          <ac:spMkLst>
            <pc:docMk/>
            <pc:sldMk cId="1256059550" sldId="2147480831"/>
            <ac:spMk id="90" creationId="{72CBB347-247D-A187-D13C-762A7C2BF66F}"/>
          </ac:spMkLst>
        </pc:spChg>
        <pc:spChg chg="del">
          <ac:chgData name="Takeuchi, Koichiro" userId="b3848a05-443b-4434-8fa5-7398ca0c03c9" providerId="ADAL" clId="{0BCE8C6C-860B-4961-8907-604115D89DF6}" dt="2024-06-27T02:11:00.452" v="13538" actId="478"/>
          <ac:spMkLst>
            <pc:docMk/>
            <pc:sldMk cId="1256059550" sldId="2147480831"/>
            <ac:spMk id="91" creationId="{B641EB66-FD40-B7FA-555D-CE5A2E5888F8}"/>
          </ac:spMkLst>
        </pc:spChg>
        <pc:spChg chg="del mod">
          <ac:chgData name="Takeuchi, Koichiro" userId="b3848a05-443b-4434-8fa5-7398ca0c03c9" providerId="ADAL" clId="{0BCE8C6C-860B-4961-8907-604115D89DF6}" dt="2024-06-27T02:25:02.960" v="13844" actId="478"/>
          <ac:spMkLst>
            <pc:docMk/>
            <pc:sldMk cId="1256059550" sldId="2147480831"/>
            <ac:spMk id="93" creationId="{843ABC1A-0220-4932-F189-F3F61349240A}"/>
          </ac:spMkLst>
        </pc:spChg>
        <pc:spChg chg="del">
          <ac:chgData name="Takeuchi, Koichiro" userId="b3848a05-443b-4434-8fa5-7398ca0c03c9" providerId="ADAL" clId="{0BCE8C6C-860B-4961-8907-604115D89DF6}" dt="2024-06-27T02:06:22.110" v="13027" actId="478"/>
          <ac:spMkLst>
            <pc:docMk/>
            <pc:sldMk cId="1256059550" sldId="2147480831"/>
            <ac:spMk id="114" creationId="{72EF32CD-6595-FDF7-1CEA-382933E01A4E}"/>
          </ac:spMkLst>
        </pc:spChg>
        <pc:spChg chg="del">
          <ac:chgData name="Takeuchi, Koichiro" userId="b3848a05-443b-4434-8fa5-7398ca0c03c9" providerId="ADAL" clId="{0BCE8C6C-860B-4961-8907-604115D89DF6}" dt="2024-06-27T02:06:22.110" v="13027" actId="478"/>
          <ac:spMkLst>
            <pc:docMk/>
            <pc:sldMk cId="1256059550" sldId="2147480831"/>
            <ac:spMk id="115" creationId="{0F845545-C7D4-3EEA-F7B6-55DF32AF12FF}"/>
          </ac:spMkLst>
        </pc:spChg>
        <pc:spChg chg="del">
          <ac:chgData name="Takeuchi, Koichiro" userId="b3848a05-443b-4434-8fa5-7398ca0c03c9" providerId="ADAL" clId="{0BCE8C6C-860B-4961-8907-604115D89DF6}" dt="2024-06-27T02:06:22.110" v="13027" actId="478"/>
          <ac:spMkLst>
            <pc:docMk/>
            <pc:sldMk cId="1256059550" sldId="2147480831"/>
            <ac:spMk id="116" creationId="{9339E03E-D830-5605-6A15-BBFAD6A212C3}"/>
          </ac:spMkLst>
        </pc:spChg>
        <pc:spChg chg="del">
          <ac:chgData name="Takeuchi, Koichiro" userId="b3848a05-443b-4434-8fa5-7398ca0c03c9" providerId="ADAL" clId="{0BCE8C6C-860B-4961-8907-604115D89DF6}" dt="2024-06-27T02:06:22.110" v="13027" actId="478"/>
          <ac:spMkLst>
            <pc:docMk/>
            <pc:sldMk cId="1256059550" sldId="2147480831"/>
            <ac:spMk id="117" creationId="{9FDDBF6A-FDB0-F596-5A5C-EBF9F9784212}"/>
          </ac:spMkLst>
        </pc:spChg>
        <pc:spChg chg="del">
          <ac:chgData name="Takeuchi, Koichiro" userId="b3848a05-443b-4434-8fa5-7398ca0c03c9" providerId="ADAL" clId="{0BCE8C6C-860B-4961-8907-604115D89DF6}" dt="2024-06-27T02:06:22.110" v="13027" actId="478"/>
          <ac:spMkLst>
            <pc:docMk/>
            <pc:sldMk cId="1256059550" sldId="2147480831"/>
            <ac:spMk id="118" creationId="{7C30C3DB-78A1-C2ED-5444-CEA78A3B81D9}"/>
          </ac:spMkLst>
        </pc:spChg>
        <pc:spChg chg="del">
          <ac:chgData name="Takeuchi, Koichiro" userId="b3848a05-443b-4434-8fa5-7398ca0c03c9" providerId="ADAL" clId="{0BCE8C6C-860B-4961-8907-604115D89DF6}" dt="2024-06-27T02:06:22.110" v="13027" actId="478"/>
          <ac:spMkLst>
            <pc:docMk/>
            <pc:sldMk cId="1256059550" sldId="2147480831"/>
            <ac:spMk id="119" creationId="{0057D7BE-A736-5A50-F9ED-8F8DCE90C2FF}"/>
          </ac:spMkLst>
        </pc:spChg>
        <pc:spChg chg="del">
          <ac:chgData name="Takeuchi, Koichiro" userId="b3848a05-443b-4434-8fa5-7398ca0c03c9" providerId="ADAL" clId="{0BCE8C6C-860B-4961-8907-604115D89DF6}" dt="2024-06-27T02:06:22.110" v="13027" actId="478"/>
          <ac:spMkLst>
            <pc:docMk/>
            <pc:sldMk cId="1256059550" sldId="2147480831"/>
            <ac:spMk id="120" creationId="{66307FF8-5EFF-2225-2ECB-9C2BF700ACE3}"/>
          </ac:spMkLst>
        </pc:spChg>
        <pc:spChg chg="del">
          <ac:chgData name="Takeuchi, Koichiro" userId="b3848a05-443b-4434-8fa5-7398ca0c03c9" providerId="ADAL" clId="{0BCE8C6C-860B-4961-8907-604115D89DF6}" dt="2024-06-27T02:06:22.110" v="13027" actId="478"/>
          <ac:spMkLst>
            <pc:docMk/>
            <pc:sldMk cId="1256059550" sldId="2147480831"/>
            <ac:spMk id="122" creationId="{B0973A96-D7D1-A5F4-42C8-13E82ACC7F09}"/>
          </ac:spMkLst>
        </pc:spChg>
        <pc:spChg chg="del">
          <ac:chgData name="Takeuchi, Koichiro" userId="b3848a05-443b-4434-8fa5-7398ca0c03c9" providerId="ADAL" clId="{0BCE8C6C-860B-4961-8907-604115D89DF6}" dt="2024-06-27T02:06:22.110" v="13027" actId="478"/>
          <ac:spMkLst>
            <pc:docMk/>
            <pc:sldMk cId="1256059550" sldId="2147480831"/>
            <ac:spMk id="123" creationId="{3EC2D7FB-B5A4-2C33-C57E-6CAA4BB16AB1}"/>
          </ac:spMkLst>
        </pc:spChg>
        <pc:spChg chg="del">
          <ac:chgData name="Takeuchi, Koichiro" userId="b3848a05-443b-4434-8fa5-7398ca0c03c9" providerId="ADAL" clId="{0BCE8C6C-860B-4961-8907-604115D89DF6}" dt="2024-06-27T02:06:22.110" v="13027" actId="478"/>
          <ac:spMkLst>
            <pc:docMk/>
            <pc:sldMk cId="1256059550" sldId="2147480831"/>
            <ac:spMk id="126" creationId="{9C34BE37-5712-0312-387E-039E4CE176BE}"/>
          </ac:spMkLst>
        </pc:spChg>
        <pc:spChg chg="del">
          <ac:chgData name="Takeuchi, Koichiro" userId="b3848a05-443b-4434-8fa5-7398ca0c03c9" providerId="ADAL" clId="{0BCE8C6C-860B-4961-8907-604115D89DF6}" dt="2024-06-27T02:06:22.110" v="13027" actId="478"/>
          <ac:spMkLst>
            <pc:docMk/>
            <pc:sldMk cId="1256059550" sldId="2147480831"/>
            <ac:spMk id="127" creationId="{E59BCDFA-CBB4-C493-4E7D-A88A700D50C3}"/>
          </ac:spMkLst>
        </pc:spChg>
        <pc:spChg chg="del">
          <ac:chgData name="Takeuchi, Koichiro" userId="b3848a05-443b-4434-8fa5-7398ca0c03c9" providerId="ADAL" clId="{0BCE8C6C-860B-4961-8907-604115D89DF6}" dt="2024-06-27T02:06:22.110" v="13027" actId="478"/>
          <ac:spMkLst>
            <pc:docMk/>
            <pc:sldMk cId="1256059550" sldId="2147480831"/>
            <ac:spMk id="131" creationId="{84A66E56-AB3B-0914-5507-82FFF45FA66D}"/>
          </ac:spMkLst>
        </pc:spChg>
        <pc:spChg chg="del">
          <ac:chgData name="Takeuchi, Koichiro" userId="b3848a05-443b-4434-8fa5-7398ca0c03c9" providerId="ADAL" clId="{0BCE8C6C-860B-4961-8907-604115D89DF6}" dt="2024-06-27T02:06:22.110" v="13027" actId="478"/>
          <ac:spMkLst>
            <pc:docMk/>
            <pc:sldMk cId="1256059550" sldId="2147480831"/>
            <ac:spMk id="132" creationId="{8BA693BC-1AB8-A885-C41B-05DA4E5D51BF}"/>
          </ac:spMkLst>
        </pc:spChg>
        <pc:spChg chg="del">
          <ac:chgData name="Takeuchi, Koichiro" userId="b3848a05-443b-4434-8fa5-7398ca0c03c9" providerId="ADAL" clId="{0BCE8C6C-860B-4961-8907-604115D89DF6}" dt="2024-06-27T02:06:22.110" v="13027" actId="478"/>
          <ac:spMkLst>
            <pc:docMk/>
            <pc:sldMk cId="1256059550" sldId="2147480831"/>
            <ac:spMk id="133" creationId="{B451CDAC-FA02-2CC4-8155-DBF9B7C72A3A}"/>
          </ac:spMkLst>
        </pc:spChg>
        <pc:spChg chg="del">
          <ac:chgData name="Takeuchi, Koichiro" userId="b3848a05-443b-4434-8fa5-7398ca0c03c9" providerId="ADAL" clId="{0BCE8C6C-860B-4961-8907-604115D89DF6}" dt="2024-06-27T02:06:22.110" v="13027" actId="478"/>
          <ac:spMkLst>
            <pc:docMk/>
            <pc:sldMk cId="1256059550" sldId="2147480831"/>
            <ac:spMk id="134" creationId="{F1EB9C89-9806-1BD0-4EEE-A84FCE106EDA}"/>
          </ac:spMkLst>
        </pc:spChg>
        <pc:spChg chg="del">
          <ac:chgData name="Takeuchi, Koichiro" userId="b3848a05-443b-4434-8fa5-7398ca0c03c9" providerId="ADAL" clId="{0BCE8C6C-860B-4961-8907-604115D89DF6}" dt="2024-06-27T02:06:22.110" v="13027" actId="478"/>
          <ac:spMkLst>
            <pc:docMk/>
            <pc:sldMk cId="1256059550" sldId="2147480831"/>
            <ac:spMk id="144" creationId="{16758918-22AD-6374-15BE-F1CD112A78BB}"/>
          </ac:spMkLst>
        </pc:spChg>
        <pc:spChg chg="del">
          <ac:chgData name="Takeuchi, Koichiro" userId="b3848a05-443b-4434-8fa5-7398ca0c03c9" providerId="ADAL" clId="{0BCE8C6C-860B-4961-8907-604115D89DF6}" dt="2024-06-27T02:06:22.110" v="13027" actId="478"/>
          <ac:spMkLst>
            <pc:docMk/>
            <pc:sldMk cId="1256059550" sldId="2147480831"/>
            <ac:spMk id="145" creationId="{320DCEC1-605D-7C8E-90C6-3083ADC680E2}"/>
          </ac:spMkLst>
        </pc:spChg>
        <pc:spChg chg="del">
          <ac:chgData name="Takeuchi, Koichiro" userId="b3848a05-443b-4434-8fa5-7398ca0c03c9" providerId="ADAL" clId="{0BCE8C6C-860B-4961-8907-604115D89DF6}" dt="2024-06-27T02:06:22.110" v="13027" actId="478"/>
          <ac:spMkLst>
            <pc:docMk/>
            <pc:sldMk cId="1256059550" sldId="2147480831"/>
            <ac:spMk id="146" creationId="{85526314-52DB-C8EB-6AE2-ED7FFE35C1D5}"/>
          </ac:spMkLst>
        </pc:spChg>
        <pc:spChg chg="del">
          <ac:chgData name="Takeuchi, Koichiro" userId="b3848a05-443b-4434-8fa5-7398ca0c03c9" providerId="ADAL" clId="{0BCE8C6C-860B-4961-8907-604115D89DF6}" dt="2024-06-27T02:06:22.110" v="13027" actId="478"/>
          <ac:spMkLst>
            <pc:docMk/>
            <pc:sldMk cId="1256059550" sldId="2147480831"/>
            <ac:spMk id="147" creationId="{60629366-40BE-9C15-189D-BFFAC37E8D2B}"/>
          </ac:spMkLst>
        </pc:spChg>
        <pc:spChg chg="del">
          <ac:chgData name="Takeuchi, Koichiro" userId="b3848a05-443b-4434-8fa5-7398ca0c03c9" providerId="ADAL" clId="{0BCE8C6C-860B-4961-8907-604115D89DF6}" dt="2024-06-27T02:06:22.110" v="13027" actId="478"/>
          <ac:spMkLst>
            <pc:docMk/>
            <pc:sldMk cId="1256059550" sldId="2147480831"/>
            <ac:spMk id="148" creationId="{457A1190-581B-F5F5-E403-4B850F56603C}"/>
          </ac:spMkLst>
        </pc:spChg>
        <pc:spChg chg="del">
          <ac:chgData name="Takeuchi, Koichiro" userId="b3848a05-443b-4434-8fa5-7398ca0c03c9" providerId="ADAL" clId="{0BCE8C6C-860B-4961-8907-604115D89DF6}" dt="2024-06-27T02:06:22.110" v="13027" actId="478"/>
          <ac:spMkLst>
            <pc:docMk/>
            <pc:sldMk cId="1256059550" sldId="2147480831"/>
            <ac:spMk id="149" creationId="{923C83C1-5517-D9F9-8384-DA257F2368A7}"/>
          </ac:spMkLst>
        </pc:spChg>
        <pc:spChg chg="del">
          <ac:chgData name="Takeuchi, Koichiro" userId="b3848a05-443b-4434-8fa5-7398ca0c03c9" providerId="ADAL" clId="{0BCE8C6C-860B-4961-8907-604115D89DF6}" dt="2024-06-27T02:06:22.110" v="13027" actId="478"/>
          <ac:spMkLst>
            <pc:docMk/>
            <pc:sldMk cId="1256059550" sldId="2147480831"/>
            <ac:spMk id="150" creationId="{FA598032-6B2F-CF69-69B3-63D8EDD92954}"/>
          </ac:spMkLst>
        </pc:spChg>
        <pc:spChg chg="del">
          <ac:chgData name="Takeuchi, Koichiro" userId="b3848a05-443b-4434-8fa5-7398ca0c03c9" providerId="ADAL" clId="{0BCE8C6C-860B-4961-8907-604115D89DF6}" dt="2024-06-27T02:06:22.110" v="13027" actId="478"/>
          <ac:spMkLst>
            <pc:docMk/>
            <pc:sldMk cId="1256059550" sldId="2147480831"/>
            <ac:spMk id="151" creationId="{0FF48350-7A24-5C0D-A5B4-0C5C12B75F9D}"/>
          </ac:spMkLst>
        </pc:spChg>
        <pc:spChg chg="del">
          <ac:chgData name="Takeuchi, Koichiro" userId="b3848a05-443b-4434-8fa5-7398ca0c03c9" providerId="ADAL" clId="{0BCE8C6C-860B-4961-8907-604115D89DF6}" dt="2024-06-27T02:06:22.110" v="13027" actId="478"/>
          <ac:spMkLst>
            <pc:docMk/>
            <pc:sldMk cId="1256059550" sldId="2147480831"/>
            <ac:spMk id="159" creationId="{086B1212-BA80-3FFE-7D6F-ECF5836E50D3}"/>
          </ac:spMkLst>
        </pc:spChg>
        <pc:spChg chg="del">
          <ac:chgData name="Takeuchi, Koichiro" userId="b3848a05-443b-4434-8fa5-7398ca0c03c9" providerId="ADAL" clId="{0BCE8C6C-860B-4961-8907-604115D89DF6}" dt="2024-06-27T02:06:22.110" v="13027" actId="478"/>
          <ac:spMkLst>
            <pc:docMk/>
            <pc:sldMk cId="1256059550" sldId="2147480831"/>
            <ac:spMk id="160" creationId="{4A663750-C3D9-E3DA-05C4-7D67055C8C13}"/>
          </ac:spMkLst>
        </pc:spChg>
        <pc:spChg chg="del">
          <ac:chgData name="Takeuchi, Koichiro" userId="b3848a05-443b-4434-8fa5-7398ca0c03c9" providerId="ADAL" clId="{0BCE8C6C-860B-4961-8907-604115D89DF6}" dt="2024-06-27T02:06:22.110" v="13027" actId="478"/>
          <ac:spMkLst>
            <pc:docMk/>
            <pc:sldMk cId="1256059550" sldId="2147480831"/>
            <ac:spMk id="161" creationId="{8340C25A-9915-5E35-D129-78EFA85D940B}"/>
          </ac:spMkLst>
        </pc:spChg>
        <pc:spChg chg="add del mod">
          <ac:chgData name="Takeuchi, Koichiro" userId="b3848a05-443b-4434-8fa5-7398ca0c03c9" providerId="ADAL" clId="{0BCE8C6C-860B-4961-8907-604115D89DF6}" dt="2024-06-27T03:11:48.310" v="15594" actId="478"/>
          <ac:spMkLst>
            <pc:docMk/>
            <pc:sldMk cId="1256059550" sldId="2147480831"/>
            <ac:spMk id="176" creationId="{79ED4353-BC20-485F-8B47-DD2C38DDC405}"/>
          </ac:spMkLst>
        </pc:spChg>
        <pc:spChg chg="add del mod">
          <ac:chgData name="Takeuchi, Koichiro" userId="b3848a05-443b-4434-8fa5-7398ca0c03c9" providerId="ADAL" clId="{0BCE8C6C-860B-4961-8907-604115D89DF6}" dt="2024-06-27T08:49:10.126" v="17784" actId="164"/>
          <ac:spMkLst>
            <pc:docMk/>
            <pc:sldMk cId="1256059550" sldId="2147480831"/>
            <ac:spMk id="178" creationId="{2B563CE4-997C-0671-1FC0-EF6FB12FF81E}"/>
          </ac:spMkLst>
        </pc:spChg>
        <pc:spChg chg="add del mod">
          <ac:chgData name="Takeuchi, Koichiro" userId="b3848a05-443b-4434-8fa5-7398ca0c03c9" providerId="ADAL" clId="{0BCE8C6C-860B-4961-8907-604115D89DF6}" dt="2024-06-27T08:49:10.126" v="17784" actId="164"/>
          <ac:spMkLst>
            <pc:docMk/>
            <pc:sldMk cId="1256059550" sldId="2147480831"/>
            <ac:spMk id="179" creationId="{662C7231-C89D-AD70-52F5-24E6573A6A5A}"/>
          </ac:spMkLst>
        </pc:spChg>
        <pc:spChg chg="add del mod">
          <ac:chgData name="Takeuchi, Koichiro" userId="b3848a05-443b-4434-8fa5-7398ca0c03c9" providerId="ADAL" clId="{0BCE8C6C-860B-4961-8907-604115D89DF6}" dt="2024-06-27T05:10:01.124" v="16472" actId="478"/>
          <ac:spMkLst>
            <pc:docMk/>
            <pc:sldMk cId="1256059550" sldId="2147480831"/>
            <ac:spMk id="180" creationId="{98BB8B65-4D22-0729-D62A-5718995857EC}"/>
          </ac:spMkLst>
        </pc:spChg>
        <pc:spChg chg="add del mod">
          <ac:chgData name="Takeuchi, Koichiro" userId="b3848a05-443b-4434-8fa5-7398ca0c03c9" providerId="ADAL" clId="{0BCE8C6C-860B-4961-8907-604115D89DF6}" dt="2024-06-27T08:49:10.126" v="17784" actId="164"/>
          <ac:spMkLst>
            <pc:docMk/>
            <pc:sldMk cId="1256059550" sldId="2147480831"/>
            <ac:spMk id="181" creationId="{7CC81AB1-594D-AFC0-78BD-DD4119777380}"/>
          </ac:spMkLst>
        </pc:spChg>
        <pc:spChg chg="add del mod">
          <ac:chgData name="Takeuchi, Koichiro" userId="b3848a05-443b-4434-8fa5-7398ca0c03c9" providerId="ADAL" clId="{0BCE8C6C-860B-4961-8907-604115D89DF6}" dt="2024-06-27T08:49:10.126" v="17784" actId="164"/>
          <ac:spMkLst>
            <pc:docMk/>
            <pc:sldMk cId="1256059550" sldId="2147480831"/>
            <ac:spMk id="182" creationId="{7196C57E-D78B-E515-F1E1-EC3D446F3914}"/>
          </ac:spMkLst>
        </pc:spChg>
        <pc:spChg chg="add del mod">
          <ac:chgData name="Takeuchi, Koichiro" userId="b3848a05-443b-4434-8fa5-7398ca0c03c9" providerId="ADAL" clId="{0BCE8C6C-860B-4961-8907-604115D89DF6}" dt="2024-06-27T08:49:10.126" v="17784" actId="164"/>
          <ac:spMkLst>
            <pc:docMk/>
            <pc:sldMk cId="1256059550" sldId="2147480831"/>
            <ac:spMk id="183" creationId="{1A18D167-BC4A-F171-4B12-2CE48CBFEEBD}"/>
          </ac:spMkLst>
        </pc:spChg>
        <pc:spChg chg="add del mod">
          <ac:chgData name="Takeuchi, Koichiro" userId="b3848a05-443b-4434-8fa5-7398ca0c03c9" providerId="ADAL" clId="{0BCE8C6C-860B-4961-8907-604115D89DF6}" dt="2024-06-27T08:49:10.126" v="17784" actId="164"/>
          <ac:spMkLst>
            <pc:docMk/>
            <pc:sldMk cId="1256059550" sldId="2147480831"/>
            <ac:spMk id="184" creationId="{07B6781A-0002-6C91-118A-9595F68C98A9}"/>
          </ac:spMkLst>
        </pc:spChg>
        <pc:spChg chg="add del mod">
          <ac:chgData name="Takeuchi, Koichiro" userId="b3848a05-443b-4434-8fa5-7398ca0c03c9" providerId="ADAL" clId="{0BCE8C6C-860B-4961-8907-604115D89DF6}" dt="2024-06-27T08:49:10.126" v="17784" actId="164"/>
          <ac:spMkLst>
            <pc:docMk/>
            <pc:sldMk cId="1256059550" sldId="2147480831"/>
            <ac:spMk id="185" creationId="{3090B859-B839-0E03-1FF5-529BE25B523D}"/>
          </ac:spMkLst>
        </pc:spChg>
        <pc:spChg chg="add del mod">
          <ac:chgData name="Takeuchi, Koichiro" userId="b3848a05-443b-4434-8fa5-7398ca0c03c9" providerId="ADAL" clId="{0BCE8C6C-860B-4961-8907-604115D89DF6}" dt="2024-06-27T08:49:10.126" v="17784" actId="164"/>
          <ac:spMkLst>
            <pc:docMk/>
            <pc:sldMk cId="1256059550" sldId="2147480831"/>
            <ac:spMk id="186" creationId="{F57B6D85-F5F5-2003-1A35-08ABD8FDC9F0}"/>
          </ac:spMkLst>
        </pc:spChg>
        <pc:spChg chg="add del mod">
          <ac:chgData name="Takeuchi, Koichiro" userId="b3848a05-443b-4434-8fa5-7398ca0c03c9" providerId="ADAL" clId="{0BCE8C6C-860B-4961-8907-604115D89DF6}" dt="2024-06-27T08:49:10.126" v="17784" actId="164"/>
          <ac:spMkLst>
            <pc:docMk/>
            <pc:sldMk cId="1256059550" sldId="2147480831"/>
            <ac:spMk id="187" creationId="{AA240F69-AE43-A9F6-02D9-3B3597305FD4}"/>
          </ac:spMkLst>
        </pc:spChg>
        <pc:spChg chg="add del mod">
          <ac:chgData name="Takeuchi, Koichiro" userId="b3848a05-443b-4434-8fa5-7398ca0c03c9" providerId="ADAL" clId="{0BCE8C6C-860B-4961-8907-604115D89DF6}" dt="2024-06-27T08:49:10.126" v="17784" actId="164"/>
          <ac:spMkLst>
            <pc:docMk/>
            <pc:sldMk cId="1256059550" sldId="2147480831"/>
            <ac:spMk id="188" creationId="{F4F321B6-A683-A81D-33EC-FA0B944FF201}"/>
          </ac:spMkLst>
        </pc:spChg>
        <pc:spChg chg="add del mod">
          <ac:chgData name="Takeuchi, Koichiro" userId="b3848a05-443b-4434-8fa5-7398ca0c03c9" providerId="ADAL" clId="{0BCE8C6C-860B-4961-8907-604115D89DF6}" dt="2024-06-27T08:58:51.855" v="18101" actId="20577"/>
          <ac:spMkLst>
            <pc:docMk/>
            <pc:sldMk cId="1256059550" sldId="2147480831"/>
            <ac:spMk id="189" creationId="{E8F97E9A-8132-2D11-6001-9A3F3AECEF9F}"/>
          </ac:spMkLst>
        </pc:spChg>
        <pc:spChg chg="mod">
          <ac:chgData name="Takeuchi, Koichiro" userId="b3848a05-443b-4434-8fa5-7398ca0c03c9" providerId="ADAL" clId="{0BCE8C6C-860B-4961-8907-604115D89DF6}" dt="2024-06-27T02:25:03.390" v="13845"/>
          <ac:spMkLst>
            <pc:docMk/>
            <pc:sldMk cId="1256059550" sldId="2147480831"/>
            <ac:spMk id="192" creationId="{69B984D1-98D0-FA50-FA6F-6345FA35D08B}"/>
          </ac:spMkLst>
        </pc:spChg>
        <pc:spChg chg="add del mod">
          <ac:chgData name="Takeuchi, Koichiro" userId="b3848a05-443b-4434-8fa5-7398ca0c03c9" providerId="ADAL" clId="{0BCE8C6C-860B-4961-8907-604115D89DF6}" dt="2024-06-27T03:11:48.310" v="15594" actId="478"/>
          <ac:spMkLst>
            <pc:docMk/>
            <pc:sldMk cId="1256059550" sldId="2147480831"/>
            <ac:spMk id="193" creationId="{CAC4F40F-2A2B-073A-D470-ED0C81E24213}"/>
          </ac:spMkLst>
        </pc:spChg>
        <pc:spChg chg="add del mod">
          <ac:chgData name="Takeuchi, Koichiro" userId="b3848a05-443b-4434-8fa5-7398ca0c03c9" providerId="ADAL" clId="{0BCE8C6C-860B-4961-8907-604115D89DF6}" dt="2024-06-27T03:11:48.310" v="15594" actId="478"/>
          <ac:spMkLst>
            <pc:docMk/>
            <pc:sldMk cId="1256059550" sldId="2147480831"/>
            <ac:spMk id="194" creationId="{9073B941-AE8F-F6BA-DE7B-483447A62F86}"/>
          </ac:spMkLst>
        </pc:spChg>
        <pc:spChg chg="add del mod">
          <ac:chgData name="Takeuchi, Koichiro" userId="b3848a05-443b-4434-8fa5-7398ca0c03c9" providerId="ADAL" clId="{0BCE8C6C-860B-4961-8907-604115D89DF6}" dt="2024-06-27T03:11:48.310" v="15594" actId="478"/>
          <ac:spMkLst>
            <pc:docMk/>
            <pc:sldMk cId="1256059550" sldId="2147480831"/>
            <ac:spMk id="195" creationId="{DCE1E1A7-2039-6A99-8F54-6982E1622B12}"/>
          </ac:spMkLst>
        </pc:spChg>
        <pc:spChg chg="add del mod">
          <ac:chgData name="Takeuchi, Koichiro" userId="b3848a05-443b-4434-8fa5-7398ca0c03c9" providerId="ADAL" clId="{0BCE8C6C-860B-4961-8907-604115D89DF6}" dt="2024-06-27T03:11:48.310" v="15594" actId="478"/>
          <ac:spMkLst>
            <pc:docMk/>
            <pc:sldMk cId="1256059550" sldId="2147480831"/>
            <ac:spMk id="196" creationId="{098808CA-259A-144E-20D2-36853697CB7A}"/>
          </ac:spMkLst>
        </pc:spChg>
        <pc:spChg chg="add del mod">
          <ac:chgData name="Takeuchi, Koichiro" userId="b3848a05-443b-4434-8fa5-7398ca0c03c9" providerId="ADAL" clId="{0BCE8C6C-860B-4961-8907-604115D89DF6}" dt="2024-06-27T03:11:48.310" v="15594" actId="478"/>
          <ac:spMkLst>
            <pc:docMk/>
            <pc:sldMk cId="1256059550" sldId="2147480831"/>
            <ac:spMk id="197" creationId="{B7AFC415-C1D9-02B8-D2E5-98B81847F8CF}"/>
          </ac:spMkLst>
        </pc:spChg>
        <pc:spChg chg="add del mod">
          <ac:chgData name="Takeuchi, Koichiro" userId="b3848a05-443b-4434-8fa5-7398ca0c03c9" providerId="ADAL" clId="{0BCE8C6C-860B-4961-8907-604115D89DF6}" dt="2024-06-27T03:11:48.310" v="15594" actId="478"/>
          <ac:spMkLst>
            <pc:docMk/>
            <pc:sldMk cId="1256059550" sldId="2147480831"/>
            <ac:spMk id="198" creationId="{FA8076B2-6B2C-EAAE-BF1D-2F65C9B42065}"/>
          </ac:spMkLst>
        </pc:spChg>
        <pc:spChg chg="add del mod">
          <ac:chgData name="Takeuchi, Koichiro" userId="b3848a05-443b-4434-8fa5-7398ca0c03c9" providerId="ADAL" clId="{0BCE8C6C-860B-4961-8907-604115D89DF6}" dt="2024-06-27T03:11:48.310" v="15594" actId="478"/>
          <ac:spMkLst>
            <pc:docMk/>
            <pc:sldMk cId="1256059550" sldId="2147480831"/>
            <ac:spMk id="199" creationId="{6B9639F6-6648-BA25-DF3F-DD6C49D8313C}"/>
          </ac:spMkLst>
        </pc:spChg>
        <pc:spChg chg="add del mod">
          <ac:chgData name="Takeuchi, Koichiro" userId="b3848a05-443b-4434-8fa5-7398ca0c03c9" providerId="ADAL" clId="{0BCE8C6C-860B-4961-8907-604115D89DF6}" dt="2024-06-27T03:11:48.310" v="15594" actId="478"/>
          <ac:spMkLst>
            <pc:docMk/>
            <pc:sldMk cId="1256059550" sldId="2147480831"/>
            <ac:spMk id="200" creationId="{7D6FDAF8-E4D2-729D-3093-10DC4ADCDB3F}"/>
          </ac:spMkLst>
        </pc:spChg>
        <pc:spChg chg="add del mod">
          <ac:chgData name="Takeuchi, Koichiro" userId="b3848a05-443b-4434-8fa5-7398ca0c03c9" providerId="ADAL" clId="{0BCE8C6C-860B-4961-8907-604115D89DF6}" dt="2024-06-27T03:11:48.310" v="15594" actId="478"/>
          <ac:spMkLst>
            <pc:docMk/>
            <pc:sldMk cId="1256059550" sldId="2147480831"/>
            <ac:spMk id="201" creationId="{3ED6E915-C1AA-8836-7B33-A365183D05D4}"/>
          </ac:spMkLst>
        </pc:spChg>
        <pc:spChg chg="add del mod">
          <ac:chgData name="Takeuchi, Koichiro" userId="b3848a05-443b-4434-8fa5-7398ca0c03c9" providerId="ADAL" clId="{0BCE8C6C-860B-4961-8907-604115D89DF6}" dt="2024-06-27T03:11:48.310" v="15594" actId="478"/>
          <ac:spMkLst>
            <pc:docMk/>
            <pc:sldMk cId="1256059550" sldId="2147480831"/>
            <ac:spMk id="202" creationId="{7AFECDB1-791C-771B-71CB-9263111215D0}"/>
          </ac:spMkLst>
        </pc:spChg>
        <pc:spChg chg="add del mod">
          <ac:chgData name="Takeuchi, Koichiro" userId="b3848a05-443b-4434-8fa5-7398ca0c03c9" providerId="ADAL" clId="{0BCE8C6C-860B-4961-8907-604115D89DF6}" dt="2024-06-27T03:11:48.310" v="15594" actId="478"/>
          <ac:spMkLst>
            <pc:docMk/>
            <pc:sldMk cId="1256059550" sldId="2147480831"/>
            <ac:spMk id="203" creationId="{8654EA83-BC20-8FDF-3D79-1ED2B100E350}"/>
          </ac:spMkLst>
        </pc:spChg>
        <pc:spChg chg="mod">
          <ac:chgData name="Takeuchi, Koichiro" userId="b3848a05-443b-4434-8fa5-7398ca0c03c9" providerId="ADAL" clId="{0BCE8C6C-860B-4961-8907-604115D89DF6}" dt="2024-06-27T02:25:03.390" v="13845"/>
          <ac:spMkLst>
            <pc:docMk/>
            <pc:sldMk cId="1256059550" sldId="2147480831"/>
            <ac:spMk id="206" creationId="{64C92905-F58C-00DB-DDA4-862B4C6996E1}"/>
          </ac:spMkLst>
        </pc:spChg>
        <pc:spChg chg="add del mod">
          <ac:chgData name="Takeuchi, Koichiro" userId="b3848a05-443b-4434-8fa5-7398ca0c03c9" providerId="ADAL" clId="{0BCE8C6C-860B-4961-8907-604115D89DF6}" dt="2024-06-27T05:10:01.124" v="16472" actId="478"/>
          <ac:spMkLst>
            <pc:docMk/>
            <pc:sldMk cId="1256059550" sldId="2147480831"/>
            <ac:spMk id="207" creationId="{7D95CBE3-F81E-3DA3-9AF4-E2962B6D52FD}"/>
          </ac:spMkLst>
        </pc:spChg>
        <pc:spChg chg="add del mod">
          <ac:chgData name="Takeuchi, Koichiro" userId="b3848a05-443b-4434-8fa5-7398ca0c03c9" providerId="ADAL" clId="{0BCE8C6C-860B-4961-8907-604115D89DF6}" dt="2024-06-27T08:52:36.338" v="17898" actId="1037"/>
          <ac:spMkLst>
            <pc:docMk/>
            <pc:sldMk cId="1256059550" sldId="2147480831"/>
            <ac:spMk id="208" creationId="{531F8940-1EFE-DA00-53F1-5015FAE21735}"/>
          </ac:spMkLst>
        </pc:spChg>
        <pc:spChg chg="add del mod">
          <ac:chgData name="Takeuchi, Koichiro" userId="b3848a05-443b-4434-8fa5-7398ca0c03c9" providerId="ADAL" clId="{0BCE8C6C-860B-4961-8907-604115D89DF6}" dt="2024-06-27T08:52:36.338" v="17898" actId="1037"/>
          <ac:spMkLst>
            <pc:docMk/>
            <pc:sldMk cId="1256059550" sldId="2147480831"/>
            <ac:spMk id="209" creationId="{30B282B6-9750-FA8B-6C51-A5917F777134}"/>
          </ac:spMkLst>
        </pc:spChg>
        <pc:spChg chg="add del mod">
          <ac:chgData name="Takeuchi, Koichiro" userId="b3848a05-443b-4434-8fa5-7398ca0c03c9" providerId="ADAL" clId="{0BCE8C6C-860B-4961-8907-604115D89DF6}" dt="2024-06-27T08:52:36.338" v="17898" actId="1037"/>
          <ac:spMkLst>
            <pc:docMk/>
            <pc:sldMk cId="1256059550" sldId="2147480831"/>
            <ac:spMk id="210" creationId="{35CE46D5-A796-E027-5CAC-CF70DF116A4B}"/>
          </ac:spMkLst>
        </pc:spChg>
        <pc:spChg chg="add del mod">
          <ac:chgData name="Takeuchi, Koichiro" userId="b3848a05-443b-4434-8fa5-7398ca0c03c9" providerId="ADAL" clId="{0BCE8C6C-860B-4961-8907-604115D89DF6}" dt="2024-06-27T08:52:36.338" v="17898" actId="1037"/>
          <ac:spMkLst>
            <pc:docMk/>
            <pc:sldMk cId="1256059550" sldId="2147480831"/>
            <ac:spMk id="211" creationId="{AFF9BE76-BCFA-CBD5-8E5B-971A0279D4FD}"/>
          </ac:spMkLst>
        </pc:spChg>
        <pc:spChg chg="add del mod">
          <ac:chgData name="Takeuchi, Koichiro" userId="b3848a05-443b-4434-8fa5-7398ca0c03c9" providerId="ADAL" clId="{0BCE8C6C-860B-4961-8907-604115D89DF6}" dt="2024-06-27T08:52:36.338" v="17898" actId="1037"/>
          <ac:spMkLst>
            <pc:docMk/>
            <pc:sldMk cId="1256059550" sldId="2147480831"/>
            <ac:spMk id="212" creationId="{14A9D9A1-4AEE-599B-32A1-C126CF147B38}"/>
          </ac:spMkLst>
        </pc:spChg>
        <pc:spChg chg="add del mod">
          <ac:chgData name="Takeuchi, Koichiro" userId="b3848a05-443b-4434-8fa5-7398ca0c03c9" providerId="ADAL" clId="{0BCE8C6C-860B-4961-8907-604115D89DF6}" dt="2024-06-27T08:52:36.338" v="17898" actId="1037"/>
          <ac:spMkLst>
            <pc:docMk/>
            <pc:sldMk cId="1256059550" sldId="2147480831"/>
            <ac:spMk id="213" creationId="{4E7C820E-2345-BB83-143F-E8B2E618B28D}"/>
          </ac:spMkLst>
        </pc:spChg>
        <pc:spChg chg="add del mod">
          <ac:chgData name="Takeuchi, Koichiro" userId="b3848a05-443b-4434-8fa5-7398ca0c03c9" providerId="ADAL" clId="{0BCE8C6C-860B-4961-8907-604115D89DF6}" dt="2024-06-27T08:52:36.338" v="17898" actId="1037"/>
          <ac:spMkLst>
            <pc:docMk/>
            <pc:sldMk cId="1256059550" sldId="2147480831"/>
            <ac:spMk id="214" creationId="{8912081A-38C7-6169-5113-49BD0264F6FF}"/>
          </ac:spMkLst>
        </pc:spChg>
        <pc:spChg chg="add del mod">
          <ac:chgData name="Takeuchi, Koichiro" userId="b3848a05-443b-4434-8fa5-7398ca0c03c9" providerId="ADAL" clId="{0BCE8C6C-860B-4961-8907-604115D89DF6}" dt="2024-06-27T08:52:36.338" v="17898" actId="1037"/>
          <ac:spMkLst>
            <pc:docMk/>
            <pc:sldMk cId="1256059550" sldId="2147480831"/>
            <ac:spMk id="215" creationId="{43FD22A2-8270-CE73-7B7D-6930666C3742}"/>
          </ac:spMkLst>
        </pc:spChg>
        <pc:spChg chg="add del mod">
          <ac:chgData name="Takeuchi, Koichiro" userId="b3848a05-443b-4434-8fa5-7398ca0c03c9" providerId="ADAL" clId="{0BCE8C6C-860B-4961-8907-604115D89DF6}" dt="2024-06-27T08:52:36.338" v="17898" actId="1037"/>
          <ac:spMkLst>
            <pc:docMk/>
            <pc:sldMk cId="1256059550" sldId="2147480831"/>
            <ac:spMk id="216" creationId="{D1D443BD-5FF5-0466-8254-D380AA63B39F}"/>
          </ac:spMkLst>
        </pc:spChg>
        <pc:spChg chg="add del mod">
          <ac:chgData name="Takeuchi, Koichiro" userId="b3848a05-443b-4434-8fa5-7398ca0c03c9" providerId="ADAL" clId="{0BCE8C6C-860B-4961-8907-604115D89DF6}" dt="2024-06-27T08:52:36.338" v="17898" actId="1037"/>
          <ac:spMkLst>
            <pc:docMk/>
            <pc:sldMk cId="1256059550" sldId="2147480831"/>
            <ac:spMk id="217" creationId="{040B7B0C-2E0B-336E-FC0D-9741329C79D8}"/>
          </ac:spMkLst>
        </pc:spChg>
        <pc:spChg chg="add del mod">
          <ac:chgData name="Takeuchi, Koichiro" userId="b3848a05-443b-4434-8fa5-7398ca0c03c9" providerId="ADAL" clId="{0BCE8C6C-860B-4961-8907-604115D89DF6}" dt="2024-06-27T08:52:36.338" v="17898" actId="1037"/>
          <ac:spMkLst>
            <pc:docMk/>
            <pc:sldMk cId="1256059550" sldId="2147480831"/>
            <ac:spMk id="218" creationId="{C5672CB1-C2C8-588F-CB81-5A4F126EB313}"/>
          </ac:spMkLst>
        </pc:spChg>
        <pc:spChg chg="mod">
          <ac:chgData name="Takeuchi, Koichiro" userId="b3848a05-443b-4434-8fa5-7398ca0c03c9" providerId="ADAL" clId="{0BCE8C6C-860B-4961-8907-604115D89DF6}" dt="2024-06-27T02:25:03.390" v="13845"/>
          <ac:spMkLst>
            <pc:docMk/>
            <pc:sldMk cId="1256059550" sldId="2147480831"/>
            <ac:spMk id="221" creationId="{BF3911DA-2E6B-4C95-8308-A44039CF2C76}"/>
          </ac:spMkLst>
        </pc:spChg>
        <pc:spChg chg="add del mod">
          <ac:chgData name="Takeuchi, Koichiro" userId="b3848a05-443b-4434-8fa5-7398ca0c03c9" providerId="ADAL" clId="{0BCE8C6C-860B-4961-8907-604115D89DF6}" dt="2024-06-27T08:49:10.126" v="17784" actId="164"/>
          <ac:spMkLst>
            <pc:docMk/>
            <pc:sldMk cId="1256059550" sldId="2147480831"/>
            <ac:spMk id="222" creationId="{35CDF988-BC75-346A-892B-F1012C18B7ED}"/>
          </ac:spMkLst>
        </pc:spChg>
        <pc:spChg chg="add del mod">
          <ac:chgData name="Takeuchi, Koichiro" userId="b3848a05-443b-4434-8fa5-7398ca0c03c9" providerId="ADAL" clId="{0BCE8C6C-860B-4961-8907-604115D89DF6}" dt="2024-06-27T03:11:48.310" v="15594" actId="478"/>
          <ac:spMkLst>
            <pc:docMk/>
            <pc:sldMk cId="1256059550" sldId="2147480831"/>
            <ac:spMk id="223" creationId="{6E316A37-BC93-7B61-CDE8-76EA58C8322F}"/>
          </ac:spMkLst>
        </pc:spChg>
        <pc:spChg chg="add del mod">
          <ac:chgData name="Takeuchi, Koichiro" userId="b3848a05-443b-4434-8fa5-7398ca0c03c9" providerId="ADAL" clId="{0BCE8C6C-860B-4961-8907-604115D89DF6}" dt="2024-06-27T08:52:36.338" v="17898" actId="1037"/>
          <ac:spMkLst>
            <pc:docMk/>
            <pc:sldMk cId="1256059550" sldId="2147480831"/>
            <ac:spMk id="224" creationId="{85BC9C2E-C34B-E93D-65E3-92129BE29BF3}"/>
          </ac:spMkLst>
        </pc:spChg>
        <pc:spChg chg="add del mod">
          <ac:chgData name="Takeuchi, Koichiro" userId="b3848a05-443b-4434-8fa5-7398ca0c03c9" providerId="ADAL" clId="{0BCE8C6C-860B-4961-8907-604115D89DF6}" dt="2024-06-27T08:49:10.126" v="17784" actId="164"/>
          <ac:spMkLst>
            <pc:docMk/>
            <pc:sldMk cId="1256059550" sldId="2147480831"/>
            <ac:spMk id="225" creationId="{513D32F9-642B-3EFA-3570-EFC5C5499E57}"/>
          </ac:spMkLst>
        </pc:spChg>
        <pc:spChg chg="add del mod">
          <ac:chgData name="Takeuchi, Koichiro" userId="b3848a05-443b-4434-8fa5-7398ca0c03c9" providerId="ADAL" clId="{0BCE8C6C-860B-4961-8907-604115D89DF6}" dt="2024-06-27T03:11:48.310" v="15594" actId="478"/>
          <ac:spMkLst>
            <pc:docMk/>
            <pc:sldMk cId="1256059550" sldId="2147480831"/>
            <ac:spMk id="226" creationId="{1C041218-3C1A-4DBD-D465-670F31FEC15E}"/>
          </ac:spMkLst>
        </pc:spChg>
        <pc:spChg chg="add del mod">
          <ac:chgData name="Takeuchi, Koichiro" userId="b3848a05-443b-4434-8fa5-7398ca0c03c9" providerId="ADAL" clId="{0BCE8C6C-860B-4961-8907-604115D89DF6}" dt="2024-06-27T08:52:36.338" v="17898" actId="1037"/>
          <ac:spMkLst>
            <pc:docMk/>
            <pc:sldMk cId="1256059550" sldId="2147480831"/>
            <ac:spMk id="227" creationId="{3791F0AB-B144-EA72-B581-3B967285A068}"/>
          </ac:spMkLst>
        </pc:spChg>
        <pc:spChg chg="add del mod">
          <ac:chgData name="Takeuchi, Koichiro" userId="b3848a05-443b-4434-8fa5-7398ca0c03c9" providerId="ADAL" clId="{0BCE8C6C-860B-4961-8907-604115D89DF6}" dt="2024-06-27T05:15:51.184" v="16883" actId="478"/>
          <ac:spMkLst>
            <pc:docMk/>
            <pc:sldMk cId="1256059550" sldId="2147480831"/>
            <ac:spMk id="228" creationId="{D145CA5D-315C-8093-3932-05A5DF78AEDB}"/>
          </ac:spMkLst>
        </pc:spChg>
        <pc:spChg chg="add del mod">
          <ac:chgData name="Takeuchi, Koichiro" userId="b3848a05-443b-4434-8fa5-7398ca0c03c9" providerId="ADAL" clId="{0BCE8C6C-860B-4961-8907-604115D89DF6}" dt="2024-06-27T05:15:51.184" v="16883" actId="478"/>
          <ac:spMkLst>
            <pc:docMk/>
            <pc:sldMk cId="1256059550" sldId="2147480831"/>
            <ac:spMk id="229" creationId="{C595865B-12D8-5590-750D-555C2C1AA6C8}"/>
          </ac:spMkLst>
        </pc:spChg>
        <pc:spChg chg="add del mod">
          <ac:chgData name="Takeuchi, Koichiro" userId="b3848a05-443b-4434-8fa5-7398ca0c03c9" providerId="ADAL" clId="{0BCE8C6C-860B-4961-8907-604115D89DF6}" dt="2024-06-27T05:15:51.184" v="16883" actId="478"/>
          <ac:spMkLst>
            <pc:docMk/>
            <pc:sldMk cId="1256059550" sldId="2147480831"/>
            <ac:spMk id="230" creationId="{602760BC-0B36-4E2A-BDC1-01FDA1F6226A}"/>
          </ac:spMkLst>
        </pc:spChg>
        <pc:spChg chg="add del mod">
          <ac:chgData name="Takeuchi, Koichiro" userId="b3848a05-443b-4434-8fa5-7398ca0c03c9" providerId="ADAL" clId="{0BCE8C6C-860B-4961-8907-604115D89DF6}" dt="2024-06-27T05:15:51.184" v="16883" actId="478"/>
          <ac:spMkLst>
            <pc:docMk/>
            <pc:sldMk cId="1256059550" sldId="2147480831"/>
            <ac:spMk id="231" creationId="{1CAD19C7-DDBE-7096-F5EF-7318A6BF424D}"/>
          </ac:spMkLst>
        </pc:spChg>
        <pc:spChg chg="add del mod">
          <ac:chgData name="Takeuchi, Koichiro" userId="b3848a05-443b-4434-8fa5-7398ca0c03c9" providerId="ADAL" clId="{0BCE8C6C-860B-4961-8907-604115D89DF6}" dt="2024-06-27T05:15:51.184" v="16883" actId="478"/>
          <ac:spMkLst>
            <pc:docMk/>
            <pc:sldMk cId="1256059550" sldId="2147480831"/>
            <ac:spMk id="232" creationId="{5E443E82-5937-AA55-AF5B-A98307FE8801}"/>
          </ac:spMkLst>
        </pc:spChg>
        <pc:spChg chg="add del mod">
          <ac:chgData name="Takeuchi, Koichiro" userId="b3848a05-443b-4434-8fa5-7398ca0c03c9" providerId="ADAL" clId="{0BCE8C6C-860B-4961-8907-604115D89DF6}" dt="2024-06-27T05:15:51.184" v="16883" actId="478"/>
          <ac:spMkLst>
            <pc:docMk/>
            <pc:sldMk cId="1256059550" sldId="2147480831"/>
            <ac:spMk id="233" creationId="{68806A89-7F13-A8C9-138A-60EBC8463378}"/>
          </ac:spMkLst>
        </pc:spChg>
        <pc:spChg chg="add del mod">
          <ac:chgData name="Takeuchi, Koichiro" userId="b3848a05-443b-4434-8fa5-7398ca0c03c9" providerId="ADAL" clId="{0BCE8C6C-860B-4961-8907-604115D89DF6}" dt="2024-06-27T05:10:01.124" v="16472" actId="478"/>
          <ac:spMkLst>
            <pc:docMk/>
            <pc:sldMk cId="1256059550" sldId="2147480831"/>
            <ac:spMk id="234" creationId="{D7458064-EF37-8F1A-E665-1CC6B6A29BFD}"/>
          </ac:spMkLst>
        </pc:spChg>
        <pc:spChg chg="add del mod">
          <ac:chgData name="Takeuchi, Koichiro" userId="b3848a05-443b-4434-8fa5-7398ca0c03c9" providerId="ADAL" clId="{0BCE8C6C-860B-4961-8907-604115D89DF6}" dt="2024-06-27T05:10:04.234" v="16473" actId="478"/>
          <ac:spMkLst>
            <pc:docMk/>
            <pc:sldMk cId="1256059550" sldId="2147480831"/>
            <ac:spMk id="235" creationId="{7F53FFBB-295D-F640-7A46-07D192D92FD3}"/>
          </ac:spMkLst>
        </pc:spChg>
        <pc:spChg chg="add del mod">
          <ac:chgData name="Takeuchi, Koichiro" userId="b3848a05-443b-4434-8fa5-7398ca0c03c9" providerId="ADAL" clId="{0BCE8C6C-860B-4961-8907-604115D89DF6}" dt="2024-06-27T03:19:23.232" v="16051" actId="478"/>
          <ac:spMkLst>
            <pc:docMk/>
            <pc:sldMk cId="1256059550" sldId="2147480831"/>
            <ac:spMk id="236" creationId="{897BB624-636F-8806-9B3D-3AFC441F2124}"/>
          </ac:spMkLst>
        </pc:spChg>
        <pc:spChg chg="add del mod">
          <ac:chgData name="Takeuchi, Koichiro" userId="b3848a05-443b-4434-8fa5-7398ca0c03c9" providerId="ADAL" clId="{0BCE8C6C-860B-4961-8907-604115D89DF6}" dt="2024-06-27T05:10:21.930" v="16556" actId="478"/>
          <ac:spMkLst>
            <pc:docMk/>
            <pc:sldMk cId="1256059550" sldId="2147480831"/>
            <ac:spMk id="237" creationId="{0F0B8C15-4FF5-97E4-3306-61225592C76E}"/>
          </ac:spMkLst>
        </pc:spChg>
        <pc:spChg chg="add mod">
          <ac:chgData name="Takeuchi, Koichiro" userId="b3848a05-443b-4434-8fa5-7398ca0c03c9" providerId="ADAL" clId="{0BCE8C6C-860B-4961-8907-604115D89DF6}" dt="2024-06-27T03:19:54.330" v="16057"/>
          <ac:spMkLst>
            <pc:docMk/>
            <pc:sldMk cId="1256059550" sldId="2147480831"/>
            <ac:spMk id="238" creationId="{00FF6F69-8E33-3FA2-392E-3A4F5E714BE8}"/>
          </ac:spMkLst>
        </pc:spChg>
        <pc:spChg chg="add del mod">
          <ac:chgData name="Takeuchi, Koichiro" userId="b3848a05-443b-4434-8fa5-7398ca0c03c9" providerId="ADAL" clId="{0BCE8C6C-860B-4961-8907-604115D89DF6}" dt="2024-06-27T05:10:21.930" v="16556" actId="478"/>
          <ac:spMkLst>
            <pc:docMk/>
            <pc:sldMk cId="1256059550" sldId="2147480831"/>
            <ac:spMk id="239" creationId="{AD9064C2-E115-D148-472C-3427A8A416D7}"/>
          </ac:spMkLst>
        </pc:spChg>
        <pc:spChg chg="add del mod">
          <ac:chgData name="Takeuchi, Koichiro" userId="b3848a05-443b-4434-8fa5-7398ca0c03c9" providerId="ADAL" clId="{0BCE8C6C-860B-4961-8907-604115D89DF6}" dt="2024-06-27T05:02:15.831" v="16138" actId="478"/>
          <ac:spMkLst>
            <pc:docMk/>
            <pc:sldMk cId="1256059550" sldId="2147480831"/>
            <ac:spMk id="240" creationId="{F462492A-AD05-79AC-EB54-1E0B691FDE29}"/>
          </ac:spMkLst>
        </pc:spChg>
        <pc:spChg chg="add del mod">
          <ac:chgData name="Takeuchi, Koichiro" userId="b3848a05-443b-4434-8fa5-7398ca0c03c9" providerId="ADAL" clId="{0BCE8C6C-860B-4961-8907-604115D89DF6}" dt="2024-06-27T05:10:21.930" v="16556" actId="478"/>
          <ac:spMkLst>
            <pc:docMk/>
            <pc:sldMk cId="1256059550" sldId="2147480831"/>
            <ac:spMk id="241" creationId="{0ED58D70-4AF2-72C4-9339-4F0AFB51812B}"/>
          </ac:spMkLst>
        </pc:spChg>
        <pc:spChg chg="add del mod">
          <ac:chgData name="Takeuchi, Koichiro" userId="b3848a05-443b-4434-8fa5-7398ca0c03c9" providerId="ADAL" clId="{0BCE8C6C-860B-4961-8907-604115D89DF6}" dt="2024-06-27T05:10:45.444" v="16647" actId="478"/>
          <ac:spMkLst>
            <pc:docMk/>
            <pc:sldMk cId="1256059550" sldId="2147480831"/>
            <ac:spMk id="242" creationId="{28D4EFCD-7E63-D663-D1E0-9767AC001A8F}"/>
          </ac:spMkLst>
        </pc:spChg>
        <pc:spChg chg="add del mod">
          <ac:chgData name="Takeuchi, Koichiro" userId="b3848a05-443b-4434-8fa5-7398ca0c03c9" providerId="ADAL" clId="{0BCE8C6C-860B-4961-8907-604115D89DF6}" dt="2024-06-27T05:11:01.593" v="16700" actId="478"/>
          <ac:spMkLst>
            <pc:docMk/>
            <pc:sldMk cId="1256059550" sldId="2147480831"/>
            <ac:spMk id="243" creationId="{3C8D8030-02C7-1B03-58F1-AA8EBA3FCEBA}"/>
          </ac:spMkLst>
        </pc:spChg>
        <pc:spChg chg="add del mod">
          <ac:chgData name="Takeuchi, Koichiro" userId="b3848a05-443b-4434-8fa5-7398ca0c03c9" providerId="ADAL" clId="{0BCE8C6C-860B-4961-8907-604115D89DF6}" dt="2024-06-27T05:11:01.593" v="16700" actId="478"/>
          <ac:spMkLst>
            <pc:docMk/>
            <pc:sldMk cId="1256059550" sldId="2147480831"/>
            <ac:spMk id="244" creationId="{47809B40-CCEC-E4BF-D76E-529610A2F95A}"/>
          </ac:spMkLst>
        </pc:spChg>
        <pc:spChg chg="add del mod">
          <ac:chgData name="Takeuchi, Koichiro" userId="b3848a05-443b-4434-8fa5-7398ca0c03c9" providerId="ADAL" clId="{0BCE8C6C-860B-4961-8907-604115D89DF6}" dt="2024-06-27T05:11:01.593" v="16700" actId="478"/>
          <ac:spMkLst>
            <pc:docMk/>
            <pc:sldMk cId="1256059550" sldId="2147480831"/>
            <ac:spMk id="245" creationId="{455FF4D8-C064-07E2-5DF3-F97078E3D2A6}"/>
          </ac:spMkLst>
        </pc:spChg>
        <pc:spChg chg="add del mod">
          <ac:chgData name="Takeuchi, Koichiro" userId="b3848a05-443b-4434-8fa5-7398ca0c03c9" providerId="ADAL" clId="{0BCE8C6C-860B-4961-8907-604115D89DF6}" dt="2024-06-27T05:11:01.593" v="16700" actId="478"/>
          <ac:spMkLst>
            <pc:docMk/>
            <pc:sldMk cId="1256059550" sldId="2147480831"/>
            <ac:spMk id="246" creationId="{ACDBEFEE-30D3-6ED3-5666-99B0B6F705FE}"/>
          </ac:spMkLst>
        </pc:spChg>
        <pc:spChg chg="add del mod">
          <ac:chgData name="Takeuchi, Koichiro" userId="b3848a05-443b-4434-8fa5-7398ca0c03c9" providerId="ADAL" clId="{0BCE8C6C-860B-4961-8907-604115D89DF6}" dt="2024-06-27T05:11:01.593" v="16700" actId="478"/>
          <ac:spMkLst>
            <pc:docMk/>
            <pc:sldMk cId="1256059550" sldId="2147480831"/>
            <ac:spMk id="247" creationId="{F96F8A0C-4C9A-B41E-A29E-C8F9DD8E48FE}"/>
          </ac:spMkLst>
        </pc:spChg>
        <pc:spChg chg="add del mod">
          <ac:chgData name="Takeuchi, Koichiro" userId="b3848a05-443b-4434-8fa5-7398ca0c03c9" providerId="ADAL" clId="{0BCE8C6C-860B-4961-8907-604115D89DF6}" dt="2024-06-27T05:11:01.593" v="16700" actId="478"/>
          <ac:spMkLst>
            <pc:docMk/>
            <pc:sldMk cId="1256059550" sldId="2147480831"/>
            <ac:spMk id="248" creationId="{4B7C837E-0BFE-76A7-65EC-44ED7AF28111}"/>
          </ac:spMkLst>
        </pc:spChg>
        <pc:spChg chg="add del mod">
          <ac:chgData name="Takeuchi, Koichiro" userId="b3848a05-443b-4434-8fa5-7398ca0c03c9" providerId="ADAL" clId="{0BCE8C6C-860B-4961-8907-604115D89DF6}" dt="2024-06-27T05:11:11.052" v="16702" actId="478"/>
          <ac:spMkLst>
            <pc:docMk/>
            <pc:sldMk cId="1256059550" sldId="2147480831"/>
            <ac:spMk id="249" creationId="{CA819F1D-AB2C-AEBE-0CAE-9A9B54A9E474}"/>
          </ac:spMkLst>
        </pc:spChg>
        <pc:spChg chg="add del mod">
          <ac:chgData name="Takeuchi, Koichiro" userId="b3848a05-443b-4434-8fa5-7398ca0c03c9" providerId="ADAL" clId="{0BCE8C6C-860B-4961-8907-604115D89DF6}" dt="2024-06-27T05:11:11.052" v="16702" actId="478"/>
          <ac:spMkLst>
            <pc:docMk/>
            <pc:sldMk cId="1256059550" sldId="2147480831"/>
            <ac:spMk id="250" creationId="{423E4230-52A9-8036-E20A-077A6267B27F}"/>
          </ac:spMkLst>
        </pc:spChg>
        <pc:spChg chg="add mod">
          <ac:chgData name="Takeuchi, Koichiro" userId="b3848a05-443b-4434-8fa5-7398ca0c03c9" providerId="ADAL" clId="{0BCE8C6C-860B-4961-8907-604115D89DF6}" dt="2024-06-27T08:49:10.126" v="17784" actId="164"/>
          <ac:spMkLst>
            <pc:docMk/>
            <pc:sldMk cId="1256059550" sldId="2147480831"/>
            <ac:spMk id="251" creationId="{81507707-9F80-FF46-842A-73FC5851881F}"/>
          </ac:spMkLst>
        </pc:spChg>
        <pc:spChg chg="add del mod">
          <ac:chgData name="Takeuchi, Koichiro" userId="b3848a05-443b-4434-8fa5-7398ca0c03c9" providerId="ADAL" clId="{0BCE8C6C-860B-4961-8907-604115D89DF6}" dt="2024-06-27T05:11:11.052" v="16702" actId="478"/>
          <ac:spMkLst>
            <pc:docMk/>
            <pc:sldMk cId="1256059550" sldId="2147480831"/>
            <ac:spMk id="252" creationId="{50DA63EA-5D31-9CDB-F590-01159A8775FA}"/>
          </ac:spMkLst>
        </pc:spChg>
        <pc:spChg chg="mod">
          <ac:chgData name="Takeuchi, Koichiro" userId="b3848a05-443b-4434-8fa5-7398ca0c03c9" providerId="ADAL" clId="{0BCE8C6C-860B-4961-8907-604115D89DF6}" dt="2024-06-27T08:58:47.613" v="18099" actId="947"/>
          <ac:spMkLst>
            <pc:docMk/>
            <pc:sldMk cId="1256059550" sldId="2147480831"/>
            <ac:spMk id="255" creationId="{8DF0C800-9480-1D55-C3A5-A90B83D54F6D}"/>
          </ac:spMkLst>
        </pc:spChg>
        <pc:spChg chg="mod">
          <ac:chgData name="Takeuchi, Koichiro" userId="b3848a05-443b-4434-8fa5-7398ca0c03c9" providerId="ADAL" clId="{0BCE8C6C-860B-4961-8907-604115D89DF6}" dt="2024-06-27T05:11:47.492" v="16717"/>
          <ac:spMkLst>
            <pc:docMk/>
            <pc:sldMk cId="1256059550" sldId="2147480831"/>
            <ac:spMk id="258" creationId="{DAB7FB17-845B-0920-B2AC-A1430A6FBDEF}"/>
          </ac:spMkLst>
        </pc:spChg>
        <pc:spChg chg="mod">
          <ac:chgData name="Takeuchi, Koichiro" userId="b3848a05-443b-4434-8fa5-7398ca0c03c9" providerId="ADAL" clId="{0BCE8C6C-860B-4961-8907-604115D89DF6}" dt="2024-06-27T08:30:45.692" v="17640" actId="404"/>
          <ac:spMkLst>
            <pc:docMk/>
            <pc:sldMk cId="1256059550" sldId="2147480831"/>
            <ac:spMk id="261" creationId="{B729E585-1275-2798-C16A-CCF61EC14F33}"/>
          </ac:spMkLst>
        </pc:spChg>
        <pc:spChg chg="add mod">
          <ac:chgData name="Takeuchi, Koichiro" userId="b3848a05-443b-4434-8fa5-7398ca0c03c9" providerId="ADAL" clId="{0BCE8C6C-860B-4961-8907-604115D89DF6}" dt="2024-06-27T05:12:04.243" v="16720"/>
          <ac:spMkLst>
            <pc:docMk/>
            <pc:sldMk cId="1256059550" sldId="2147480831"/>
            <ac:spMk id="262" creationId="{13F54DFC-015E-3ABF-3B49-E6DF60880083}"/>
          </ac:spMkLst>
        </pc:spChg>
        <pc:spChg chg="add mod">
          <ac:chgData name="Takeuchi, Koichiro" userId="b3848a05-443b-4434-8fa5-7398ca0c03c9" providerId="ADAL" clId="{0BCE8C6C-860B-4961-8907-604115D89DF6}" dt="2024-06-27T08:52:36.338" v="17898" actId="1037"/>
          <ac:spMkLst>
            <pc:docMk/>
            <pc:sldMk cId="1256059550" sldId="2147480831"/>
            <ac:spMk id="263" creationId="{23249CE0-6054-8C26-59F0-EDA6D641ABCC}"/>
          </ac:spMkLst>
        </pc:spChg>
        <pc:spChg chg="add mod">
          <ac:chgData name="Takeuchi, Koichiro" userId="b3848a05-443b-4434-8fa5-7398ca0c03c9" providerId="ADAL" clId="{0BCE8C6C-860B-4961-8907-604115D89DF6}" dt="2024-06-27T08:49:10.126" v="17784" actId="164"/>
          <ac:spMkLst>
            <pc:docMk/>
            <pc:sldMk cId="1256059550" sldId="2147480831"/>
            <ac:spMk id="307" creationId="{A30F2A7E-74DF-AB94-8078-83D7E13CCB00}"/>
          </ac:spMkLst>
        </pc:spChg>
        <pc:spChg chg="add mod">
          <ac:chgData name="Takeuchi, Koichiro" userId="b3848a05-443b-4434-8fa5-7398ca0c03c9" providerId="ADAL" clId="{0BCE8C6C-860B-4961-8907-604115D89DF6}" dt="2024-06-27T08:52:36.338" v="17898" actId="1037"/>
          <ac:spMkLst>
            <pc:docMk/>
            <pc:sldMk cId="1256059550" sldId="2147480831"/>
            <ac:spMk id="308" creationId="{48AD3ECE-2A9A-A9F8-0CBE-5B277B5774CE}"/>
          </ac:spMkLst>
        </pc:spChg>
        <pc:grpChg chg="add mod">
          <ac:chgData name="Takeuchi, Koichiro" userId="b3848a05-443b-4434-8fa5-7398ca0c03c9" providerId="ADAL" clId="{0BCE8C6C-860B-4961-8907-604115D89DF6}" dt="2024-06-27T08:50:08.354" v="17846" actId="553"/>
          <ac:grpSpMkLst>
            <pc:docMk/>
            <pc:sldMk cId="1256059550" sldId="2147480831"/>
            <ac:grpSpMk id="3" creationId="{E7C2F6B4-B08F-1C31-681A-3B6EB5A30FD3}"/>
          </ac:grpSpMkLst>
        </pc:grpChg>
        <pc:grpChg chg="add mod">
          <ac:chgData name="Takeuchi, Koichiro" userId="b3848a05-443b-4434-8fa5-7398ca0c03c9" providerId="ADAL" clId="{0BCE8C6C-860B-4961-8907-604115D89DF6}" dt="2024-06-27T08:52:27.435" v="17878" actId="14100"/>
          <ac:grpSpMkLst>
            <pc:docMk/>
            <pc:sldMk cId="1256059550" sldId="2147480831"/>
            <ac:grpSpMk id="6" creationId="{700CCA30-8242-5458-5993-8558AF2A708C}"/>
          </ac:grpSpMkLst>
        </pc:grpChg>
        <pc:grpChg chg="add del mod">
          <ac:chgData name="Takeuchi, Koichiro" userId="b3848a05-443b-4434-8fa5-7398ca0c03c9" providerId="ADAL" clId="{0BCE8C6C-860B-4961-8907-604115D89DF6}" dt="2024-06-27T02:14:52.453" v="13702" actId="165"/>
          <ac:grpSpMkLst>
            <pc:docMk/>
            <pc:sldMk cId="1256059550" sldId="2147480831"/>
            <ac:grpSpMk id="14" creationId="{74D9AC98-D393-ED95-575F-CF9030DFCDA4}"/>
          </ac:grpSpMkLst>
        </pc:grpChg>
        <pc:grpChg chg="add mod">
          <ac:chgData name="Takeuchi, Koichiro" userId="b3848a05-443b-4434-8fa5-7398ca0c03c9" providerId="ADAL" clId="{0BCE8C6C-860B-4961-8907-604115D89DF6}" dt="2024-06-27T08:50:15.171" v="17848" actId="553"/>
          <ac:grpSpMkLst>
            <pc:docMk/>
            <pc:sldMk cId="1256059550" sldId="2147480831"/>
            <ac:grpSpMk id="25" creationId="{2A54FA47-0E35-1A7B-2118-B7581D0D08E2}"/>
          </ac:grpSpMkLst>
        </pc:grpChg>
        <pc:grpChg chg="add del mod">
          <ac:chgData name="Takeuchi, Koichiro" userId="b3848a05-443b-4434-8fa5-7398ca0c03c9" providerId="ADAL" clId="{0BCE8C6C-860B-4961-8907-604115D89DF6}" dt="2024-06-27T08:48:54.040" v="17780" actId="165"/>
          <ac:grpSpMkLst>
            <pc:docMk/>
            <pc:sldMk cId="1256059550" sldId="2147480831"/>
            <ac:grpSpMk id="29" creationId="{E29A32CD-FC62-9887-CE14-FF69CCC19C2D}"/>
          </ac:grpSpMkLst>
        </pc:grpChg>
        <pc:grpChg chg="mod">
          <ac:chgData name="Takeuchi, Koichiro" userId="b3848a05-443b-4434-8fa5-7398ca0c03c9" providerId="ADAL" clId="{0BCE8C6C-860B-4961-8907-604115D89DF6}" dt="2024-06-27T08:50:11.916" v="17847" actId="14100"/>
          <ac:grpSpMkLst>
            <pc:docMk/>
            <pc:sldMk cId="1256059550" sldId="2147480831"/>
            <ac:grpSpMk id="44" creationId="{0268E6E6-0163-7AB8-FE04-4731C4A726D4}"/>
          </ac:grpSpMkLst>
        </pc:grpChg>
        <pc:grpChg chg="mod">
          <ac:chgData name="Takeuchi, Koichiro" userId="b3848a05-443b-4434-8fa5-7398ca0c03c9" providerId="ADAL" clId="{0BCE8C6C-860B-4961-8907-604115D89DF6}" dt="2024-06-27T08:50:22.544" v="17858" actId="1036"/>
          <ac:grpSpMkLst>
            <pc:docMk/>
            <pc:sldMk cId="1256059550" sldId="2147480831"/>
            <ac:grpSpMk id="50" creationId="{ACEFCF3C-2616-77E0-F8EF-14862CC5C5D9}"/>
          </ac:grpSpMkLst>
        </pc:grpChg>
        <pc:grpChg chg="del">
          <ac:chgData name="Takeuchi, Koichiro" userId="b3848a05-443b-4434-8fa5-7398ca0c03c9" providerId="ADAL" clId="{0BCE8C6C-860B-4961-8907-604115D89DF6}" dt="2024-06-27T02:06:22.110" v="13027" actId="478"/>
          <ac:grpSpMkLst>
            <pc:docMk/>
            <pc:sldMk cId="1256059550" sldId="2147480831"/>
            <ac:grpSpMk id="111" creationId="{2D688D98-EE07-5F8A-0F9E-9141FDA63330}"/>
          </ac:grpSpMkLst>
        </pc:grpChg>
        <pc:grpChg chg="del">
          <ac:chgData name="Takeuchi, Koichiro" userId="b3848a05-443b-4434-8fa5-7398ca0c03c9" providerId="ADAL" clId="{0BCE8C6C-860B-4961-8907-604115D89DF6}" dt="2024-06-27T02:06:22.110" v="13027" actId="478"/>
          <ac:grpSpMkLst>
            <pc:docMk/>
            <pc:sldMk cId="1256059550" sldId="2147480831"/>
            <ac:grpSpMk id="128" creationId="{323B008A-E583-A9D8-DEB3-61443458A4AD}"/>
          </ac:grpSpMkLst>
        </pc:grpChg>
        <pc:grpChg chg="del">
          <ac:chgData name="Takeuchi, Koichiro" userId="b3848a05-443b-4434-8fa5-7398ca0c03c9" providerId="ADAL" clId="{0BCE8C6C-860B-4961-8907-604115D89DF6}" dt="2024-06-27T02:06:22.110" v="13027" actId="478"/>
          <ac:grpSpMkLst>
            <pc:docMk/>
            <pc:sldMk cId="1256059550" sldId="2147480831"/>
            <ac:grpSpMk id="152" creationId="{9B36B912-4FC9-6B3A-63C8-EF7A339D9EF9}"/>
          </ac:grpSpMkLst>
        </pc:grpChg>
        <pc:grpChg chg="add del mod">
          <ac:chgData name="Takeuchi, Koichiro" userId="b3848a05-443b-4434-8fa5-7398ca0c03c9" providerId="ADAL" clId="{0BCE8C6C-860B-4961-8907-604115D89DF6}" dt="2024-06-27T03:11:43.456" v="15593" actId="478"/>
          <ac:grpSpMkLst>
            <pc:docMk/>
            <pc:sldMk cId="1256059550" sldId="2147480831"/>
            <ac:grpSpMk id="190" creationId="{8ADA6018-DF5F-C463-B5C7-E073F3A1CAB4}"/>
          </ac:grpSpMkLst>
        </pc:grpChg>
        <pc:grpChg chg="add del mod">
          <ac:chgData name="Takeuchi, Koichiro" userId="b3848a05-443b-4434-8fa5-7398ca0c03c9" providerId="ADAL" clId="{0BCE8C6C-860B-4961-8907-604115D89DF6}" dt="2024-06-27T03:11:43.456" v="15593" actId="478"/>
          <ac:grpSpMkLst>
            <pc:docMk/>
            <pc:sldMk cId="1256059550" sldId="2147480831"/>
            <ac:grpSpMk id="204" creationId="{1FD2846C-3D48-57A3-95BF-BA0D51969BD6}"/>
          </ac:grpSpMkLst>
        </pc:grpChg>
        <pc:grpChg chg="add del mod">
          <ac:chgData name="Takeuchi, Koichiro" userId="b3848a05-443b-4434-8fa5-7398ca0c03c9" providerId="ADAL" clId="{0BCE8C6C-860B-4961-8907-604115D89DF6}" dt="2024-06-27T03:11:43.456" v="15593" actId="478"/>
          <ac:grpSpMkLst>
            <pc:docMk/>
            <pc:sldMk cId="1256059550" sldId="2147480831"/>
            <ac:grpSpMk id="219" creationId="{546FB9B0-7DA0-4F9C-BB2D-BC07E26D49B6}"/>
          </ac:grpSpMkLst>
        </pc:grpChg>
        <pc:grpChg chg="add mod">
          <ac:chgData name="Takeuchi, Koichiro" userId="b3848a05-443b-4434-8fa5-7398ca0c03c9" providerId="ADAL" clId="{0BCE8C6C-860B-4961-8907-604115D89DF6}" dt="2024-06-27T08:49:10.126" v="17784" actId="164"/>
          <ac:grpSpMkLst>
            <pc:docMk/>
            <pc:sldMk cId="1256059550" sldId="2147480831"/>
            <ac:grpSpMk id="253" creationId="{57EDF151-EDB9-13C6-5073-717E1CB3AEBB}"/>
          </ac:grpSpMkLst>
        </pc:grpChg>
        <pc:grpChg chg="add del mod">
          <ac:chgData name="Takeuchi, Koichiro" userId="b3848a05-443b-4434-8fa5-7398ca0c03c9" providerId="ADAL" clId="{0BCE8C6C-860B-4961-8907-604115D89DF6}" dt="2024-06-27T05:12:09.257" v="16721" actId="478"/>
          <ac:grpSpMkLst>
            <pc:docMk/>
            <pc:sldMk cId="1256059550" sldId="2147480831"/>
            <ac:grpSpMk id="256" creationId="{019E3701-0316-C9C9-6BB4-5F73D8605A56}"/>
          </ac:grpSpMkLst>
        </pc:grpChg>
        <pc:grpChg chg="add mod">
          <ac:chgData name="Takeuchi, Koichiro" userId="b3848a05-443b-4434-8fa5-7398ca0c03c9" providerId="ADAL" clId="{0BCE8C6C-860B-4961-8907-604115D89DF6}" dt="2024-06-27T08:52:36.338" v="17898" actId="1037"/>
          <ac:grpSpMkLst>
            <pc:docMk/>
            <pc:sldMk cId="1256059550" sldId="2147480831"/>
            <ac:grpSpMk id="259" creationId="{BD742AFC-913D-9D9A-8B50-52664690A895}"/>
          </ac:grpSpMkLst>
        </pc:grpChg>
        <pc:cxnChg chg="del mod">
          <ac:chgData name="Takeuchi, Koichiro" userId="b3848a05-443b-4434-8fa5-7398ca0c03c9" providerId="ADAL" clId="{0BCE8C6C-860B-4961-8907-604115D89DF6}" dt="2024-06-27T02:06:30.561" v="13029" actId="478"/>
          <ac:cxnSpMkLst>
            <pc:docMk/>
            <pc:sldMk cId="1256059550" sldId="2147480831"/>
            <ac:cxnSpMk id="21" creationId="{66553A0F-A23B-EE48-AC0E-60F2E55F3516}"/>
          </ac:cxnSpMkLst>
        </pc:cxnChg>
        <pc:cxnChg chg="mod">
          <ac:chgData name="Takeuchi, Koichiro" userId="b3848a05-443b-4434-8fa5-7398ca0c03c9" providerId="ADAL" clId="{0BCE8C6C-860B-4961-8907-604115D89DF6}" dt="2024-06-27T08:50:08.354" v="17846" actId="553"/>
          <ac:cxnSpMkLst>
            <pc:docMk/>
            <pc:sldMk cId="1256059550" sldId="2147480831"/>
            <ac:cxnSpMk id="22" creationId="{130F5DBF-645B-D8CF-3BD2-17554BC75219}"/>
          </ac:cxnSpMkLst>
        </pc:cxnChg>
        <pc:cxnChg chg="mod">
          <ac:chgData name="Takeuchi, Koichiro" userId="b3848a05-443b-4434-8fa5-7398ca0c03c9" providerId="ADAL" clId="{0BCE8C6C-860B-4961-8907-604115D89DF6}" dt="2024-06-27T08:50:08.354" v="17846" actId="553"/>
          <ac:cxnSpMkLst>
            <pc:docMk/>
            <pc:sldMk cId="1256059550" sldId="2147480831"/>
            <ac:cxnSpMk id="23" creationId="{9A7CA008-4115-3C2A-02F7-6DD94000A43F}"/>
          </ac:cxnSpMkLst>
        </pc:cxnChg>
        <pc:cxnChg chg="del mod">
          <ac:chgData name="Takeuchi, Koichiro" userId="b3848a05-443b-4434-8fa5-7398ca0c03c9" providerId="ADAL" clId="{0BCE8C6C-860B-4961-8907-604115D89DF6}" dt="2024-06-27T02:06:30.561" v="13029" actId="478"/>
          <ac:cxnSpMkLst>
            <pc:docMk/>
            <pc:sldMk cId="1256059550" sldId="2147480831"/>
            <ac:cxnSpMk id="26" creationId="{7CD49409-59A3-CB39-0ADA-0B190C5E0CD1}"/>
          </ac:cxnSpMkLst>
        </pc:cxnChg>
        <pc:cxnChg chg="mod">
          <ac:chgData name="Takeuchi, Koichiro" userId="b3848a05-443b-4434-8fa5-7398ca0c03c9" providerId="ADAL" clId="{0BCE8C6C-860B-4961-8907-604115D89DF6}" dt="2024-06-27T08:50:08.354" v="17846" actId="553"/>
          <ac:cxnSpMkLst>
            <pc:docMk/>
            <pc:sldMk cId="1256059550" sldId="2147480831"/>
            <ac:cxnSpMk id="27" creationId="{DE7AA20C-F602-DBEA-0FB0-4C3CE1A0FA43}"/>
          </ac:cxnSpMkLst>
        </pc:cxnChg>
        <pc:cxnChg chg="del mod">
          <ac:chgData name="Takeuchi, Koichiro" userId="b3848a05-443b-4434-8fa5-7398ca0c03c9" providerId="ADAL" clId="{0BCE8C6C-860B-4961-8907-604115D89DF6}" dt="2024-06-27T02:20:55.645" v="13833" actId="478"/>
          <ac:cxnSpMkLst>
            <pc:docMk/>
            <pc:sldMk cId="1256059550" sldId="2147480831"/>
            <ac:cxnSpMk id="28" creationId="{24CAE752-6A1D-0EAD-DA4F-878A0CE2E25B}"/>
          </ac:cxnSpMkLst>
        </pc:cxnChg>
        <pc:cxnChg chg="add del mod">
          <ac:chgData name="Takeuchi, Koichiro" userId="b3848a05-443b-4434-8fa5-7398ca0c03c9" providerId="ADAL" clId="{0BCE8C6C-860B-4961-8907-604115D89DF6}" dt="2024-06-27T02:18:02.942" v="13762" actId="478"/>
          <ac:cxnSpMkLst>
            <pc:docMk/>
            <pc:sldMk cId="1256059550" sldId="2147480831"/>
            <ac:cxnSpMk id="30" creationId="{2203F37F-7249-C84B-28AF-065D59CAF6CA}"/>
          </ac:cxnSpMkLst>
        </pc:cxnChg>
        <pc:cxnChg chg="del mod">
          <ac:chgData name="Takeuchi, Koichiro" userId="b3848a05-443b-4434-8fa5-7398ca0c03c9" providerId="ADAL" clId="{0BCE8C6C-860B-4961-8907-604115D89DF6}" dt="2024-06-27T02:06:30.561" v="13029" actId="478"/>
          <ac:cxnSpMkLst>
            <pc:docMk/>
            <pc:sldMk cId="1256059550" sldId="2147480831"/>
            <ac:cxnSpMk id="32" creationId="{D1C73711-1B88-C02A-DA57-7DABBF432709}"/>
          </ac:cxnSpMkLst>
        </pc:cxnChg>
        <pc:cxnChg chg="del mod">
          <ac:chgData name="Takeuchi, Koichiro" userId="b3848a05-443b-4434-8fa5-7398ca0c03c9" providerId="ADAL" clId="{0BCE8C6C-860B-4961-8907-604115D89DF6}" dt="2024-06-27T02:18:02.942" v="13762" actId="478"/>
          <ac:cxnSpMkLst>
            <pc:docMk/>
            <pc:sldMk cId="1256059550" sldId="2147480831"/>
            <ac:cxnSpMk id="34" creationId="{FB12DB99-C24E-8C3F-EA03-5094FB7D4299}"/>
          </ac:cxnSpMkLst>
        </pc:cxnChg>
        <pc:cxnChg chg="add del mod">
          <ac:chgData name="Takeuchi, Koichiro" userId="b3848a05-443b-4434-8fa5-7398ca0c03c9" providerId="ADAL" clId="{0BCE8C6C-860B-4961-8907-604115D89DF6}" dt="2024-06-27T02:18:02.942" v="13762" actId="478"/>
          <ac:cxnSpMkLst>
            <pc:docMk/>
            <pc:sldMk cId="1256059550" sldId="2147480831"/>
            <ac:cxnSpMk id="35" creationId="{E3835E5E-B0A9-9383-9D1F-88AAD5A64907}"/>
          </ac:cxnSpMkLst>
        </pc:cxnChg>
        <pc:cxnChg chg="del mod">
          <ac:chgData name="Takeuchi, Koichiro" userId="b3848a05-443b-4434-8fa5-7398ca0c03c9" providerId="ADAL" clId="{0BCE8C6C-860B-4961-8907-604115D89DF6}" dt="2024-06-27T02:06:30.561" v="13029" actId="478"/>
          <ac:cxnSpMkLst>
            <pc:docMk/>
            <pc:sldMk cId="1256059550" sldId="2147480831"/>
            <ac:cxnSpMk id="36" creationId="{7CA62F66-C003-ECC9-E963-723A58F8E457}"/>
          </ac:cxnSpMkLst>
        </pc:cxnChg>
        <pc:cxnChg chg="del mod">
          <ac:chgData name="Takeuchi, Koichiro" userId="b3848a05-443b-4434-8fa5-7398ca0c03c9" providerId="ADAL" clId="{0BCE8C6C-860B-4961-8907-604115D89DF6}" dt="2024-06-27T02:15:55.216" v="13709" actId="478"/>
          <ac:cxnSpMkLst>
            <pc:docMk/>
            <pc:sldMk cId="1256059550" sldId="2147480831"/>
            <ac:cxnSpMk id="37" creationId="{6777F080-77AD-8A6A-2E84-10D81AE3434F}"/>
          </ac:cxnSpMkLst>
        </pc:cxnChg>
        <pc:cxnChg chg="add del mod">
          <ac:chgData name="Takeuchi, Koichiro" userId="b3848a05-443b-4434-8fa5-7398ca0c03c9" providerId="ADAL" clId="{0BCE8C6C-860B-4961-8907-604115D89DF6}" dt="2024-06-27T02:25:02.960" v="13844" actId="478"/>
          <ac:cxnSpMkLst>
            <pc:docMk/>
            <pc:sldMk cId="1256059550" sldId="2147480831"/>
            <ac:cxnSpMk id="40" creationId="{A73DC07F-7A69-403E-E68C-CED62189C9F2}"/>
          </ac:cxnSpMkLst>
        </pc:cxnChg>
        <pc:cxnChg chg="add del mod">
          <ac:chgData name="Takeuchi, Koichiro" userId="b3848a05-443b-4434-8fa5-7398ca0c03c9" providerId="ADAL" clId="{0BCE8C6C-860B-4961-8907-604115D89DF6}" dt="2024-06-27T02:18:02.942" v="13762" actId="478"/>
          <ac:cxnSpMkLst>
            <pc:docMk/>
            <pc:sldMk cId="1256059550" sldId="2147480831"/>
            <ac:cxnSpMk id="41" creationId="{2FA24D9E-32A3-E6E1-4F18-469C72FF477D}"/>
          </ac:cxnSpMkLst>
        </pc:cxnChg>
        <pc:cxnChg chg="del mod">
          <ac:chgData name="Takeuchi, Koichiro" userId="b3848a05-443b-4434-8fa5-7398ca0c03c9" providerId="ADAL" clId="{0BCE8C6C-860B-4961-8907-604115D89DF6}" dt="2024-06-27T02:06:30.561" v="13029" actId="478"/>
          <ac:cxnSpMkLst>
            <pc:docMk/>
            <pc:sldMk cId="1256059550" sldId="2147480831"/>
            <ac:cxnSpMk id="43" creationId="{52734E9F-A7E2-DF34-376C-402F8B261D8A}"/>
          </ac:cxnSpMkLst>
        </pc:cxnChg>
        <pc:cxnChg chg="del mod">
          <ac:chgData name="Takeuchi, Koichiro" userId="b3848a05-443b-4434-8fa5-7398ca0c03c9" providerId="ADAL" clId="{0BCE8C6C-860B-4961-8907-604115D89DF6}" dt="2024-06-27T02:06:30.561" v="13029" actId="478"/>
          <ac:cxnSpMkLst>
            <pc:docMk/>
            <pc:sldMk cId="1256059550" sldId="2147480831"/>
            <ac:cxnSpMk id="49" creationId="{652A47AE-442A-E3FA-24FA-262F9E693754}"/>
          </ac:cxnSpMkLst>
        </pc:cxnChg>
        <pc:cxnChg chg="del mod">
          <ac:chgData name="Takeuchi, Koichiro" userId="b3848a05-443b-4434-8fa5-7398ca0c03c9" providerId="ADAL" clId="{0BCE8C6C-860B-4961-8907-604115D89DF6}" dt="2024-06-27T02:06:30.561" v="13029" actId="478"/>
          <ac:cxnSpMkLst>
            <pc:docMk/>
            <pc:sldMk cId="1256059550" sldId="2147480831"/>
            <ac:cxnSpMk id="67" creationId="{24072D39-9BAD-9607-004D-A1537ECBDA13}"/>
          </ac:cxnSpMkLst>
        </pc:cxnChg>
        <pc:cxnChg chg="del mod">
          <ac:chgData name="Takeuchi, Koichiro" userId="b3848a05-443b-4434-8fa5-7398ca0c03c9" providerId="ADAL" clId="{0BCE8C6C-860B-4961-8907-604115D89DF6}" dt="2024-06-27T02:06:30.561" v="13029" actId="478"/>
          <ac:cxnSpMkLst>
            <pc:docMk/>
            <pc:sldMk cId="1256059550" sldId="2147480831"/>
            <ac:cxnSpMk id="69" creationId="{2A46A413-4F78-78F5-5802-A7D636BD7AAB}"/>
          </ac:cxnSpMkLst>
        </pc:cxnChg>
        <pc:cxnChg chg="del mod">
          <ac:chgData name="Takeuchi, Koichiro" userId="b3848a05-443b-4434-8fa5-7398ca0c03c9" providerId="ADAL" clId="{0BCE8C6C-860B-4961-8907-604115D89DF6}" dt="2024-06-27T02:06:30.561" v="13029" actId="478"/>
          <ac:cxnSpMkLst>
            <pc:docMk/>
            <pc:sldMk cId="1256059550" sldId="2147480831"/>
            <ac:cxnSpMk id="70" creationId="{DD75F00D-0218-3FA0-02A7-E7CEE4D15951}"/>
          </ac:cxnSpMkLst>
        </pc:cxnChg>
        <pc:cxnChg chg="add del mod">
          <ac:chgData name="Takeuchi, Koichiro" userId="b3848a05-443b-4434-8fa5-7398ca0c03c9" providerId="ADAL" clId="{0BCE8C6C-860B-4961-8907-604115D89DF6}" dt="2024-06-27T02:20:57.454" v="13834" actId="478"/>
          <ac:cxnSpMkLst>
            <pc:docMk/>
            <pc:sldMk cId="1256059550" sldId="2147480831"/>
            <ac:cxnSpMk id="71" creationId="{68AB75EE-0564-C905-512E-29ED9DF6F20B}"/>
          </ac:cxnSpMkLst>
        </pc:cxnChg>
        <pc:cxnChg chg="del mod">
          <ac:chgData name="Takeuchi, Koichiro" userId="b3848a05-443b-4434-8fa5-7398ca0c03c9" providerId="ADAL" clId="{0BCE8C6C-860B-4961-8907-604115D89DF6}" dt="2024-06-27T02:06:30.561" v="13029" actId="478"/>
          <ac:cxnSpMkLst>
            <pc:docMk/>
            <pc:sldMk cId="1256059550" sldId="2147480831"/>
            <ac:cxnSpMk id="73" creationId="{20A1246F-F17E-D865-6795-19D78F5B5644}"/>
          </ac:cxnSpMkLst>
        </pc:cxnChg>
        <pc:cxnChg chg="del mod">
          <ac:chgData name="Takeuchi, Koichiro" userId="b3848a05-443b-4434-8fa5-7398ca0c03c9" providerId="ADAL" clId="{0BCE8C6C-860B-4961-8907-604115D89DF6}" dt="2024-06-27T02:06:30.561" v="13029" actId="478"/>
          <ac:cxnSpMkLst>
            <pc:docMk/>
            <pc:sldMk cId="1256059550" sldId="2147480831"/>
            <ac:cxnSpMk id="76" creationId="{93640FF4-FCF8-3748-6A43-00CACF9219AB}"/>
          </ac:cxnSpMkLst>
        </pc:cxnChg>
        <pc:cxnChg chg="del mod">
          <ac:chgData name="Takeuchi, Koichiro" userId="b3848a05-443b-4434-8fa5-7398ca0c03c9" providerId="ADAL" clId="{0BCE8C6C-860B-4961-8907-604115D89DF6}" dt="2024-06-27T02:06:30.561" v="13029" actId="478"/>
          <ac:cxnSpMkLst>
            <pc:docMk/>
            <pc:sldMk cId="1256059550" sldId="2147480831"/>
            <ac:cxnSpMk id="79" creationId="{2928148E-7372-53CC-714A-EDD838D83AF1}"/>
          </ac:cxnSpMkLst>
        </pc:cxnChg>
        <pc:cxnChg chg="add del mod">
          <ac:chgData name="Takeuchi, Koichiro" userId="b3848a05-443b-4434-8fa5-7398ca0c03c9" providerId="ADAL" clId="{0BCE8C6C-860B-4961-8907-604115D89DF6}" dt="2024-06-27T02:25:02.960" v="13844" actId="478"/>
          <ac:cxnSpMkLst>
            <pc:docMk/>
            <pc:sldMk cId="1256059550" sldId="2147480831"/>
            <ac:cxnSpMk id="80" creationId="{3A79AC73-89A8-9262-2C9E-CD929822E863}"/>
          </ac:cxnSpMkLst>
        </pc:cxnChg>
        <pc:cxnChg chg="add del mod">
          <ac:chgData name="Takeuchi, Koichiro" userId="b3848a05-443b-4434-8fa5-7398ca0c03c9" providerId="ADAL" clId="{0BCE8C6C-860B-4961-8907-604115D89DF6}" dt="2024-06-27T02:20:06.458" v="13799" actId="478"/>
          <ac:cxnSpMkLst>
            <pc:docMk/>
            <pc:sldMk cId="1256059550" sldId="2147480831"/>
            <ac:cxnSpMk id="81" creationId="{DFA9AB58-2200-3552-D851-EBE18A5B3C59}"/>
          </ac:cxnSpMkLst>
        </pc:cxnChg>
        <pc:cxnChg chg="del mod">
          <ac:chgData name="Takeuchi, Koichiro" userId="b3848a05-443b-4434-8fa5-7398ca0c03c9" providerId="ADAL" clId="{0BCE8C6C-860B-4961-8907-604115D89DF6}" dt="2024-06-27T02:06:30.561" v="13029" actId="478"/>
          <ac:cxnSpMkLst>
            <pc:docMk/>
            <pc:sldMk cId="1256059550" sldId="2147480831"/>
            <ac:cxnSpMk id="82" creationId="{75C1D1B6-F059-004E-6D25-A23E5EACB51C}"/>
          </ac:cxnSpMkLst>
        </pc:cxnChg>
        <pc:cxnChg chg="add del mod">
          <ac:chgData name="Takeuchi, Koichiro" userId="b3848a05-443b-4434-8fa5-7398ca0c03c9" providerId="ADAL" clId="{0BCE8C6C-860B-4961-8907-604115D89DF6}" dt="2024-06-27T02:25:02.960" v="13844" actId="478"/>
          <ac:cxnSpMkLst>
            <pc:docMk/>
            <pc:sldMk cId="1256059550" sldId="2147480831"/>
            <ac:cxnSpMk id="84" creationId="{9DD5D6E7-E646-2565-9EAD-B087C356CC43}"/>
          </ac:cxnSpMkLst>
        </pc:cxnChg>
        <pc:cxnChg chg="del mod">
          <ac:chgData name="Takeuchi, Koichiro" userId="b3848a05-443b-4434-8fa5-7398ca0c03c9" providerId="ADAL" clId="{0BCE8C6C-860B-4961-8907-604115D89DF6}" dt="2024-06-27T02:06:30.561" v="13029" actId="478"/>
          <ac:cxnSpMkLst>
            <pc:docMk/>
            <pc:sldMk cId="1256059550" sldId="2147480831"/>
            <ac:cxnSpMk id="85" creationId="{D42E99B6-817F-E78A-DA8A-579BA184317E}"/>
          </ac:cxnSpMkLst>
        </pc:cxnChg>
        <pc:cxnChg chg="add del mod">
          <ac:chgData name="Takeuchi, Koichiro" userId="b3848a05-443b-4434-8fa5-7398ca0c03c9" providerId="ADAL" clId="{0BCE8C6C-860B-4961-8907-604115D89DF6}" dt="2024-06-27T02:20:06.458" v="13799" actId="478"/>
          <ac:cxnSpMkLst>
            <pc:docMk/>
            <pc:sldMk cId="1256059550" sldId="2147480831"/>
            <ac:cxnSpMk id="87" creationId="{1FD31724-EBCF-980C-2DEA-8C8A2982231D}"/>
          </ac:cxnSpMkLst>
        </pc:cxnChg>
        <pc:cxnChg chg="del mod">
          <ac:chgData name="Takeuchi, Koichiro" userId="b3848a05-443b-4434-8fa5-7398ca0c03c9" providerId="ADAL" clId="{0BCE8C6C-860B-4961-8907-604115D89DF6}" dt="2024-06-27T02:06:30.561" v="13029" actId="478"/>
          <ac:cxnSpMkLst>
            <pc:docMk/>
            <pc:sldMk cId="1256059550" sldId="2147480831"/>
            <ac:cxnSpMk id="88" creationId="{356A75DD-3DD4-C690-0AFF-9AE5C41CC4FC}"/>
          </ac:cxnSpMkLst>
        </pc:cxnChg>
        <pc:cxnChg chg="del mod">
          <ac:chgData name="Takeuchi, Koichiro" userId="b3848a05-443b-4434-8fa5-7398ca0c03c9" providerId="ADAL" clId="{0BCE8C6C-860B-4961-8907-604115D89DF6}" dt="2024-06-27T02:06:30.561" v="13029" actId="478"/>
          <ac:cxnSpMkLst>
            <pc:docMk/>
            <pc:sldMk cId="1256059550" sldId="2147480831"/>
            <ac:cxnSpMk id="92" creationId="{3D4529CB-632D-081D-40D5-6A9C89427679}"/>
          </ac:cxnSpMkLst>
        </pc:cxnChg>
        <pc:cxnChg chg="del mod">
          <ac:chgData name="Takeuchi, Koichiro" userId="b3848a05-443b-4434-8fa5-7398ca0c03c9" providerId="ADAL" clId="{0BCE8C6C-860B-4961-8907-604115D89DF6}" dt="2024-06-27T02:06:30.561" v="13029" actId="478"/>
          <ac:cxnSpMkLst>
            <pc:docMk/>
            <pc:sldMk cId="1256059550" sldId="2147480831"/>
            <ac:cxnSpMk id="95" creationId="{DD3FF002-8449-6DEF-EFFA-4609C628D3CD}"/>
          </ac:cxnSpMkLst>
        </pc:cxnChg>
        <pc:cxnChg chg="add del mod">
          <ac:chgData name="Takeuchi, Koichiro" userId="b3848a05-443b-4434-8fa5-7398ca0c03c9" providerId="ADAL" clId="{0BCE8C6C-860B-4961-8907-604115D89DF6}" dt="2024-06-27T02:20:06.458" v="13799" actId="478"/>
          <ac:cxnSpMkLst>
            <pc:docMk/>
            <pc:sldMk cId="1256059550" sldId="2147480831"/>
            <ac:cxnSpMk id="96" creationId="{20E24D2B-296C-63C5-8BCD-0530D6775528}"/>
          </ac:cxnSpMkLst>
        </pc:cxnChg>
        <pc:cxnChg chg="del mod">
          <ac:chgData name="Takeuchi, Koichiro" userId="b3848a05-443b-4434-8fa5-7398ca0c03c9" providerId="ADAL" clId="{0BCE8C6C-860B-4961-8907-604115D89DF6}" dt="2024-06-27T02:06:30.561" v="13029" actId="478"/>
          <ac:cxnSpMkLst>
            <pc:docMk/>
            <pc:sldMk cId="1256059550" sldId="2147480831"/>
            <ac:cxnSpMk id="99" creationId="{D5738DE5-BBAF-542A-4615-F37F134C1798}"/>
          </ac:cxnSpMkLst>
        </pc:cxnChg>
        <pc:cxnChg chg="add mod">
          <ac:chgData name="Takeuchi, Koichiro" userId="b3848a05-443b-4434-8fa5-7398ca0c03c9" providerId="ADAL" clId="{0BCE8C6C-860B-4961-8907-604115D89DF6}" dt="2024-06-27T02:19:41.695" v="13789" actId="14100"/>
          <ac:cxnSpMkLst>
            <pc:docMk/>
            <pc:sldMk cId="1256059550" sldId="2147480831"/>
            <ac:cxnSpMk id="100" creationId="{90EB7081-3904-8808-0DEE-CF7E20169A46}"/>
          </ac:cxnSpMkLst>
        </pc:cxnChg>
        <pc:cxnChg chg="del mod">
          <ac:chgData name="Takeuchi, Koichiro" userId="b3848a05-443b-4434-8fa5-7398ca0c03c9" providerId="ADAL" clId="{0BCE8C6C-860B-4961-8907-604115D89DF6}" dt="2024-06-27T02:06:30.561" v="13029" actId="478"/>
          <ac:cxnSpMkLst>
            <pc:docMk/>
            <pc:sldMk cId="1256059550" sldId="2147480831"/>
            <ac:cxnSpMk id="102" creationId="{A0AD4B05-74EA-C401-9E54-98E45CE141EE}"/>
          </ac:cxnSpMkLst>
        </pc:cxnChg>
        <pc:cxnChg chg="add mod">
          <ac:chgData name="Takeuchi, Koichiro" userId="b3848a05-443b-4434-8fa5-7398ca0c03c9" providerId="ADAL" clId="{0BCE8C6C-860B-4961-8907-604115D89DF6}" dt="2024-06-27T02:19:40.617" v="13787" actId="14100"/>
          <ac:cxnSpMkLst>
            <pc:docMk/>
            <pc:sldMk cId="1256059550" sldId="2147480831"/>
            <ac:cxnSpMk id="104" creationId="{9DD981A5-FA4A-7317-47A4-E1C366058F6F}"/>
          </ac:cxnSpMkLst>
        </pc:cxnChg>
        <pc:cxnChg chg="del mod">
          <ac:chgData name="Takeuchi, Koichiro" userId="b3848a05-443b-4434-8fa5-7398ca0c03c9" providerId="ADAL" clId="{0BCE8C6C-860B-4961-8907-604115D89DF6}" dt="2024-06-27T02:06:30.561" v="13029" actId="478"/>
          <ac:cxnSpMkLst>
            <pc:docMk/>
            <pc:sldMk cId="1256059550" sldId="2147480831"/>
            <ac:cxnSpMk id="105" creationId="{86F6412A-82DE-A741-A603-402629A3C827}"/>
          </ac:cxnSpMkLst>
        </pc:cxnChg>
        <pc:cxnChg chg="del mod">
          <ac:chgData name="Takeuchi, Koichiro" userId="b3848a05-443b-4434-8fa5-7398ca0c03c9" providerId="ADAL" clId="{0BCE8C6C-860B-4961-8907-604115D89DF6}" dt="2024-06-27T02:06:30.561" v="13029" actId="478"/>
          <ac:cxnSpMkLst>
            <pc:docMk/>
            <pc:sldMk cId="1256059550" sldId="2147480831"/>
            <ac:cxnSpMk id="108" creationId="{0CF343DE-43C7-60E6-80F6-30543F5AB3B8}"/>
          </ac:cxnSpMkLst>
        </pc:cxnChg>
        <pc:cxnChg chg="add mod">
          <ac:chgData name="Takeuchi, Koichiro" userId="b3848a05-443b-4434-8fa5-7398ca0c03c9" providerId="ADAL" clId="{0BCE8C6C-860B-4961-8907-604115D89DF6}" dt="2024-06-27T08:50:15.171" v="17848" actId="553"/>
          <ac:cxnSpMkLst>
            <pc:docMk/>
            <pc:sldMk cId="1256059550" sldId="2147480831"/>
            <ac:cxnSpMk id="109" creationId="{3275AEDC-025C-4B1F-4533-4B10EE78329F}"/>
          </ac:cxnSpMkLst>
        </pc:cxnChg>
        <pc:cxnChg chg="add mod">
          <ac:chgData name="Takeuchi, Koichiro" userId="b3848a05-443b-4434-8fa5-7398ca0c03c9" providerId="ADAL" clId="{0BCE8C6C-860B-4961-8907-604115D89DF6}" dt="2024-06-27T08:50:15.171" v="17848" actId="553"/>
          <ac:cxnSpMkLst>
            <pc:docMk/>
            <pc:sldMk cId="1256059550" sldId="2147480831"/>
            <ac:cxnSpMk id="125" creationId="{8787CE3C-CA7A-A3BE-09AF-744A7190F664}"/>
          </ac:cxnSpMkLst>
        </pc:cxnChg>
        <pc:cxnChg chg="del mod">
          <ac:chgData name="Takeuchi, Koichiro" userId="b3848a05-443b-4434-8fa5-7398ca0c03c9" providerId="ADAL" clId="{0BCE8C6C-860B-4961-8907-604115D89DF6}" dt="2024-06-27T02:06:30.561" v="13029" actId="478"/>
          <ac:cxnSpMkLst>
            <pc:docMk/>
            <pc:sldMk cId="1256059550" sldId="2147480831"/>
            <ac:cxnSpMk id="135" creationId="{7D94A97F-46CA-12CD-52B6-D4B03FB40F6D}"/>
          </ac:cxnSpMkLst>
        </pc:cxnChg>
        <pc:cxnChg chg="del mod">
          <ac:chgData name="Takeuchi, Koichiro" userId="b3848a05-443b-4434-8fa5-7398ca0c03c9" providerId="ADAL" clId="{0BCE8C6C-860B-4961-8907-604115D89DF6}" dt="2024-06-27T02:06:30.561" v="13029" actId="478"/>
          <ac:cxnSpMkLst>
            <pc:docMk/>
            <pc:sldMk cId="1256059550" sldId="2147480831"/>
            <ac:cxnSpMk id="138" creationId="{A2A9ED90-1437-2D6C-D961-D5C010A5A0F8}"/>
          </ac:cxnSpMkLst>
        </pc:cxnChg>
        <pc:cxnChg chg="add mod">
          <ac:chgData name="Takeuchi, Koichiro" userId="b3848a05-443b-4434-8fa5-7398ca0c03c9" providerId="ADAL" clId="{0BCE8C6C-860B-4961-8907-604115D89DF6}" dt="2024-06-27T08:50:15.171" v="17848" actId="553"/>
          <ac:cxnSpMkLst>
            <pc:docMk/>
            <pc:sldMk cId="1256059550" sldId="2147480831"/>
            <ac:cxnSpMk id="139" creationId="{8DC7AD91-655E-054E-7D1E-D98A085B9247}"/>
          </ac:cxnSpMkLst>
        </pc:cxnChg>
        <pc:cxnChg chg="del mod">
          <ac:chgData name="Takeuchi, Koichiro" userId="b3848a05-443b-4434-8fa5-7398ca0c03c9" providerId="ADAL" clId="{0BCE8C6C-860B-4961-8907-604115D89DF6}" dt="2024-06-27T02:06:30.561" v="13029" actId="478"/>
          <ac:cxnSpMkLst>
            <pc:docMk/>
            <pc:sldMk cId="1256059550" sldId="2147480831"/>
            <ac:cxnSpMk id="141" creationId="{1A4E9348-F9BC-F110-951E-50B540C37585}"/>
          </ac:cxnSpMkLst>
        </pc:cxnChg>
        <pc:cxnChg chg="add mod">
          <ac:chgData name="Takeuchi, Koichiro" userId="b3848a05-443b-4434-8fa5-7398ca0c03c9" providerId="ADAL" clId="{0BCE8C6C-860B-4961-8907-604115D89DF6}" dt="2024-06-27T08:50:15.171" v="17848" actId="553"/>
          <ac:cxnSpMkLst>
            <pc:docMk/>
            <pc:sldMk cId="1256059550" sldId="2147480831"/>
            <ac:cxnSpMk id="143" creationId="{3D096BD8-6E6E-D250-30BE-A545DA8F82A5}"/>
          </ac:cxnSpMkLst>
        </pc:cxnChg>
        <pc:cxnChg chg="add mod">
          <ac:chgData name="Takeuchi, Koichiro" userId="b3848a05-443b-4434-8fa5-7398ca0c03c9" providerId="ADAL" clId="{0BCE8C6C-860B-4961-8907-604115D89DF6}" dt="2024-06-27T08:49:52.101" v="17833" actId="1036"/>
          <ac:cxnSpMkLst>
            <pc:docMk/>
            <pc:sldMk cId="1256059550" sldId="2147480831"/>
            <ac:cxnSpMk id="157" creationId="{764E6D94-9419-4754-ED19-BFD46C6C1A65}"/>
          </ac:cxnSpMkLst>
        </pc:cxnChg>
        <pc:cxnChg chg="del mod">
          <ac:chgData name="Takeuchi, Koichiro" userId="b3848a05-443b-4434-8fa5-7398ca0c03c9" providerId="ADAL" clId="{0BCE8C6C-860B-4961-8907-604115D89DF6}" dt="2024-06-27T02:06:30.561" v="13029" actId="478"/>
          <ac:cxnSpMkLst>
            <pc:docMk/>
            <pc:sldMk cId="1256059550" sldId="2147480831"/>
            <ac:cxnSpMk id="165" creationId="{9008486D-82CB-A623-537B-939A109E4CE0}"/>
          </ac:cxnSpMkLst>
        </pc:cxnChg>
        <pc:cxnChg chg="add mod">
          <ac:chgData name="Takeuchi, Koichiro" userId="b3848a05-443b-4434-8fa5-7398ca0c03c9" providerId="ADAL" clId="{0BCE8C6C-860B-4961-8907-604115D89DF6}" dt="2024-06-27T08:50:15.171" v="17848" actId="553"/>
          <ac:cxnSpMkLst>
            <pc:docMk/>
            <pc:sldMk cId="1256059550" sldId="2147480831"/>
            <ac:cxnSpMk id="166" creationId="{748D00FA-2792-8498-BF5D-97F9B7851A9B}"/>
          </ac:cxnSpMkLst>
        </pc:cxnChg>
        <pc:cxnChg chg="del mod">
          <ac:chgData name="Takeuchi, Koichiro" userId="b3848a05-443b-4434-8fa5-7398ca0c03c9" providerId="ADAL" clId="{0BCE8C6C-860B-4961-8907-604115D89DF6}" dt="2024-06-27T02:06:30.561" v="13029" actId="478"/>
          <ac:cxnSpMkLst>
            <pc:docMk/>
            <pc:sldMk cId="1256059550" sldId="2147480831"/>
            <ac:cxnSpMk id="168" creationId="{0D2C7F41-DF83-AEC6-EA5E-47A9141E8D90}"/>
          </ac:cxnSpMkLst>
        </pc:cxnChg>
        <pc:cxnChg chg="add mod">
          <ac:chgData name="Takeuchi, Koichiro" userId="b3848a05-443b-4434-8fa5-7398ca0c03c9" providerId="ADAL" clId="{0BCE8C6C-860B-4961-8907-604115D89DF6}" dt="2024-06-27T08:50:15.171" v="17848" actId="553"/>
          <ac:cxnSpMkLst>
            <pc:docMk/>
            <pc:sldMk cId="1256059550" sldId="2147480831"/>
            <ac:cxnSpMk id="170" creationId="{2ADDD7AE-3528-F939-719E-C0D38A3797CB}"/>
          </ac:cxnSpMkLst>
        </pc:cxnChg>
        <pc:cxnChg chg="del mod">
          <ac:chgData name="Takeuchi, Koichiro" userId="b3848a05-443b-4434-8fa5-7398ca0c03c9" providerId="ADAL" clId="{0BCE8C6C-860B-4961-8907-604115D89DF6}" dt="2024-06-27T02:06:30.561" v="13029" actId="478"/>
          <ac:cxnSpMkLst>
            <pc:docMk/>
            <pc:sldMk cId="1256059550" sldId="2147480831"/>
            <ac:cxnSpMk id="171" creationId="{B69696EF-5163-2F98-655B-096FB4B2E037}"/>
          </ac:cxnSpMkLst>
        </pc:cxnChg>
        <pc:cxnChg chg="del mod">
          <ac:chgData name="Takeuchi, Koichiro" userId="b3848a05-443b-4434-8fa5-7398ca0c03c9" providerId="ADAL" clId="{0BCE8C6C-860B-4961-8907-604115D89DF6}" dt="2024-06-27T02:06:30.561" v="13029" actId="478"/>
          <ac:cxnSpMkLst>
            <pc:docMk/>
            <pc:sldMk cId="1256059550" sldId="2147480831"/>
            <ac:cxnSpMk id="174" creationId="{3D78EE41-7334-D7A6-8FF3-88B3046D362C}"/>
          </ac:cxnSpMkLst>
        </pc:cxnChg>
        <pc:cxnChg chg="del mod">
          <ac:chgData name="Takeuchi, Koichiro" userId="b3848a05-443b-4434-8fa5-7398ca0c03c9" providerId="ADAL" clId="{0BCE8C6C-860B-4961-8907-604115D89DF6}" dt="2024-06-27T02:06:30.561" v="13029" actId="478"/>
          <ac:cxnSpMkLst>
            <pc:docMk/>
            <pc:sldMk cId="1256059550" sldId="2147480831"/>
            <ac:cxnSpMk id="177" creationId="{75C72034-505A-B8F2-4A3B-3A986F91CE44}"/>
          </ac:cxnSpMkLst>
        </pc:cxnChg>
        <pc:cxnChg chg="mod">
          <ac:chgData name="Takeuchi, Koichiro" userId="b3848a05-443b-4434-8fa5-7398ca0c03c9" providerId="ADAL" clId="{0BCE8C6C-860B-4961-8907-604115D89DF6}" dt="2024-06-27T02:25:03.390" v="13845"/>
          <ac:cxnSpMkLst>
            <pc:docMk/>
            <pc:sldMk cId="1256059550" sldId="2147480831"/>
            <ac:cxnSpMk id="191" creationId="{C41781FC-50D2-F63E-AB08-4FB5EE706AFE}"/>
          </ac:cxnSpMkLst>
        </pc:cxnChg>
        <pc:cxnChg chg="mod">
          <ac:chgData name="Takeuchi, Koichiro" userId="b3848a05-443b-4434-8fa5-7398ca0c03c9" providerId="ADAL" clId="{0BCE8C6C-860B-4961-8907-604115D89DF6}" dt="2024-06-27T02:25:03.390" v="13845"/>
          <ac:cxnSpMkLst>
            <pc:docMk/>
            <pc:sldMk cId="1256059550" sldId="2147480831"/>
            <ac:cxnSpMk id="205" creationId="{82034D85-8603-1E19-9B0B-173469DBDD49}"/>
          </ac:cxnSpMkLst>
        </pc:cxnChg>
        <pc:cxnChg chg="mod">
          <ac:chgData name="Takeuchi, Koichiro" userId="b3848a05-443b-4434-8fa5-7398ca0c03c9" providerId="ADAL" clId="{0BCE8C6C-860B-4961-8907-604115D89DF6}" dt="2024-06-27T02:25:03.390" v="13845"/>
          <ac:cxnSpMkLst>
            <pc:docMk/>
            <pc:sldMk cId="1256059550" sldId="2147480831"/>
            <ac:cxnSpMk id="220" creationId="{F68AF362-2A13-6C94-3AD2-7EAA1A6B50B8}"/>
          </ac:cxnSpMkLst>
        </pc:cxnChg>
        <pc:cxnChg chg="mod">
          <ac:chgData name="Takeuchi, Koichiro" userId="b3848a05-443b-4434-8fa5-7398ca0c03c9" providerId="ADAL" clId="{0BCE8C6C-860B-4961-8907-604115D89DF6}" dt="2024-06-27T05:11:47.492" v="16717"/>
          <ac:cxnSpMkLst>
            <pc:docMk/>
            <pc:sldMk cId="1256059550" sldId="2147480831"/>
            <ac:cxnSpMk id="254" creationId="{5C861572-EEC9-BBEF-2F11-DFB023AA7061}"/>
          </ac:cxnSpMkLst>
        </pc:cxnChg>
        <pc:cxnChg chg="mod">
          <ac:chgData name="Takeuchi, Koichiro" userId="b3848a05-443b-4434-8fa5-7398ca0c03c9" providerId="ADAL" clId="{0BCE8C6C-860B-4961-8907-604115D89DF6}" dt="2024-06-27T05:11:47.492" v="16717"/>
          <ac:cxnSpMkLst>
            <pc:docMk/>
            <pc:sldMk cId="1256059550" sldId="2147480831"/>
            <ac:cxnSpMk id="257" creationId="{C57D4287-77B6-5C6F-8028-BBE5AAC890AD}"/>
          </ac:cxnSpMkLst>
        </pc:cxnChg>
        <pc:cxnChg chg="mod">
          <ac:chgData name="Takeuchi, Koichiro" userId="b3848a05-443b-4434-8fa5-7398ca0c03c9" providerId="ADAL" clId="{0BCE8C6C-860B-4961-8907-604115D89DF6}" dt="2024-06-27T05:11:47.492" v="16717"/>
          <ac:cxnSpMkLst>
            <pc:docMk/>
            <pc:sldMk cId="1256059550" sldId="2147480831"/>
            <ac:cxnSpMk id="260" creationId="{BA1E8331-4760-A5F9-FE13-AE1D21916EDA}"/>
          </ac:cxnSpMkLst>
        </pc:cxnChg>
        <pc:cxnChg chg="add mod">
          <ac:chgData name="Takeuchi, Koichiro" userId="b3848a05-443b-4434-8fa5-7398ca0c03c9" providerId="ADAL" clId="{0BCE8C6C-860B-4961-8907-604115D89DF6}" dt="2024-06-27T08:52:27.435" v="17878" actId="14100"/>
          <ac:cxnSpMkLst>
            <pc:docMk/>
            <pc:sldMk cId="1256059550" sldId="2147480831"/>
            <ac:cxnSpMk id="264" creationId="{385B9B26-B71D-9B4C-F7A0-8961317E1B61}"/>
          </ac:cxnSpMkLst>
        </pc:cxnChg>
        <pc:cxnChg chg="add mod">
          <ac:chgData name="Takeuchi, Koichiro" userId="b3848a05-443b-4434-8fa5-7398ca0c03c9" providerId="ADAL" clId="{0BCE8C6C-860B-4961-8907-604115D89DF6}" dt="2024-06-27T08:52:27.435" v="17878" actId="14100"/>
          <ac:cxnSpMkLst>
            <pc:docMk/>
            <pc:sldMk cId="1256059550" sldId="2147480831"/>
            <ac:cxnSpMk id="267" creationId="{7E1275D6-8FA2-56D3-B25F-A5E28E63D9E7}"/>
          </ac:cxnSpMkLst>
        </pc:cxnChg>
        <pc:cxnChg chg="add mod">
          <ac:chgData name="Takeuchi, Koichiro" userId="b3848a05-443b-4434-8fa5-7398ca0c03c9" providerId="ADAL" clId="{0BCE8C6C-860B-4961-8907-604115D89DF6}" dt="2024-06-27T08:52:27.435" v="17878" actId="14100"/>
          <ac:cxnSpMkLst>
            <pc:docMk/>
            <pc:sldMk cId="1256059550" sldId="2147480831"/>
            <ac:cxnSpMk id="270" creationId="{4FD0BED1-7F6D-FC1C-A1A1-6E4499C52AA9}"/>
          </ac:cxnSpMkLst>
        </pc:cxnChg>
        <pc:cxnChg chg="add mod">
          <ac:chgData name="Takeuchi, Koichiro" userId="b3848a05-443b-4434-8fa5-7398ca0c03c9" providerId="ADAL" clId="{0BCE8C6C-860B-4961-8907-604115D89DF6}" dt="2024-06-27T08:52:27.435" v="17878" actId="14100"/>
          <ac:cxnSpMkLst>
            <pc:docMk/>
            <pc:sldMk cId="1256059550" sldId="2147480831"/>
            <ac:cxnSpMk id="273" creationId="{7ED6C6F1-6270-F8AB-F2C3-61EDDCEDB5FF}"/>
          </ac:cxnSpMkLst>
        </pc:cxnChg>
        <pc:cxnChg chg="add mod">
          <ac:chgData name="Takeuchi, Koichiro" userId="b3848a05-443b-4434-8fa5-7398ca0c03c9" providerId="ADAL" clId="{0BCE8C6C-860B-4961-8907-604115D89DF6}" dt="2024-06-27T08:52:27.435" v="17878" actId="14100"/>
          <ac:cxnSpMkLst>
            <pc:docMk/>
            <pc:sldMk cId="1256059550" sldId="2147480831"/>
            <ac:cxnSpMk id="276" creationId="{B7276D31-C93D-296A-6B31-EE4D9C0BAEF7}"/>
          </ac:cxnSpMkLst>
        </pc:cxnChg>
        <pc:cxnChg chg="add mod">
          <ac:chgData name="Takeuchi, Koichiro" userId="b3848a05-443b-4434-8fa5-7398ca0c03c9" providerId="ADAL" clId="{0BCE8C6C-860B-4961-8907-604115D89DF6}" dt="2024-06-27T08:52:27.435" v="17878" actId="14100"/>
          <ac:cxnSpMkLst>
            <pc:docMk/>
            <pc:sldMk cId="1256059550" sldId="2147480831"/>
            <ac:cxnSpMk id="279" creationId="{EA21D8E7-AC6E-5461-1DE2-318A1AEB9EB4}"/>
          </ac:cxnSpMkLst>
        </pc:cxnChg>
        <pc:cxnChg chg="add mod">
          <ac:chgData name="Takeuchi, Koichiro" userId="b3848a05-443b-4434-8fa5-7398ca0c03c9" providerId="ADAL" clId="{0BCE8C6C-860B-4961-8907-604115D89DF6}" dt="2024-06-27T08:52:27.435" v="17878" actId="14100"/>
          <ac:cxnSpMkLst>
            <pc:docMk/>
            <pc:sldMk cId="1256059550" sldId="2147480831"/>
            <ac:cxnSpMk id="282" creationId="{41FC49F5-5EF5-27B0-D673-189168D5938B}"/>
          </ac:cxnSpMkLst>
        </pc:cxnChg>
        <pc:cxnChg chg="add mod">
          <ac:chgData name="Takeuchi, Koichiro" userId="b3848a05-443b-4434-8fa5-7398ca0c03c9" providerId="ADAL" clId="{0BCE8C6C-860B-4961-8907-604115D89DF6}" dt="2024-06-27T08:52:27.435" v="17878" actId="14100"/>
          <ac:cxnSpMkLst>
            <pc:docMk/>
            <pc:sldMk cId="1256059550" sldId="2147480831"/>
            <ac:cxnSpMk id="285" creationId="{5B0750F1-A170-B72D-56A7-FE74DB211E79}"/>
          </ac:cxnSpMkLst>
        </pc:cxnChg>
        <pc:cxnChg chg="add mod">
          <ac:chgData name="Takeuchi, Koichiro" userId="b3848a05-443b-4434-8fa5-7398ca0c03c9" providerId="ADAL" clId="{0BCE8C6C-860B-4961-8907-604115D89DF6}" dt="2024-06-27T08:52:27.435" v="17878" actId="14100"/>
          <ac:cxnSpMkLst>
            <pc:docMk/>
            <pc:sldMk cId="1256059550" sldId="2147480831"/>
            <ac:cxnSpMk id="288" creationId="{EFE089F9-0576-7D01-B1DA-10EDEB39A5E6}"/>
          </ac:cxnSpMkLst>
        </pc:cxnChg>
        <pc:cxnChg chg="add mod">
          <ac:chgData name="Takeuchi, Koichiro" userId="b3848a05-443b-4434-8fa5-7398ca0c03c9" providerId="ADAL" clId="{0BCE8C6C-860B-4961-8907-604115D89DF6}" dt="2024-06-27T08:52:27.435" v="17878" actId="14100"/>
          <ac:cxnSpMkLst>
            <pc:docMk/>
            <pc:sldMk cId="1256059550" sldId="2147480831"/>
            <ac:cxnSpMk id="291" creationId="{1E4027AE-5EAE-20A0-0ED0-05364FF26DA6}"/>
          </ac:cxnSpMkLst>
        </pc:cxnChg>
        <pc:cxnChg chg="add mod">
          <ac:chgData name="Takeuchi, Koichiro" userId="b3848a05-443b-4434-8fa5-7398ca0c03c9" providerId="ADAL" clId="{0BCE8C6C-860B-4961-8907-604115D89DF6}" dt="2024-06-27T08:52:27.435" v="17878" actId="14100"/>
          <ac:cxnSpMkLst>
            <pc:docMk/>
            <pc:sldMk cId="1256059550" sldId="2147480831"/>
            <ac:cxnSpMk id="294" creationId="{314DE63A-1CB0-461A-F339-45D9651EB506}"/>
          </ac:cxnSpMkLst>
        </pc:cxnChg>
        <pc:cxnChg chg="add mod">
          <ac:chgData name="Takeuchi, Koichiro" userId="b3848a05-443b-4434-8fa5-7398ca0c03c9" providerId="ADAL" clId="{0BCE8C6C-860B-4961-8907-604115D89DF6}" dt="2024-06-27T08:52:27.435" v="17878" actId="14100"/>
          <ac:cxnSpMkLst>
            <pc:docMk/>
            <pc:sldMk cId="1256059550" sldId="2147480831"/>
            <ac:cxnSpMk id="297" creationId="{A1B46B9E-66AA-6CF7-1245-5EAAC32721DA}"/>
          </ac:cxnSpMkLst>
        </pc:cxnChg>
        <pc:cxnChg chg="add mod">
          <ac:chgData name="Takeuchi, Koichiro" userId="b3848a05-443b-4434-8fa5-7398ca0c03c9" providerId="ADAL" clId="{0BCE8C6C-860B-4961-8907-604115D89DF6}" dt="2024-06-27T08:52:27.435" v="17878" actId="14100"/>
          <ac:cxnSpMkLst>
            <pc:docMk/>
            <pc:sldMk cId="1256059550" sldId="2147480831"/>
            <ac:cxnSpMk id="301" creationId="{77B0A4DE-FBEB-9B25-9D1E-898256CCED89}"/>
          </ac:cxnSpMkLst>
        </pc:cxnChg>
        <pc:cxnChg chg="add mod">
          <ac:chgData name="Takeuchi, Koichiro" userId="b3848a05-443b-4434-8fa5-7398ca0c03c9" providerId="ADAL" clId="{0BCE8C6C-860B-4961-8907-604115D89DF6}" dt="2024-06-27T08:52:27.435" v="17878" actId="14100"/>
          <ac:cxnSpMkLst>
            <pc:docMk/>
            <pc:sldMk cId="1256059550" sldId="2147480831"/>
            <ac:cxnSpMk id="304" creationId="{428FDA51-AF2D-DB73-D5BF-5ECB0BEC3EB2}"/>
          </ac:cxnSpMkLst>
        </pc:cxnChg>
        <pc:cxnChg chg="add mod">
          <ac:chgData name="Takeuchi, Koichiro" userId="b3848a05-443b-4434-8fa5-7398ca0c03c9" providerId="ADAL" clId="{0BCE8C6C-860B-4961-8907-604115D89DF6}" dt="2024-06-27T08:52:27.435" v="17878" actId="14100"/>
          <ac:cxnSpMkLst>
            <pc:docMk/>
            <pc:sldMk cId="1256059550" sldId="2147480831"/>
            <ac:cxnSpMk id="309" creationId="{4973AAB7-99A5-EED4-289B-5F9EA26BE47C}"/>
          </ac:cxnSpMkLst>
        </pc:cxnChg>
      </pc:sldChg>
      <pc:sldChg chg="addSp delSp modSp add mod">
        <pc:chgData name="Takeuchi, Koichiro" userId="b3848a05-443b-4434-8fa5-7398ca0c03c9" providerId="ADAL" clId="{0BCE8C6C-860B-4961-8907-604115D89DF6}" dt="2024-06-27T09:25:46.385" v="19438" actId="14100"/>
        <pc:sldMkLst>
          <pc:docMk/>
          <pc:sldMk cId="3440771626" sldId="2147480832"/>
        </pc:sldMkLst>
        <pc:spChg chg="mod">
          <ac:chgData name="Takeuchi, Koichiro" userId="b3848a05-443b-4434-8fa5-7398ca0c03c9" providerId="ADAL" clId="{0BCE8C6C-860B-4961-8907-604115D89DF6}" dt="2024-06-27T09:15:40.413" v="18826" actId="20577"/>
          <ac:spMkLst>
            <pc:docMk/>
            <pc:sldMk cId="3440771626" sldId="2147480832"/>
            <ac:spMk id="2" creationId="{C4050E0A-F4AC-8E52-FCEA-9771083801F3}"/>
          </ac:spMkLst>
        </pc:spChg>
        <pc:spChg chg="mod">
          <ac:chgData name="Takeuchi, Koichiro" userId="b3848a05-443b-4434-8fa5-7398ca0c03c9" providerId="ADAL" clId="{0BCE8C6C-860B-4961-8907-604115D89DF6}" dt="2024-06-27T09:12:35.612" v="18639" actId="1076"/>
          <ac:spMkLst>
            <pc:docMk/>
            <pc:sldMk cId="3440771626" sldId="2147480832"/>
            <ac:spMk id="5" creationId="{72CCA9CC-3A88-7CAC-9089-56B0661016F1}"/>
          </ac:spMkLst>
        </pc:spChg>
        <pc:spChg chg="del">
          <ac:chgData name="Takeuchi, Koichiro" userId="b3848a05-443b-4434-8fa5-7398ca0c03c9" providerId="ADAL" clId="{0BCE8C6C-860B-4961-8907-604115D89DF6}" dt="2024-06-27T09:00:18.461" v="18271" actId="478"/>
          <ac:spMkLst>
            <pc:docMk/>
            <pc:sldMk cId="3440771626" sldId="2147480832"/>
            <ac:spMk id="7" creationId="{545A7ACF-B9D1-EEAA-3F01-B786CDD791AC}"/>
          </ac:spMkLst>
        </pc:spChg>
        <pc:spChg chg="mod">
          <ac:chgData name="Takeuchi, Koichiro" userId="b3848a05-443b-4434-8fa5-7398ca0c03c9" providerId="ADAL" clId="{0BCE8C6C-860B-4961-8907-604115D89DF6}" dt="2024-06-27T09:06:07.643" v="18414" actId="207"/>
          <ac:spMkLst>
            <pc:docMk/>
            <pc:sldMk cId="3440771626" sldId="2147480832"/>
            <ac:spMk id="9" creationId="{B86D8330-0B1A-E587-FA07-0AAE4A76EC6B}"/>
          </ac:spMkLst>
        </pc:spChg>
        <pc:spChg chg="mod">
          <ac:chgData name="Takeuchi, Koichiro" userId="b3848a05-443b-4434-8fa5-7398ca0c03c9" providerId="ADAL" clId="{0BCE8C6C-860B-4961-8907-604115D89DF6}" dt="2024-06-27T09:06:07.643" v="18414" actId="207"/>
          <ac:spMkLst>
            <pc:docMk/>
            <pc:sldMk cId="3440771626" sldId="2147480832"/>
            <ac:spMk id="12" creationId="{45EE08F6-DEC4-E349-C3D4-3A0D55311423}"/>
          </ac:spMkLst>
        </pc:spChg>
        <pc:spChg chg="mod">
          <ac:chgData name="Takeuchi, Koichiro" userId="b3848a05-443b-4434-8fa5-7398ca0c03c9" providerId="ADAL" clId="{0BCE8C6C-860B-4961-8907-604115D89DF6}" dt="2024-06-27T09:06:07.643" v="18414" actId="207"/>
          <ac:spMkLst>
            <pc:docMk/>
            <pc:sldMk cId="3440771626" sldId="2147480832"/>
            <ac:spMk id="13" creationId="{F8CADEEC-4DA6-DFCA-EDD3-66F074215B62}"/>
          </ac:spMkLst>
        </pc:spChg>
        <pc:spChg chg="del">
          <ac:chgData name="Takeuchi, Koichiro" userId="b3848a05-443b-4434-8fa5-7398ca0c03c9" providerId="ADAL" clId="{0BCE8C6C-860B-4961-8907-604115D89DF6}" dt="2024-06-27T09:05:37.572" v="18413" actId="478"/>
          <ac:spMkLst>
            <pc:docMk/>
            <pc:sldMk cId="3440771626" sldId="2147480832"/>
            <ac:spMk id="14" creationId="{EFA41AAB-2D04-0717-2656-A5F1F1A09AEE}"/>
          </ac:spMkLst>
        </pc:spChg>
        <pc:spChg chg="mod">
          <ac:chgData name="Takeuchi, Koichiro" userId="b3848a05-443b-4434-8fa5-7398ca0c03c9" providerId="ADAL" clId="{0BCE8C6C-860B-4961-8907-604115D89DF6}" dt="2024-06-27T09:06:07.643" v="18414" actId="207"/>
          <ac:spMkLst>
            <pc:docMk/>
            <pc:sldMk cId="3440771626" sldId="2147480832"/>
            <ac:spMk id="15" creationId="{9E2C2CC3-C868-A486-19A5-796650E36F44}"/>
          </ac:spMkLst>
        </pc:spChg>
        <pc:spChg chg="mod">
          <ac:chgData name="Takeuchi, Koichiro" userId="b3848a05-443b-4434-8fa5-7398ca0c03c9" providerId="ADAL" clId="{0BCE8C6C-860B-4961-8907-604115D89DF6}" dt="2024-06-27T09:06:07.643" v="18414" actId="207"/>
          <ac:spMkLst>
            <pc:docMk/>
            <pc:sldMk cId="3440771626" sldId="2147480832"/>
            <ac:spMk id="16" creationId="{037C46BB-6F39-EABB-FE4B-F5D4758A4034}"/>
          </ac:spMkLst>
        </pc:spChg>
        <pc:spChg chg="mod">
          <ac:chgData name="Takeuchi, Koichiro" userId="b3848a05-443b-4434-8fa5-7398ca0c03c9" providerId="ADAL" clId="{0BCE8C6C-860B-4961-8907-604115D89DF6}" dt="2024-06-27T09:06:07.643" v="18414" actId="207"/>
          <ac:spMkLst>
            <pc:docMk/>
            <pc:sldMk cId="3440771626" sldId="2147480832"/>
            <ac:spMk id="17" creationId="{A5CAC6B1-665F-4C40-F148-C1BBFB3F82B8}"/>
          </ac:spMkLst>
        </pc:spChg>
        <pc:spChg chg="mod">
          <ac:chgData name="Takeuchi, Koichiro" userId="b3848a05-443b-4434-8fa5-7398ca0c03c9" providerId="ADAL" clId="{0BCE8C6C-860B-4961-8907-604115D89DF6}" dt="2024-06-27T09:06:07.643" v="18414" actId="207"/>
          <ac:spMkLst>
            <pc:docMk/>
            <pc:sldMk cId="3440771626" sldId="2147480832"/>
            <ac:spMk id="18" creationId="{54925650-A2C7-8C3D-3169-31D70F34808D}"/>
          </ac:spMkLst>
        </pc:spChg>
        <pc:spChg chg="add mod">
          <ac:chgData name="Takeuchi, Koichiro" userId="b3848a05-443b-4434-8fa5-7398ca0c03c9" providerId="ADAL" clId="{0BCE8C6C-860B-4961-8907-604115D89DF6}" dt="2024-06-27T09:12:44.351" v="18640" actId="207"/>
          <ac:spMkLst>
            <pc:docMk/>
            <pc:sldMk cId="3440771626" sldId="2147480832"/>
            <ac:spMk id="37" creationId="{78CE2519-3690-9D0C-EBDA-40E10BFFA4B6}"/>
          </ac:spMkLst>
        </pc:spChg>
        <pc:spChg chg="add mod">
          <ac:chgData name="Takeuchi, Koichiro" userId="b3848a05-443b-4434-8fa5-7398ca0c03c9" providerId="ADAL" clId="{0BCE8C6C-860B-4961-8907-604115D89DF6}" dt="2024-06-27T09:12:44.351" v="18640" actId="207"/>
          <ac:spMkLst>
            <pc:docMk/>
            <pc:sldMk cId="3440771626" sldId="2147480832"/>
            <ac:spMk id="38" creationId="{5DEB7BA9-9E32-B9D5-263B-C3DB1357F0A4}"/>
          </ac:spMkLst>
        </pc:spChg>
        <pc:spChg chg="add mod">
          <ac:chgData name="Takeuchi, Koichiro" userId="b3848a05-443b-4434-8fa5-7398ca0c03c9" providerId="ADAL" clId="{0BCE8C6C-860B-4961-8907-604115D89DF6}" dt="2024-06-27T09:12:44.351" v="18640" actId="207"/>
          <ac:spMkLst>
            <pc:docMk/>
            <pc:sldMk cId="3440771626" sldId="2147480832"/>
            <ac:spMk id="39" creationId="{80627AC9-02C1-4AD6-42AA-2390DD110274}"/>
          </ac:spMkLst>
        </pc:spChg>
        <pc:spChg chg="add mod">
          <ac:chgData name="Takeuchi, Koichiro" userId="b3848a05-443b-4434-8fa5-7398ca0c03c9" providerId="ADAL" clId="{0BCE8C6C-860B-4961-8907-604115D89DF6}" dt="2024-06-27T09:09:32.222" v="18585" actId="3064"/>
          <ac:spMkLst>
            <pc:docMk/>
            <pc:sldMk cId="3440771626" sldId="2147480832"/>
            <ac:spMk id="40" creationId="{85C6D18A-C021-EB48-F30E-47ADFA9791B9}"/>
          </ac:spMkLst>
        </pc:spChg>
        <pc:spChg chg="add mod">
          <ac:chgData name="Takeuchi, Koichiro" userId="b3848a05-443b-4434-8fa5-7398ca0c03c9" providerId="ADAL" clId="{0BCE8C6C-860B-4961-8907-604115D89DF6}" dt="2024-06-27T09:15:13.951" v="18739" actId="20577"/>
          <ac:spMkLst>
            <pc:docMk/>
            <pc:sldMk cId="3440771626" sldId="2147480832"/>
            <ac:spMk id="41" creationId="{ED086DC3-4B3A-142A-7F46-60A4CEC174BC}"/>
          </ac:spMkLst>
        </pc:spChg>
        <pc:spChg chg="add del mod">
          <ac:chgData name="Takeuchi, Koichiro" userId="b3848a05-443b-4434-8fa5-7398ca0c03c9" providerId="ADAL" clId="{0BCE8C6C-860B-4961-8907-604115D89DF6}" dt="2024-06-27T09:09:32.222" v="18585" actId="3064"/>
          <ac:spMkLst>
            <pc:docMk/>
            <pc:sldMk cId="3440771626" sldId="2147480832"/>
            <ac:spMk id="42" creationId="{B8080A17-2410-D0B5-BAB5-06262A35607F}"/>
          </ac:spMkLst>
        </pc:spChg>
        <pc:spChg chg="add mod">
          <ac:chgData name="Takeuchi, Koichiro" userId="b3848a05-443b-4434-8fa5-7398ca0c03c9" providerId="ADAL" clId="{0BCE8C6C-860B-4961-8907-604115D89DF6}" dt="2024-06-27T09:09:32.222" v="18585" actId="3064"/>
          <ac:spMkLst>
            <pc:docMk/>
            <pc:sldMk cId="3440771626" sldId="2147480832"/>
            <ac:spMk id="43" creationId="{0A9FC8A7-B932-2551-075A-B7962C8FA380}"/>
          </ac:spMkLst>
        </pc:spChg>
        <pc:spChg chg="add mod">
          <ac:chgData name="Takeuchi, Koichiro" userId="b3848a05-443b-4434-8fa5-7398ca0c03c9" providerId="ADAL" clId="{0BCE8C6C-860B-4961-8907-604115D89DF6}" dt="2024-06-27T09:09:03.801" v="18559" actId="1076"/>
          <ac:spMkLst>
            <pc:docMk/>
            <pc:sldMk cId="3440771626" sldId="2147480832"/>
            <ac:spMk id="47" creationId="{4B451504-B3B3-472E-9B32-575D2E58BAFC}"/>
          </ac:spMkLst>
        </pc:spChg>
        <pc:spChg chg="add mod">
          <ac:chgData name="Takeuchi, Koichiro" userId="b3848a05-443b-4434-8fa5-7398ca0c03c9" providerId="ADAL" clId="{0BCE8C6C-860B-4961-8907-604115D89DF6}" dt="2024-06-27T09:09:32.222" v="18585" actId="3064"/>
          <ac:spMkLst>
            <pc:docMk/>
            <pc:sldMk cId="3440771626" sldId="2147480832"/>
            <ac:spMk id="48" creationId="{CECBC456-FFEF-6176-F4CA-C75F5D0B31EA}"/>
          </ac:spMkLst>
        </pc:spChg>
        <pc:spChg chg="add del mod">
          <ac:chgData name="Takeuchi, Koichiro" userId="b3848a05-443b-4434-8fa5-7398ca0c03c9" providerId="ADAL" clId="{0BCE8C6C-860B-4961-8907-604115D89DF6}" dt="2024-06-27T09:09:44.437" v="18588" actId="478"/>
          <ac:spMkLst>
            <pc:docMk/>
            <pc:sldMk cId="3440771626" sldId="2147480832"/>
            <ac:spMk id="49" creationId="{3177001F-80AE-CC1D-7607-F0753B0F4234}"/>
          </ac:spMkLst>
        </pc:spChg>
        <pc:spChg chg="mod">
          <ac:chgData name="Takeuchi, Koichiro" userId="b3848a05-443b-4434-8fa5-7398ca0c03c9" providerId="ADAL" clId="{0BCE8C6C-860B-4961-8907-604115D89DF6}" dt="2024-06-27T09:05:34.767" v="18412" actId="20577"/>
          <ac:spMkLst>
            <pc:docMk/>
            <pc:sldMk cId="3440771626" sldId="2147480832"/>
            <ac:spMk id="52" creationId="{31FE5F08-F380-21A0-E6AC-8278563276A2}"/>
          </ac:spMkLst>
        </pc:spChg>
        <pc:spChg chg="add mod">
          <ac:chgData name="Takeuchi, Koichiro" userId="b3848a05-443b-4434-8fa5-7398ca0c03c9" providerId="ADAL" clId="{0BCE8C6C-860B-4961-8907-604115D89DF6}" dt="2024-06-27T09:12:54.811" v="18661" actId="20577"/>
          <ac:spMkLst>
            <pc:docMk/>
            <pc:sldMk cId="3440771626" sldId="2147480832"/>
            <ac:spMk id="53" creationId="{D64545CF-0FDC-31D7-C419-55F774764529}"/>
          </ac:spMkLst>
        </pc:spChg>
        <pc:spChg chg="add del mod">
          <ac:chgData name="Takeuchi, Koichiro" userId="b3848a05-443b-4434-8fa5-7398ca0c03c9" providerId="ADAL" clId="{0BCE8C6C-860B-4961-8907-604115D89DF6}" dt="2024-06-27T09:13:07.964" v="18663" actId="21"/>
          <ac:spMkLst>
            <pc:docMk/>
            <pc:sldMk cId="3440771626" sldId="2147480832"/>
            <ac:spMk id="54" creationId="{4079BF80-515C-BAEC-9196-3AFE1B8DC145}"/>
          </ac:spMkLst>
        </pc:spChg>
        <pc:spChg chg="add mod">
          <ac:chgData name="Takeuchi, Koichiro" userId="b3848a05-443b-4434-8fa5-7398ca0c03c9" providerId="ADAL" clId="{0BCE8C6C-860B-4961-8907-604115D89DF6}" dt="2024-06-27T09:17:48.572" v="18926" actId="20577"/>
          <ac:spMkLst>
            <pc:docMk/>
            <pc:sldMk cId="3440771626" sldId="2147480832"/>
            <ac:spMk id="56" creationId="{491EEB24-3D1D-D72F-A1D9-0DE73D7B5404}"/>
          </ac:spMkLst>
        </pc:spChg>
        <pc:spChg chg="add mod">
          <ac:chgData name="Takeuchi, Koichiro" userId="b3848a05-443b-4434-8fa5-7398ca0c03c9" providerId="ADAL" clId="{0BCE8C6C-860B-4961-8907-604115D89DF6}" dt="2024-06-27T09:18:35.453" v="19095" actId="1037"/>
          <ac:spMkLst>
            <pc:docMk/>
            <pc:sldMk cId="3440771626" sldId="2147480832"/>
            <ac:spMk id="57" creationId="{8CB8B048-6EAE-0492-6BF5-326113B693F2}"/>
          </ac:spMkLst>
        </pc:spChg>
        <pc:spChg chg="add mod">
          <ac:chgData name="Takeuchi, Koichiro" userId="b3848a05-443b-4434-8fa5-7398ca0c03c9" providerId="ADAL" clId="{0BCE8C6C-860B-4961-8907-604115D89DF6}" dt="2024-06-27T09:21:39.537" v="19163" actId="14100"/>
          <ac:spMkLst>
            <pc:docMk/>
            <pc:sldMk cId="3440771626" sldId="2147480832"/>
            <ac:spMk id="58" creationId="{AABD8749-57B8-AF52-1FB7-26C4A59ED276}"/>
          </ac:spMkLst>
        </pc:spChg>
        <pc:spChg chg="add mod">
          <ac:chgData name="Takeuchi, Koichiro" userId="b3848a05-443b-4434-8fa5-7398ca0c03c9" providerId="ADAL" clId="{0BCE8C6C-860B-4961-8907-604115D89DF6}" dt="2024-06-27T09:21:39.537" v="19163" actId="14100"/>
          <ac:spMkLst>
            <pc:docMk/>
            <pc:sldMk cId="3440771626" sldId="2147480832"/>
            <ac:spMk id="59" creationId="{6001F6B1-87D8-4D8B-EC90-8427622B5573}"/>
          </ac:spMkLst>
        </pc:spChg>
        <pc:spChg chg="add mod">
          <ac:chgData name="Takeuchi, Koichiro" userId="b3848a05-443b-4434-8fa5-7398ca0c03c9" providerId="ADAL" clId="{0BCE8C6C-860B-4961-8907-604115D89DF6}" dt="2024-06-27T09:21:35.627" v="19162" actId="12789"/>
          <ac:spMkLst>
            <pc:docMk/>
            <pc:sldMk cId="3440771626" sldId="2147480832"/>
            <ac:spMk id="60" creationId="{A5C6F4A6-C728-042C-D90A-E5F90C3F2832}"/>
          </ac:spMkLst>
        </pc:spChg>
        <pc:spChg chg="add del mod">
          <ac:chgData name="Takeuchi, Koichiro" userId="b3848a05-443b-4434-8fa5-7398ca0c03c9" providerId="ADAL" clId="{0BCE8C6C-860B-4961-8907-604115D89DF6}" dt="2024-06-27T09:20:37.237" v="19115" actId="478"/>
          <ac:spMkLst>
            <pc:docMk/>
            <pc:sldMk cId="3440771626" sldId="2147480832"/>
            <ac:spMk id="61" creationId="{E176C2A7-F32A-23AA-5AFB-2577757F228F}"/>
          </ac:spMkLst>
        </pc:spChg>
        <pc:spChg chg="add mod">
          <ac:chgData name="Takeuchi, Koichiro" userId="b3848a05-443b-4434-8fa5-7398ca0c03c9" providerId="ADAL" clId="{0BCE8C6C-860B-4961-8907-604115D89DF6}" dt="2024-06-27T09:20:00.297" v="19100"/>
          <ac:spMkLst>
            <pc:docMk/>
            <pc:sldMk cId="3440771626" sldId="2147480832"/>
            <ac:spMk id="62" creationId="{2DD7080A-38EA-1448-13A2-F2F78D1E2771}"/>
          </ac:spMkLst>
        </pc:spChg>
        <pc:spChg chg="add mod">
          <ac:chgData name="Takeuchi, Koichiro" userId="b3848a05-443b-4434-8fa5-7398ca0c03c9" providerId="ADAL" clId="{0BCE8C6C-860B-4961-8907-604115D89DF6}" dt="2024-06-27T09:20:00.297" v="19100"/>
          <ac:spMkLst>
            <pc:docMk/>
            <pc:sldMk cId="3440771626" sldId="2147480832"/>
            <ac:spMk id="63" creationId="{81638463-A9EE-5728-C209-3A78D91FCCDE}"/>
          </ac:spMkLst>
        </pc:spChg>
        <pc:spChg chg="add mod">
          <ac:chgData name="Takeuchi, Koichiro" userId="b3848a05-443b-4434-8fa5-7398ca0c03c9" providerId="ADAL" clId="{0BCE8C6C-860B-4961-8907-604115D89DF6}" dt="2024-06-27T09:20:00.297" v="19100"/>
          <ac:spMkLst>
            <pc:docMk/>
            <pc:sldMk cId="3440771626" sldId="2147480832"/>
            <ac:spMk id="64" creationId="{B17F4A47-B681-6D47-AA78-677DD7634980}"/>
          </ac:spMkLst>
        </pc:spChg>
        <pc:spChg chg="add mod">
          <ac:chgData name="Takeuchi, Koichiro" userId="b3848a05-443b-4434-8fa5-7398ca0c03c9" providerId="ADAL" clId="{0BCE8C6C-860B-4961-8907-604115D89DF6}" dt="2024-06-27T09:20:00.297" v="19100"/>
          <ac:spMkLst>
            <pc:docMk/>
            <pc:sldMk cId="3440771626" sldId="2147480832"/>
            <ac:spMk id="65" creationId="{23DFDF1C-BE3C-40C1-5E2A-61D9586B600F}"/>
          </ac:spMkLst>
        </pc:spChg>
        <pc:spChg chg="add mod">
          <ac:chgData name="Takeuchi, Koichiro" userId="b3848a05-443b-4434-8fa5-7398ca0c03c9" providerId="ADAL" clId="{0BCE8C6C-860B-4961-8907-604115D89DF6}" dt="2024-06-27T09:21:35.627" v="19162" actId="12789"/>
          <ac:spMkLst>
            <pc:docMk/>
            <pc:sldMk cId="3440771626" sldId="2147480832"/>
            <ac:spMk id="66" creationId="{5ABF45A9-CCB1-66DA-C124-C0E52D599EA6}"/>
          </ac:spMkLst>
        </pc:spChg>
        <pc:spChg chg="add mod">
          <ac:chgData name="Takeuchi, Koichiro" userId="b3848a05-443b-4434-8fa5-7398ca0c03c9" providerId="ADAL" clId="{0BCE8C6C-860B-4961-8907-604115D89DF6}" dt="2024-06-27T09:21:33.181" v="19161" actId="12789"/>
          <ac:spMkLst>
            <pc:docMk/>
            <pc:sldMk cId="3440771626" sldId="2147480832"/>
            <ac:spMk id="67" creationId="{886FD268-E29F-3C85-6C72-CD6DC97276EB}"/>
          </ac:spMkLst>
        </pc:spChg>
        <pc:spChg chg="add mod">
          <ac:chgData name="Takeuchi, Koichiro" userId="b3848a05-443b-4434-8fa5-7398ca0c03c9" providerId="ADAL" clId="{0BCE8C6C-860B-4961-8907-604115D89DF6}" dt="2024-06-27T09:21:33.181" v="19161" actId="12789"/>
          <ac:spMkLst>
            <pc:docMk/>
            <pc:sldMk cId="3440771626" sldId="2147480832"/>
            <ac:spMk id="68" creationId="{E52D3180-113A-9911-EA73-5CFAAAED888F}"/>
          </ac:spMkLst>
        </pc:spChg>
        <pc:spChg chg="add mod">
          <ac:chgData name="Takeuchi, Koichiro" userId="b3848a05-443b-4434-8fa5-7398ca0c03c9" providerId="ADAL" clId="{0BCE8C6C-860B-4961-8907-604115D89DF6}" dt="2024-06-27T09:21:19.703" v="19150" actId="571"/>
          <ac:spMkLst>
            <pc:docMk/>
            <pc:sldMk cId="3440771626" sldId="2147480832"/>
            <ac:spMk id="69" creationId="{CD30A7D0-1919-AF98-59F8-840E1BC993D9}"/>
          </ac:spMkLst>
        </pc:spChg>
        <pc:spChg chg="add del mod">
          <ac:chgData name="Takeuchi, Koichiro" userId="b3848a05-443b-4434-8fa5-7398ca0c03c9" providerId="ADAL" clId="{0BCE8C6C-860B-4961-8907-604115D89DF6}" dt="2024-06-27T09:23:41.351" v="19191"/>
          <ac:spMkLst>
            <pc:docMk/>
            <pc:sldMk cId="3440771626" sldId="2147480832"/>
            <ac:spMk id="70" creationId="{1B549427-AD21-FC8C-0246-361DDE7C0281}"/>
          </ac:spMkLst>
        </pc:spChg>
        <pc:spChg chg="add del mod">
          <ac:chgData name="Takeuchi, Koichiro" userId="b3848a05-443b-4434-8fa5-7398ca0c03c9" providerId="ADAL" clId="{0BCE8C6C-860B-4961-8907-604115D89DF6}" dt="2024-06-27T09:23:41.351" v="19191"/>
          <ac:spMkLst>
            <pc:docMk/>
            <pc:sldMk cId="3440771626" sldId="2147480832"/>
            <ac:spMk id="71" creationId="{8E6E1D07-1EE3-89FC-2092-ABF68A277B35}"/>
          </ac:spMkLst>
        </pc:spChg>
        <pc:spChg chg="mod">
          <ac:chgData name="Takeuchi, Koichiro" userId="b3848a05-443b-4434-8fa5-7398ca0c03c9" providerId="ADAL" clId="{0BCE8C6C-860B-4961-8907-604115D89DF6}" dt="2024-06-27T09:23:35.633" v="19188"/>
          <ac:spMkLst>
            <pc:docMk/>
            <pc:sldMk cId="3440771626" sldId="2147480832"/>
            <ac:spMk id="72" creationId="{B09C6289-A0F9-E762-3F8E-DC042302A1A5}"/>
          </ac:spMkLst>
        </pc:spChg>
        <pc:spChg chg="mod ord">
          <ac:chgData name="Takeuchi, Koichiro" userId="b3848a05-443b-4434-8fa5-7398ca0c03c9" providerId="ADAL" clId="{0BCE8C6C-860B-4961-8907-604115D89DF6}" dt="2024-06-27T09:23:45.264" v="19192" actId="167"/>
          <ac:spMkLst>
            <pc:docMk/>
            <pc:sldMk cId="3440771626" sldId="2147480832"/>
            <ac:spMk id="73" creationId="{24229A36-26B6-143E-63E1-F8AF144C6AC1}"/>
          </ac:spMkLst>
        </pc:spChg>
        <pc:spChg chg="add mod">
          <ac:chgData name="Takeuchi, Koichiro" userId="b3848a05-443b-4434-8fa5-7398ca0c03c9" providerId="ADAL" clId="{0BCE8C6C-860B-4961-8907-604115D89DF6}" dt="2024-06-27T09:25:34.972" v="19435" actId="1035"/>
          <ac:spMkLst>
            <pc:docMk/>
            <pc:sldMk cId="3440771626" sldId="2147480832"/>
            <ac:spMk id="74" creationId="{C3E3AD82-E1D5-D1A1-56BB-1922A92AC7BD}"/>
          </ac:spMkLst>
        </pc:spChg>
        <pc:spChg chg="mod">
          <ac:chgData name="Takeuchi, Koichiro" userId="b3848a05-443b-4434-8fa5-7398ca0c03c9" providerId="ADAL" clId="{0BCE8C6C-860B-4961-8907-604115D89DF6}" dt="2024-06-27T09:06:07.643" v="18414" actId="207"/>
          <ac:spMkLst>
            <pc:docMk/>
            <pc:sldMk cId="3440771626" sldId="2147480832"/>
            <ac:spMk id="75" creationId="{259D5601-F7A4-9E37-5B38-041897564AC6}"/>
          </ac:spMkLst>
        </pc:spChg>
        <pc:spChg chg="mod">
          <ac:chgData name="Takeuchi, Koichiro" userId="b3848a05-443b-4434-8fa5-7398ca0c03c9" providerId="ADAL" clId="{0BCE8C6C-860B-4961-8907-604115D89DF6}" dt="2024-06-27T09:06:07.643" v="18414" actId="207"/>
          <ac:spMkLst>
            <pc:docMk/>
            <pc:sldMk cId="3440771626" sldId="2147480832"/>
            <ac:spMk id="77" creationId="{BD0BC7C3-CD39-C14E-2EA1-9B97F1441834}"/>
          </ac:spMkLst>
        </pc:spChg>
        <pc:spChg chg="mod">
          <ac:chgData name="Takeuchi, Koichiro" userId="b3848a05-443b-4434-8fa5-7398ca0c03c9" providerId="ADAL" clId="{0BCE8C6C-860B-4961-8907-604115D89DF6}" dt="2024-06-27T09:06:07.643" v="18414" actId="207"/>
          <ac:spMkLst>
            <pc:docMk/>
            <pc:sldMk cId="3440771626" sldId="2147480832"/>
            <ac:spMk id="78" creationId="{FEA6D6A3-6F0A-1214-A01F-411341C529BB}"/>
          </ac:spMkLst>
        </pc:spChg>
        <pc:spChg chg="mod">
          <ac:chgData name="Takeuchi, Koichiro" userId="b3848a05-443b-4434-8fa5-7398ca0c03c9" providerId="ADAL" clId="{0BCE8C6C-860B-4961-8907-604115D89DF6}" dt="2024-06-27T09:06:07.643" v="18414" actId="207"/>
          <ac:spMkLst>
            <pc:docMk/>
            <pc:sldMk cId="3440771626" sldId="2147480832"/>
            <ac:spMk id="178" creationId="{2B563CE4-997C-0671-1FC0-EF6FB12FF81E}"/>
          </ac:spMkLst>
        </pc:spChg>
        <pc:spChg chg="mod">
          <ac:chgData name="Takeuchi, Koichiro" userId="b3848a05-443b-4434-8fa5-7398ca0c03c9" providerId="ADAL" clId="{0BCE8C6C-860B-4961-8907-604115D89DF6}" dt="2024-06-27T09:06:07.643" v="18414" actId="207"/>
          <ac:spMkLst>
            <pc:docMk/>
            <pc:sldMk cId="3440771626" sldId="2147480832"/>
            <ac:spMk id="179" creationId="{662C7231-C89D-AD70-52F5-24E6573A6A5A}"/>
          </ac:spMkLst>
        </pc:spChg>
        <pc:spChg chg="mod">
          <ac:chgData name="Takeuchi, Koichiro" userId="b3848a05-443b-4434-8fa5-7398ca0c03c9" providerId="ADAL" clId="{0BCE8C6C-860B-4961-8907-604115D89DF6}" dt="2024-06-27T09:06:07.643" v="18414" actId="207"/>
          <ac:spMkLst>
            <pc:docMk/>
            <pc:sldMk cId="3440771626" sldId="2147480832"/>
            <ac:spMk id="181" creationId="{7CC81AB1-594D-AFC0-78BD-DD4119777380}"/>
          </ac:spMkLst>
        </pc:spChg>
        <pc:spChg chg="mod">
          <ac:chgData name="Takeuchi, Koichiro" userId="b3848a05-443b-4434-8fa5-7398ca0c03c9" providerId="ADAL" clId="{0BCE8C6C-860B-4961-8907-604115D89DF6}" dt="2024-06-27T09:06:07.643" v="18414" actId="207"/>
          <ac:spMkLst>
            <pc:docMk/>
            <pc:sldMk cId="3440771626" sldId="2147480832"/>
            <ac:spMk id="182" creationId="{7196C57E-D78B-E515-F1E1-EC3D446F3914}"/>
          </ac:spMkLst>
        </pc:spChg>
        <pc:spChg chg="mod">
          <ac:chgData name="Takeuchi, Koichiro" userId="b3848a05-443b-4434-8fa5-7398ca0c03c9" providerId="ADAL" clId="{0BCE8C6C-860B-4961-8907-604115D89DF6}" dt="2024-06-27T09:06:07.643" v="18414" actId="207"/>
          <ac:spMkLst>
            <pc:docMk/>
            <pc:sldMk cId="3440771626" sldId="2147480832"/>
            <ac:spMk id="183" creationId="{1A18D167-BC4A-F171-4B12-2CE48CBFEEBD}"/>
          </ac:spMkLst>
        </pc:spChg>
        <pc:spChg chg="mod">
          <ac:chgData name="Takeuchi, Koichiro" userId="b3848a05-443b-4434-8fa5-7398ca0c03c9" providerId="ADAL" clId="{0BCE8C6C-860B-4961-8907-604115D89DF6}" dt="2024-06-27T09:06:07.643" v="18414" actId="207"/>
          <ac:spMkLst>
            <pc:docMk/>
            <pc:sldMk cId="3440771626" sldId="2147480832"/>
            <ac:spMk id="184" creationId="{07B6781A-0002-6C91-118A-9595F68C98A9}"/>
          </ac:spMkLst>
        </pc:spChg>
        <pc:spChg chg="mod">
          <ac:chgData name="Takeuchi, Koichiro" userId="b3848a05-443b-4434-8fa5-7398ca0c03c9" providerId="ADAL" clId="{0BCE8C6C-860B-4961-8907-604115D89DF6}" dt="2024-06-27T09:06:07.643" v="18414" actId="207"/>
          <ac:spMkLst>
            <pc:docMk/>
            <pc:sldMk cId="3440771626" sldId="2147480832"/>
            <ac:spMk id="185" creationId="{3090B859-B839-0E03-1FF5-529BE25B523D}"/>
          </ac:spMkLst>
        </pc:spChg>
        <pc:spChg chg="mod">
          <ac:chgData name="Takeuchi, Koichiro" userId="b3848a05-443b-4434-8fa5-7398ca0c03c9" providerId="ADAL" clId="{0BCE8C6C-860B-4961-8907-604115D89DF6}" dt="2024-06-27T09:06:07.643" v="18414" actId="207"/>
          <ac:spMkLst>
            <pc:docMk/>
            <pc:sldMk cId="3440771626" sldId="2147480832"/>
            <ac:spMk id="186" creationId="{F57B6D85-F5F5-2003-1A35-08ABD8FDC9F0}"/>
          </ac:spMkLst>
        </pc:spChg>
        <pc:spChg chg="mod">
          <ac:chgData name="Takeuchi, Koichiro" userId="b3848a05-443b-4434-8fa5-7398ca0c03c9" providerId="ADAL" clId="{0BCE8C6C-860B-4961-8907-604115D89DF6}" dt="2024-06-27T09:06:07.643" v="18414" actId="207"/>
          <ac:spMkLst>
            <pc:docMk/>
            <pc:sldMk cId="3440771626" sldId="2147480832"/>
            <ac:spMk id="187" creationId="{AA240F69-AE43-A9F6-02D9-3B3597305FD4}"/>
          </ac:spMkLst>
        </pc:spChg>
        <pc:spChg chg="mod">
          <ac:chgData name="Takeuchi, Koichiro" userId="b3848a05-443b-4434-8fa5-7398ca0c03c9" providerId="ADAL" clId="{0BCE8C6C-860B-4961-8907-604115D89DF6}" dt="2024-06-27T09:06:07.643" v="18414" actId="207"/>
          <ac:spMkLst>
            <pc:docMk/>
            <pc:sldMk cId="3440771626" sldId="2147480832"/>
            <ac:spMk id="188" creationId="{F4F321B6-A683-A81D-33EC-FA0B944FF201}"/>
          </ac:spMkLst>
        </pc:spChg>
        <pc:spChg chg="mod">
          <ac:chgData name="Takeuchi, Koichiro" userId="b3848a05-443b-4434-8fa5-7398ca0c03c9" providerId="ADAL" clId="{0BCE8C6C-860B-4961-8907-604115D89DF6}" dt="2024-06-27T09:06:07.643" v="18414" actId="207"/>
          <ac:spMkLst>
            <pc:docMk/>
            <pc:sldMk cId="3440771626" sldId="2147480832"/>
            <ac:spMk id="189" creationId="{E8F97E9A-8132-2D11-6001-9A3F3AECEF9F}"/>
          </ac:spMkLst>
        </pc:spChg>
        <pc:spChg chg="del">
          <ac:chgData name="Takeuchi, Koichiro" userId="b3848a05-443b-4434-8fa5-7398ca0c03c9" providerId="ADAL" clId="{0BCE8C6C-860B-4961-8907-604115D89DF6}" dt="2024-06-27T09:00:22.963" v="18272" actId="478"/>
          <ac:spMkLst>
            <pc:docMk/>
            <pc:sldMk cId="3440771626" sldId="2147480832"/>
            <ac:spMk id="208" creationId="{531F8940-1EFE-DA00-53F1-5015FAE21735}"/>
          </ac:spMkLst>
        </pc:spChg>
        <pc:spChg chg="del">
          <ac:chgData name="Takeuchi, Koichiro" userId="b3848a05-443b-4434-8fa5-7398ca0c03c9" providerId="ADAL" clId="{0BCE8C6C-860B-4961-8907-604115D89DF6}" dt="2024-06-27T09:00:22.963" v="18272" actId="478"/>
          <ac:spMkLst>
            <pc:docMk/>
            <pc:sldMk cId="3440771626" sldId="2147480832"/>
            <ac:spMk id="209" creationId="{30B282B6-9750-FA8B-6C51-A5917F777134}"/>
          </ac:spMkLst>
        </pc:spChg>
        <pc:spChg chg="del">
          <ac:chgData name="Takeuchi, Koichiro" userId="b3848a05-443b-4434-8fa5-7398ca0c03c9" providerId="ADAL" clId="{0BCE8C6C-860B-4961-8907-604115D89DF6}" dt="2024-06-27T09:00:22.963" v="18272" actId="478"/>
          <ac:spMkLst>
            <pc:docMk/>
            <pc:sldMk cId="3440771626" sldId="2147480832"/>
            <ac:spMk id="210" creationId="{35CE46D5-A796-E027-5CAC-CF70DF116A4B}"/>
          </ac:spMkLst>
        </pc:spChg>
        <pc:spChg chg="del">
          <ac:chgData name="Takeuchi, Koichiro" userId="b3848a05-443b-4434-8fa5-7398ca0c03c9" providerId="ADAL" clId="{0BCE8C6C-860B-4961-8907-604115D89DF6}" dt="2024-06-27T09:00:22.963" v="18272" actId="478"/>
          <ac:spMkLst>
            <pc:docMk/>
            <pc:sldMk cId="3440771626" sldId="2147480832"/>
            <ac:spMk id="211" creationId="{AFF9BE76-BCFA-CBD5-8E5B-971A0279D4FD}"/>
          </ac:spMkLst>
        </pc:spChg>
        <pc:spChg chg="del">
          <ac:chgData name="Takeuchi, Koichiro" userId="b3848a05-443b-4434-8fa5-7398ca0c03c9" providerId="ADAL" clId="{0BCE8C6C-860B-4961-8907-604115D89DF6}" dt="2024-06-27T09:00:22.963" v="18272" actId="478"/>
          <ac:spMkLst>
            <pc:docMk/>
            <pc:sldMk cId="3440771626" sldId="2147480832"/>
            <ac:spMk id="212" creationId="{14A9D9A1-4AEE-599B-32A1-C126CF147B38}"/>
          </ac:spMkLst>
        </pc:spChg>
        <pc:spChg chg="del">
          <ac:chgData name="Takeuchi, Koichiro" userId="b3848a05-443b-4434-8fa5-7398ca0c03c9" providerId="ADAL" clId="{0BCE8C6C-860B-4961-8907-604115D89DF6}" dt="2024-06-27T09:00:22.963" v="18272" actId="478"/>
          <ac:spMkLst>
            <pc:docMk/>
            <pc:sldMk cId="3440771626" sldId="2147480832"/>
            <ac:spMk id="213" creationId="{4E7C820E-2345-BB83-143F-E8B2E618B28D}"/>
          </ac:spMkLst>
        </pc:spChg>
        <pc:spChg chg="del">
          <ac:chgData name="Takeuchi, Koichiro" userId="b3848a05-443b-4434-8fa5-7398ca0c03c9" providerId="ADAL" clId="{0BCE8C6C-860B-4961-8907-604115D89DF6}" dt="2024-06-27T09:00:22.963" v="18272" actId="478"/>
          <ac:spMkLst>
            <pc:docMk/>
            <pc:sldMk cId="3440771626" sldId="2147480832"/>
            <ac:spMk id="214" creationId="{8912081A-38C7-6169-5113-49BD0264F6FF}"/>
          </ac:spMkLst>
        </pc:spChg>
        <pc:spChg chg="del">
          <ac:chgData name="Takeuchi, Koichiro" userId="b3848a05-443b-4434-8fa5-7398ca0c03c9" providerId="ADAL" clId="{0BCE8C6C-860B-4961-8907-604115D89DF6}" dt="2024-06-27T09:00:22.963" v="18272" actId="478"/>
          <ac:spMkLst>
            <pc:docMk/>
            <pc:sldMk cId="3440771626" sldId="2147480832"/>
            <ac:spMk id="215" creationId="{43FD22A2-8270-CE73-7B7D-6930666C3742}"/>
          </ac:spMkLst>
        </pc:spChg>
        <pc:spChg chg="del">
          <ac:chgData name="Takeuchi, Koichiro" userId="b3848a05-443b-4434-8fa5-7398ca0c03c9" providerId="ADAL" clId="{0BCE8C6C-860B-4961-8907-604115D89DF6}" dt="2024-06-27T09:00:22.963" v="18272" actId="478"/>
          <ac:spMkLst>
            <pc:docMk/>
            <pc:sldMk cId="3440771626" sldId="2147480832"/>
            <ac:spMk id="216" creationId="{D1D443BD-5FF5-0466-8254-D380AA63B39F}"/>
          </ac:spMkLst>
        </pc:spChg>
        <pc:spChg chg="del">
          <ac:chgData name="Takeuchi, Koichiro" userId="b3848a05-443b-4434-8fa5-7398ca0c03c9" providerId="ADAL" clId="{0BCE8C6C-860B-4961-8907-604115D89DF6}" dt="2024-06-27T09:00:22.963" v="18272" actId="478"/>
          <ac:spMkLst>
            <pc:docMk/>
            <pc:sldMk cId="3440771626" sldId="2147480832"/>
            <ac:spMk id="217" creationId="{040B7B0C-2E0B-336E-FC0D-9741329C79D8}"/>
          </ac:spMkLst>
        </pc:spChg>
        <pc:spChg chg="del">
          <ac:chgData name="Takeuchi, Koichiro" userId="b3848a05-443b-4434-8fa5-7398ca0c03c9" providerId="ADAL" clId="{0BCE8C6C-860B-4961-8907-604115D89DF6}" dt="2024-06-27T09:00:22.963" v="18272" actId="478"/>
          <ac:spMkLst>
            <pc:docMk/>
            <pc:sldMk cId="3440771626" sldId="2147480832"/>
            <ac:spMk id="218" creationId="{C5672CB1-C2C8-588F-CB81-5A4F126EB313}"/>
          </ac:spMkLst>
        </pc:spChg>
        <pc:spChg chg="mod">
          <ac:chgData name="Takeuchi, Koichiro" userId="b3848a05-443b-4434-8fa5-7398ca0c03c9" providerId="ADAL" clId="{0BCE8C6C-860B-4961-8907-604115D89DF6}" dt="2024-06-27T09:06:07.643" v="18414" actId="207"/>
          <ac:spMkLst>
            <pc:docMk/>
            <pc:sldMk cId="3440771626" sldId="2147480832"/>
            <ac:spMk id="222" creationId="{35CDF988-BC75-346A-892B-F1012C18B7ED}"/>
          </ac:spMkLst>
        </pc:spChg>
        <pc:spChg chg="del">
          <ac:chgData name="Takeuchi, Koichiro" userId="b3848a05-443b-4434-8fa5-7398ca0c03c9" providerId="ADAL" clId="{0BCE8C6C-860B-4961-8907-604115D89DF6}" dt="2024-06-27T09:00:22.963" v="18272" actId="478"/>
          <ac:spMkLst>
            <pc:docMk/>
            <pc:sldMk cId="3440771626" sldId="2147480832"/>
            <ac:spMk id="224" creationId="{85BC9C2E-C34B-E93D-65E3-92129BE29BF3}"/>
          </ac:spMkLst>
        </pc:spChg>
        <pc:spChg chg="mod">
          <ac:chgData name="Takeuchi, Koichiro" userId="b3848a05-443b-4434-8fa5-7398ca0c03c9" providerId="ADAL" clId="{0BCE8C6C-860B-4961-8907-604115D89DF6}" dt="2024-06-27T09:06:07.643" v="18414" actId="207"/>
          <ac:spMkLst>
            <pc:docMk/>
            <pc:sldMk cId="3440771626" sldId="2147480832"/>
            <ac:spMk id="225" creationId="{513D32F9-642B-3EFA-3570-EFC5C5499E57}"/>
          </ac:spMkLst>
        </pc:spChg>
        <pc:spChg chg="del">
          <ac:chgData name="Takeuchi, Koichiro" userId="b3848a05-443b-4434-8fa5-7398ca0c03c9" providerId="ADAL" clId="{0BCE8C6C-860B-4961-8907-604115D89DF6}" dt="2024-06-27T09:00:22.963" v="18272" actId="478"/>
          <ac:spMkLst>
            <pc:docMk/>
            <pc:sldMk cId="3440771626" sldId="2147480832"/>
            <ac:spMk id="227" creationId="{3791F0AB-B144-EA72-B581-3B967285A068}"/>
          </ac:spMkLst>
        </pc:spChg>
        <pc:spChg chg="mod">
          <ac:chgData name="Takeuchi, Koichiro" userId="b3848a05-443b-4434-8fa5-7398ca0c03c9" providerId="ADAL" clId="{0BCE8C6C-860B-4961-8907-604115D89DF6}" dt="2024-06-27T09:06:07.643" v="18414" actId="207"/>
          <ac:spMkLst>
            <pc:docMk/>
            <pc:sldMk cId="3440771626" sldId="2147480832"/>
            <ac:spMk id="251" creationId="{81507707-9F80-FF46-842A-73FC5851881F}"/>
          </ac:spMkLst>
        </pc:spChg>
        <pc:spChg chg="mod">
          <ac:chgData name="Takeuchi, Koichiro" userId="b3848a05-443b-4434-8fa5-7398ca0c03c9" providerId="ADAL" clId="{0BCE8C6C-860B-4961-8907-604115D89DF6}" dt="2024-06-27T09:07:50.445" v="18489" actId="207"/>
          <ac:spMkLst>
            <pc:docMk/>
            <pc:sldMk cId="3440771626" sldId="2147480832"/>
            <ac:spMk id="255" creationId="{8DF0C800-9480-1D55-C3A5-A90B83D54F6D}"/>
          </ac:spMkLst>
        </pc:spChg>
        <pc:spChg chg="del">
          <ac:chgData name="Takeuchi, Koichiro" userId="b3848a05-443b-4434-8fa5-7398ca0c03c9" providerId="ADAL" clId="{0BCE8C6C-860B-4961-8907-604115D89DF6}" dt="2024-06-27T09:00:22.963" v="18272" actId="478"/>
          <ac:spMkLst>
            <pc:docMk/>
            <pc:sldMk cId="3440771626" sldId="2147480832"/>
            <ac:spMk id="263" creationId="{23249CE0-6054-8C26-59F0-EDA6D641ABCC}"/>
          </ac:spMkLst>
        </pc:spChg>
        <pc:spChg chg="mod">
          <ac:chgData name="Takeuchi, Koichiro" userId="b3848a05-443b-4434-8fa5-7398ca0c03c9" providerId="ADAL" clId="{0BCE8C6C-860B-4961-8907-604115D89DF6}" dt="2024-06-27T09:06:07.643" v="18414" actId="207"/>
          <ac:spMkLst>
            <pc:docMk/>
            <pc:sldMk cId="3440771626" sldId="2147480832"/>
            <ac:spMk id="307" creationId="{A30F2A7E-74DF-AB94-8078-83D7E13CCB00}"/>
          </ac:spMkLst>
        </pc:spChg>
        <pc:spChg chg="del">
          <ac:chgData name="Takeuchi, Koichiro" userId="b3848a05-443b-4434-8fa5-7398ca0c03c9" providerId="ADAL" clId="{0BCE8C6C-860B-4961-8907-604115D89DF6}" dt="2024-06-27T09:00:22.963" v="18272" actId="478"/>
          <ac:spMkLst>
            <pc:docMk/>
            <pc:sldMk cId="3440771626" sldId="2147480832"/>
            <ac:spMk id="308" creationId="{48AD3ECE-2A9A-A9F8-0CBE-5B277B5774CE}"/>
          </ac:spMkLst>
        </pc:spChg>
        <pc:grpChg chg="mod">
          <ac:chgData name="Takeuchi, Koichiro" userId="b3848a05-443b-4434-8fa5-7398ca0c03c9" providerId="ADAL" clId="{0BCE8C6C-860B-4961-8907-604115D89DF6}" dt="2024-06-27T09:06:07.643" v="18414" actId="207"/>
          <ac:grpSpMkLst>
            <pc:docMk/>
            <pc:sldMk cId="3440771626" sldId="2147480832"/>
            <ac:grpSpMk id="3" creationId="{E7C2F6B4-B08F-1C31-681A-3B6EB5A30FD3}"/>
          </ac:grpSpMkLst>
        </pc:grpChg>
        <pc:grpChg chg="mod">
          <ac:chgData name="Takeuchi, Koichiro" userId="b3848a05-443b-4434-8fa5-7398ca0c03c9" providerId="ADAL" clId="{0BCE8C6C-860B-4961-8907-604115D89DF6}" dt="2024-06-27T09:06:07.643" v="18414" actId="207"/>
          <ac:grpSpMkLst>
            <pc:docMk/>
            <pc:sldMk cId="3440771626" sldId="2147480832"/>
            <ac:grpSpMk id="6" creationId="{700CCA30-8242-5458-5993-8558AF2A708C}"/>
          </ac:grpSpMkLst>
        </pc:grpChg>
        <pc:grpChg chg="mod">
          <ac:chgData name="Takeuchi, Koichiro" userId="b3848a05-443b-4434-8fa5-7398ca0c03c9" providerId="ADAL" clId="{0BCE8C6C-860B-4961-8907-604115D89DF6}" dt="2024-06-27T09:06:07.643" v="18414" actId="207"/>
          <ac:grpSpMkLst>
            <pc:docMk/>
            <pc:sldMk cId="3440771626" sldId="2147480832"/>
            <ac:grpSpMk id="25" creationId="{2A54FA47-0E35-1A7B-2118-B7581D0D08E2}"/>
          </ac:grpSpMkLst>
        </pc:grpChg>
        <pc:grpChg chg="mod">
          <ac:chgData name="Takeuchi, Koichiro" userId="b3848a05-443b-4434-8fa5-7398ca0c03c9" providerId="ADAL" clId="{0BCE8C6C-860B-4961-8907-604115D89DF6}" dt="2024-06-27T09:13:15.197" v="18684" actId="1036"/>
          <ac:grpSpMkLst>
            <pc:docMk/>
            <pc:sldMk cId="3440771626" sldId="2147480832"/>
            <ac:grpSpMk id="44" creationId="{0268E6E6-0163-7AB8-FE04-4731C4A726D4}"/>
          </ac:grpSpMkLst>
        </pc:grpChg>
        <pc:grpChg chg="mod">
          <ac:chgData name="Takeuchi, Koichiro" userId="b3848a05-443b-4434-8fa5-7398ca0c03c9" providerId="ADAL" clId="{0BCE8C6C-860B-4961-8907-604115D89DF6}" dt="2024-06-27T09:05:01.020" v="18406" actId="553"/>
          <ac:grpSpMkLst>
            <pc:docMk/>
            <pc:sldMk cId="3440771626" sldId="2147480832"/>
            <ac:grpSpMk id="50" creationId="{ACEFCF3C-2616-77E0-F8EF-14862CC5C5D9}"/>
          </ac:grpSpMkLst>
        </pc:grpChg>
        <pc:grpChg chg="mod">
          <ac:chgData name="Takeuchi, Koichiro" userId="b3848a05-443b-4434-8fa5-7398ca0c03c9" providerId="ADAL" clId="{0BCE8C6C-860B-4961-8907-604115D89DF6}" dt="2024-06-27T09:06:07.643" v="18414" actId="207"/>
          <ac:grpSpMkLst>
            <pc:docMk/>
            <pc:sldMk cId="3440771626" sldId="2147480832"/>
            <ac:grpSpMk id="253" creationId="{57EDF151-EDB9-13C6-5073-717E1CB3AEBB}"/>
          </ac:grpSpMkLst>
        </pc:grpChg>
        <pc:grpChg chg="del">
          <ac:chgData name="Takeuchi, Koichiro" userId="b3848a05-443b-4434-8fa5-7398ca0c03c9" providerId="ADAL" clId="{0BCE8C6C-860B-4961-8907-604115D89DF6}" dt="2024-06-27T09:00:22.963" v="18272" actId="478"/>
          <ac:grpSpMkLst>
            <pc:docMk/>
            <pc:sldMk cId="3440771626" sldId="2147480832"/>
            <ac:grpSpMk id="259" creationId="{BD742AFC-913D-9D9A-8B50-52664690A895}"/>
          </ac:grpSpMkLst>
        </pc:grpChg>
        <pc:cxnChg chg="mod">
          <ac:chgData name="Takeuchi, Koichiro" userId="b3848a05-443b-4434-8fa5-7398ca0c03c9" providerId="ADAL" clId="{0BCE8C6C-860B-4961-8907-604115D89DF6}" dt="2024-06-27T09:02:57.164" v="18366" actId="408"/>
          <ac:cxnSpMkLst>
            <pc:docMk/>
            <pc:sldMk cId="3440771626" sldId="2147480832"/>
            <ac:cxnSpMk id="22" creationId="{130F5DBF-645B-D8CF-3BD2-17554BC75219}"/>
          </ac:cxnSpMkLst>
        </pc:cxnChg>
        <pc:cxnChg chg="mod">
          <ac:chgData name="Takeuchi, Koichiro" userId="b3848a05-443b-4434-8fa5-7398ca0c03c9" providerId="ADAL" clId="{0BCE8C6C-860B-4961-8907-604115D89DF6}" dt="2024-06-27T09:02:57.164" v="18366" actId="408"/>
          <ac:cxnSpMkLst>
            <pc:docMk/>
            <pc:sldMk cId="3440771626" sldId="2147480832"/>
            <ac:cxnSpMk id="23" creationId="{9A7CA008-4115-3C2A-02F7-6DD94000A43F}"/>
          </ac:cxnSpMkLst>
        </pc:cxnChg>
        <pc:cxnChg chg="mod">
          <ac:chgData name="Takeuchi, Koichiro" userId="b3848a05-443b-4434-8fa5-7398ca0c03c9" providerId="ADAL" clId="{0BCE8C6C-860B-4961-8907-604115D89DF6}" dt="2024-06-27T09:02:57.164" v="18366" actId="408"/>
          <ac:cxnSpMkLst>
            <pc:docMk/>
            <pc:sldMk cId="3440771626" sldId="2147480832"/>
            <ac:cxnSpMk id="27" creationId="{DE7AA20C-F602-DBEA-0FB0-4C3CE1A0FA43}"/>
          </ac:cxnSpMkLst>
        </pc:cxnChg>
        <pc:cxnChg chg="add mod">
          <ac:chgData name="Takeuchi, Koichiro" userId="b3848a05-443b-4434-8fa5-7398ca0c03c9" providerId="ADAL" clId="{0BCE8C6C-860B-4961-8907-604115D89DF6}" dt="2024-06-27T09:25:46.385" v="19438" actId="14100"/>
          <ac:cxnSpMkLst>
            <pc:docMk/>
            <pc:sldMk cId="3440771626" sldId="2147480832"/>
            <ac:cxnSpMk id="76" creationId="{0BAFDF68-54E0-523B-45C2-C793ED8C36BB}"/>
          </ac:cxnSpMkLst>
        </pc:cxnChg>
        <pc:cxnChg chg="mod">
          <ac:chgData name="Takeuchi, Koichiro" userId="b3848a05-443b-4434-8fa5-7398ca0c03c9" providerId="ADAL" clId="{0BCE8C6C-860B-4961-8907-604115D89DF6}" dt="2024-06-27T09:05:01.020" v="18406" actId="553"/>
          <ac:cxnSpMkLst>
            <pc:docMk/>
            <pc:sldMk cId="3440771626" sldId="2147480832"/>
            <ac:cxnSpMk id="109" creationId="{3275AEDC-025C-4B1F-4533-4B10EE78329F}"/>
          </ac:cxnSpMkLst>
        </pc:cxnChg>
        <pc:cxnChg chg="mod">
          <ac:chgData name="Takeuchi, Koichiro" userId="b3848a05-443b-4434-8fa5-7398ca0c03c9" providerId="ADAL" clId="{0BCE8C6C-860B-4961-8907-604115D89DF6}" dt="2024-06-27T09:05:01.020" v="18406" actId="553"/>
          <ac:cxnSpMkLst>
            <pc:docMk/>
            <pc:sldMk cId="3440771626" sldId="2147480832"/>
            <ac:cxnSpMk id="125" creationId="{8787CE3C-CA7A-A3BE-09AF-744A7190F664}"/>
          </ac:cxnSpMkLst>
        </pc:cxnChg>
        <pc:cxnChg chg="mod">
          <ac:chgData name="Takeuchi, Koichiro" userId="b3848a05-443b-4434-8fa5-7398ca0c03c9" providerId="ADAL" clId="{0BCE8C6C-860B-4961-8907-604115D89DF6}" dt="2024-06-27T09:05:01.020" v="18406" actId="553"/>
          <ac:cxnSpMkLst>
            <pc:docMk/>
            <pc:sldMk cId="3440771626" sldId="2147480832"/>
            <ac:cxnSpMk id="139" creationId="{8DC7AD91-655E-054E-7D1E-D98A085B9247}"/>
          </ac:cxnSpMkLst>
        </pc:cxnChg>
        <pc:cxnChg chg="mod">
          <ac:chgData name="Takeuchi, Koichiro" userId="b3848a05-443b-4434-8fa5-7398ca0c03c9" providerId="ADAL" clId="{0BCE8C6C-860B-4961-8907-604115D89DF6}" dt="2024-06-27T09:05:01.020" v="18406" actId="553"/>
          <ac:cxnSpMkLst>
            <pc:docMk/>
            <pc:sldMk cId="3440771626" sldId="2147480832"/>
            <ac:cxnSpMk id="143" creationId="{3D096BD8-6E6E-D250-30BE-A545DA8F82A5}"/>
          </ac:cxnSpMkLst>
        </pc:cxnChg>
        <pc:cxnChg chg="mod">
          <ac:chgData name="Takeuchi, Koichiro" userId="b3848a05-443b-4434-8fa5-7398ca0c03c9" providerId="ADAL" clId="{0BCE8C6C-860B-4961-8907-604115D89DF6}" dt="2024-06-27T09:04:52.457" v="18405" actId="1035"/>
          <ac:cxnSpMkLst>
            <pc:docMk/>
            <pc:sldMk cId="3440771626" sldId="2147480832"/>
            <ac:cxnSpMk id="157" creationId="{764E6D94-9419-4754-ED19-BFD46C6C1A65}"/>
          </ac:cxnSpMkLst>
        </pc:cxnChg>
        <pc:cxnChg chg="mod">
          <ac:chgData name="Takeuchi, Koichiro" userId="b3848a05-443b-4434-8fa5-7398ca0c03c9" providerId="ADAL" clId="{0BCE8C6C-860B-4961-8907-604115D89DF6}" dt="2024-06-27T09:05:01.020" v="18406" actId="553"/>
          <ac:cxnSpMkLst>
            <pc:docMk/>
            <pc:sldMk cId="3440771626" sldId="2147480832"/>
            <ac:cxnSpMk id="166" creationId="{748D00FA-2792-8498-BF5D-97F9B7851A9B}"/>
          </ac:cxnSpMkLst>
        </pc:cxnChg>
        <pc:cxnChg chg="mod">
          <ac:chgData name="Takeuchi, Koichiro" userId="b3848a05-443b-4434-8fa5-7398ca0c03c9" providerId="ADAL" clId="{0BCE8C6C-860B-4961-8907-604115D89DF6}" dt="2024-06-27T09:05:01.020" v="18406" actId="553"/>
          <ac:cxnSpMkLst>
            <pc:docMk/>
            <pc:sldMk cId="3440771626" sldId="2147480832"/>
            <ac:cxnSpMk id="170" creationId="{2ADDD7AE-3528-F939-719E-C0D38A3797CB}"/>
          </ac:cxnSpMkLst>
        </pc:cxnChg>
        <pc:cxnChg chg="mod">
          <ac:chgData name="Takeuchi, Koichiro" userId="b3848a05-443b-4434-8fa5-7398ca0c03c9" providerId="ADAL" clId="{0BCE8C6C-860B-4961-8907-604115D89DF6}" dt="2024-06-27T09:06:07.643" v="18414" actId="207"/>
          <ac:cxnSpMkLst>
            <pc:docMk/>
            <pc:sldMk cId="3440771626" sldId="2147480832"/>
            <ac:cxnSpMk id="254" creationId="{5C861572-EEC9-BBEF-2F11-DFB023AA7061}"/>
          </ac:cxnSpMkLst>
        </pc:cxnChg>
        <pc:cxnChg chg="mod">
          <ac:chgData name="Takeuchi, Koichiro" userId="b3848a05-443b-4434-8fa5-7398ca0c03c9" providerId="ADAL" clId="{0BCE8C6C-860B-4961-8907-604115D89DF6}" dt="2024-06-27T09:05:01.020" v="18406" actId="553"/>
          <ac:cxnSpMkLst>
            <pc:docMk/>
            <pc:sldMk cId="3440771626" sldId="2147480832"/>
            <ac:cxnSpMk id="264" creationId="{385B9B26-B71D-9B4C-F7A0-8961317E1B61}"/>
          </ac:cxnSpMkLst>
        </pc:cxnChg>
        <pc:cxnChg chg="mod">
          <ac:chgData name="Takeuchi, Koichiro" userId="b3848a05-443b-4434-8fa5-7398ca0c03c9" providerId="ADAL" clId="{0BCE8C6C-860B-4961-8907-604115D89DF6}" dt="2024-06-27T09:05:01.020" v="18406" actId="553"/>
          <ac:cxnSpMkLst>
            <pc:docMk/>
            <pc:sldMk cId="3440771626" sldId="2147480832"/>
            <ac:cxnSpMk id="267" creationId="{7E1275D6-8FA2-56D3-B25F-A5E28E63D9E7}"/>
          </ac:cxnSpMkLst>
        </pc:cxnChg>
        <pc:cxnChg chg="mod">
          <ac:chgData name="Takeuchi, Koichiro" userId="b3848a05-443b-4434-8fa5-7398ca0c03c9" providerId="ADAL" clId="{0BCE8C6C-860B-4961-8907-604115D89DF6}" dt="2024-06-27T09:05:01.020" v="18406" actId="553"/>
          <ac:cxnSpMkLst>
            <pc:docMk/>
            <pc:sldMk cId="3440771626" sldId="2147480832"/>
            <ac:cxnSpMk id="270" creationId="{4FD0BED1-7F6D-FC1C-A1A1-6E4499C52AA9}"/>
          </ac:cxnSpMkLst>
        </pc:cxnChg>
        <pc:cxnChg chg="mod">
          <ac:chgData name="Takeuchi, Koichiro" userId="b3848a05-443b-4434-8fa5-7398ca0c03c9" providerId="ADAL" clId="{0BCE8C6C-860B-4961-8907-604115D89DF6}" dt="2024-06-27T09:05:01.020" v="18406" actId="553"/>
          <ac:cxnSpMkLst>
            <pc:docMk/>
            <pc:sldMk cId="3440771626" sldId="2147480832"/>
            <ac:cxnSpMk id="273" creationId="{7ED6C6F1-6270-F8AB-F2C3-61EDDCEDB5FF}"/>
          </ac:cxnSpMkLst>
        </pc:cxnChg>
        <pc:cxnChg chg="mod">
          <ac:chgData name="Takeuchi, Koichiro" userId="b3848a05-443b-4434-8fa5-7398ca0c03c9" providerId="ADAL" clId="{0BCE8C6C-860B-4961-8907-604115D89DF6}" dt="2024-06-27T09:05:01.020" v="18406" actId="553"/>
          <ac:cxnSpMkLst>
            <pc:docMk/>
            <pc:sldMk cId="3440771626" sldId="2147480832"/>
            <ac:cxnSpMk id="276" creationId="{B7276D31-C93D-296A-6B31-EE4D9C0BAEF7}"/>
          </ac:cxnSpMkLst>
        </pc:cxnChg>
        <pc:cxnChg chg="mod">
          <ac:chgData name="Takeuchi, Koichiro" userId="b3848a05-443b-4434-8fa5-7398ca0c03c9" providerId="ADAL" clId="{0BCE8C6C-860B-4961-8907-604115D89DF6}" dt="2024-06-27T09:05:01.020" v="18406" actId="553"/>
          <ac:cxnSpMkLst>
            <pc:docMk/>
            <pc:sldMk cId="3440771626" sldId="2147480832"/>
            <ac:cxnSpMk id="279" creationId="{EA21D8E7-AC6E-5461-1DE2-318A1AEB9EB4}"/>
          </ac:cxnSpMkLst>
        </pc:cxnChg>
        <pc:cxnChg chg="mod">
          <ac:chgData name="Takeuchi, Koichiro" userId="b3848a05-443b-4434-8fa5-7398ca0c03c9" providerId="ADAL" clId="{0BCE8C6C-860B-4961-8907-604115D89DF6}" dt="2024-06-27T09:05:01.020" v="18406" actId="553"/>
          <ac:cxnSpMkLst>
            <pc:docMk/>
            <pc:sldMk cId="3440771626" sldId="2147480832"/>
            <ac:cxnSpMk id="282" creationId="{41FC49F5-5EF5-27B0-D673-189168D5938B}"/>
          </ac:cxnSpMkLst>
        </pc:cxnChg>
        <pc:cxnChg chg="mod">
          <ac:chgData name="Takeuchi, Koichiro" userId="b3848a05-443b-4434-8fa5-7398ca0c03c9" providerId="ADAL" clId="{0BCE8C6C-860B-4961-8907-604115D89DF6}" dt="2024-06-27T09:05:01.020" v="18406" actId="553"/>
          <ac:cxnSpMkLst>
            <pc:docMk/>
            <pc:sldMk cId="3440771626" sldId="2147480832"/>
            <ac:cxnSpMk id="285" creationId="{5B0750F1-A170-B72D-56A7-FE74DB211E79}"/>
          </ac:cxnSpMkLst>
        </pc:cxnChg>
        <pc:cxnChg chg="mod">
          <ac:chgData name="Takeuchi, Koichiro" userId="b3848a05-443b-4434-8fa5-7398ca0c03c9" providerId="ADAL" clId="{0BCE8C6C-860B-4961-8907-604115D89DF6}" dt="2024-06-27T09:05:01.020" v="18406" actId="553"/>
          <ac:cxnSpMkLst>
            <pc:docMk/>
            <pc:sldMk cId="3440771626" sldId="2147480832"/>
            <ac:cxnSpMk id="288" creationId="{EFE089F9-0576-7D01-B1DA-10EDEB39A5E6}"/>
          </ac:cxnSpMkLst>
        </pc:cxnChg>
        <pc:cxnChg chg="mod">
          <ac:chgData name="Takeuchi, Koichiro" userId="b3848a05-443b-4434-8fa5-7398ca0c03c9" providerId="ADAL" clId="{0BCE8C6C-860B-4961-8907-604115D89DF6}" dt="2024-06-27T09:05:01.020" v="18406" actId="553"/>
          <ac:cxnSpMkLst>
            <pc:docMk/>
            <pc:sldMk cId="3440771626" sldId="2147480832"/>
            <ac:cxnSpMk id="291" creationId="{1E4027AE-5EAE-20A0-0ED0-05364FF26DA6}"/>
          </ac:cxnSpMkLst>
        </pc:cxnChg>
        <pc:cxnChg chg="mod">
          <ac:chgData name="Takeuchi, Koichiro" userId="b3848a05-443b-4434-8fa5-7398ca0c03c9" providerId="ADAL" clId="{0BCE8C6C-860B-4961-8907-604115D89DF6}" dt="2024-06-27T09:05:01.020" v="18406" actId="553"/>
          <ac:cxnSpMkLst>
            <pc:docMk/>
            <pc:sldMk cId="3440771626" sldId="2147480832"/>
            <ac:cxnSpMk id="294" creationId="{314DE63A-1CB0-461A-F339-45D9651EB506}"/>
          </ac:cxnSpMkLst>
        </pc:cxnChg>
        <pc:cxnChg chg="mod">
          <ac:chgData name="Takeuchi, Koichiro" userId="b3848a05-443b-4434-8fa5-7398ca0c03c9" providerId="ADAL" clId="{0BCE8C6C-860B-4961-8907-604115D89DF6}" dt="2024-06-27T09:05:01.020" v="18406" actId="553"/>
          <ac:cxnSpMkLst>
            <pc:docMk/>
            <pc:sldMk cId="3440771626" sldId="2147480832"/>
            <ac:cxnSpMk id="297" creationId="{A1B46B9E-66AA-6CF7-1245-5EAAC32721DA}"/>
          </ac:cxnSpMkLst>
        </pc:cxnChg>
        <pc:cxnChg chg="mod">
          <ac:chgData name="Takeuchi, Koichiro" userId="b3848a05-443b-4434-8fa5-7398ca0c03c9" providerId="ADAL" clId="{0BCE8C6C-860B-4961-8907-604115D89DF6}" dt="2024-06-27T09:05:01.020" v="18406" actId="553"/>
          <ac:cxnSpMkLst>
            <pc:docMk/>
            <pc:sldMk cId="3440771626" sldId="2147480832"/>
            <ac:cxnSpMk id="301" creationId="{77B0A4DE-FBEB-9B25-9D1E-898256CCED89}"/>
          </ac:cxnSpMkLst>
        </pc:cxnChg>
        <pc:cxnChg chg="mod">
          <ac:chgData name="Takeuchi, Koichiro" userId="b3848a05-443b-4434-8fa5-7398ca0c03c9" providerId="ADAL" clId="{0BCE8C6C-860B-4961-8907-604115D89DF6}" dt="2024-06-27T09:05:01.020" v="18406" actId="553"/>
          <ac:cxnSpMkLst>
            <pc:docMk/>
            <pc:sldMk cId="3440771626" sldId="2147480832"/>
            <ac:cxnSpMk id="304" creationId="{428FDA51-AF2D-DB73-D5BF-5ECB0BEC3EB2}"/>
          </ac:cxnSpMkLst>
        </pc:cxnChg>
        <pc:cxnChg chg="mod">
          <ac:chgData name="Takeuchi, Koichiro" userId="b3848a05-443b-4434-8fa5-7398ca0c03c9" providerId="ADAL" clId="{0BCE8C6C-860B-4961-8907-604115D89DF6}" dt="2024-06-27T09:05:01.020" v="18406" actId="553"/>
          <ac:cxnSpMkLst>
            <pc:docMk/>
            <pc:sldMk cId="3440771626" sldId="2147480832"/>
            <ac:cxnSpMk id="309" creationId="{4973AAB7-99A5-EED4-289B-5F9EA26BE47C}"/>
          </ac:cxnSpMkLst>
        </pc:cxnChg>
      </pc:sldChg>
      <pc:sldChg chg="add del">
        <pc:chgData name="Takeuchi, Koichiro" userId="b3848a05-443b-4434-8fa5-7398ca0c03c9" providerId="ADAL" clId="{0BCE8C6C-860B-4961-8907-604115D89DF6}" dt="2024-06-27T06:06:42.687" v="17467" actId="47"/>
        <pc:sldMkLst>
          <pc:docMk/>
          <pc:sldMk cId="4277661390" sldId="2147480832"/>
        </pc:sldMkLst>
      </pc:sldChg>
      <pc:sldChg chg="addSp delSp modSp new del mod">
        <pc:chgData name="Takeuchi, Koichiro" userId="b3848a05-443b-4434-8fa5-7398ca0c03c9" providerId="ADAL" clId="{0BCE8C6C-860B-4961-8907-604115D89DF6}" dt="2024-07-01T09:28:18.762" v="19621" actId="47"/>
        <pc:sldMkLst>
          <pc:docMk/>
          <pc:sldMk cId="4044922430" sldId="2147480833"/>
        </pc:sldMkLst>
        <pc:spChg chg="del mod">
          <ac:chgData name="Takeuchi, Koichiro" userId="b3848a05-443b-4434-8fa5-7398ca0c03c9" providerId="ADAL" clId="{0BCE8C6C-860B-4961-8907-604115D89DF6}" dt="2024-07-01T09:23:58.261" v="19536" actId="478"/>
          <ac:spMkLst>
            <pc:docMk/>
            <pc:sldMk cId="4044922430" sldId="2147480833"/>
            <ac:spMk id="2" creationId="{2474F1D4-4F3C-EEA8-0AC3-ED19B50D9407}"/>
          </ac:spMkLst>
        </pc:spChg>
        <pc:spChg chg="add mod">
          <ac:chgData name="Takeuchi, Koichiro" userId="b3848a05-443b-4434-8fa5-7398ca0c03c9" providerId="ADAL" clId="{0BCE8C6C-860B-4961-8907-604115D89DF6}" dt="2024-07-01T09:22:57.423" v="19462" actId="20577"/>
          <ac:spMkLst>
            <pc:docMk/>
            <pc:sldMk cId="4044922430" sldId="2147480833"/>
            <ac:spMk id="7" creationId="{AE9B4DAD-376A-9B7B-035C-AEB19C7C3E2B}"/>
          </ac:spMkLst>
        </pc:spChg>
        <pc:spChg chg="add mod">
          <ac:chgData name="Takeuchi, Koichiro" userId="b3848a05-443b-4434-8fa5-7398ca0c03c9" providerId="ADAL" clId="{0BCE8C6C-860B-4961-8907-604115D89DF6}" dt="2024-07-01T09:26:40.118" v="19619" actId="1076"/>
          <ac:spMkLst>
            <pc:docMk/>
            <pc:sldMk cId="4044922430" sldId="2147480833"/>
            <ac:spMk id="8" creationId="{6066A5C6-8033-2C40-18B5-C55B72FF462C}"/>
          </ac:spMkLst>
        </pc:spChg>
        <pc:spChg chg="add mod">
          <ac:chgData name="Takeuchi, Koichiro" userId="b3848a05-443b-4434-8fa5-7398ca0c03c9" providerId="ADAL" clId="{0BCE8C6C-860B-4961-8907-604115D89DF6}" dt="2024-07-01T09:26:43.040" v="19620" actId="1076"/>
          <ac:spMkLst>
            <pc:docMk/>
            <pc:sldMk cId="4044922430" sldId="2147480833"/>
            <ac:spMk id="9" creationId="{21D2E9FB-13F8-FC8F-3ED1-79290AD22EA0}"/>
          </ac:spMkLst>
        </pc:spChg>
        <pc:spChg chg="add del mod">
          <ac:chgData name="Takeuchi, Koichiro" userId="b3848a05-443b-4434-8fa5-7398ca0c03c9" providerId="ADAL" clId="{0BCE8C6C-860B-4961-8907-604115D89DF6}" dt="2024-07-01T09:23:36.786" v="19535" actId="478"/>
          <ac:spMkLst>
            <pc:docMk/>
            <pc:sldMk cId="4044922430" sldId="2147480833"/>
            <ac:spMk id="10" creationId="{730BDAE0-B4AC-C7EB-E659-5DA1F5501D7E}"/>
          </ac:spMkLst>
        </pc:spChg>
        <pc:spChg chg="add mod">
          <ac:chgData name="Takeuchi, Koichiro" userId="b3848a05-443b-4434-8fa5-7398ca0c03c9" providerId="ADAL" clId="{0BCE8C6C-860B-4961-8907-604115D89DF6}" dt="2024-07-01T09:23:58.261" v="19536" actId="478"/>
          <ac:spMkLst>
            <pc:docMk/>
            <pc:sldMk cId="4044922430" sldId="2147480833"/>
            <ac:spMk id="12" creationId="{1124AC6C-020E-A459-55D5-3B6B70D1CE0E}"/>
          </ac:spMkLst>
        </pc:spChg>
        <pc:spChg chg="add mod">
          <ac:chgData name="Takeuchi, Koichiro" userId="b3848a05-443b-4434-8fa5-7398ca0c03c9" providerId="ADAL" clId="{0BCE8C6C-860B-4961-8907-604115D89DF6}" dt="2024-07-01T09:24:18.871" v="19542" actId="14100"/>
          <ac:spMkLst>
            <pc:docMk/>
            <pc:sldMk cId="4044922430" sldId="2147480833"/>
            <ac:spMk id="13" creationId="{9621702A-4D61-187A-227D-6567275FAF18}"/>
          </ac:spMkLst>
        </pc:spChg>
        <pc:spChg chg="add mod">
          <ac:chgData name="Takeuchi, Koichiro" userId="b3848a05-443b-4434-8fa5-7398ca0c03c9" providerId="ADAL" clId="{0BCE8C6C-860B-4961-8907-604115D89DF6}" dt="2024-07-01T09:24:35.413" v="19578" actId="1076"/>
          <ac:spMkLst>
            <pc:docMk/>
            <pc:sldMk cId="4044922430" sldId="2147480833"/>
            <ac:spMk id="14" creationId="{B270A3E2-06CE-D055-C1A4-28AC0D6EF933}"/>
          </ac:spMkLst>
        </pc:spChg>
        <pc:spChg chg="add mod">
          <ac:chgData name="Takeuchi, Koichiro" userId="b3848a05-443b-4434-8fa5-7398ca0c03c9" providerId="ADAL" clId="{0BCE8C6C-860B-4961-8907-604115D89DF6}" dt="2024-07-01T09:24:54.741" v="19614" actId="14100"/>
          <ac:spMkLst>
            <pc:docMk/>
            <pc:sldMk cId="4044922430" sldId="2147480833"/>
            <ac:spMk id="15" creationId="{61C96BFB-89F7-6135-85ED-3FB79808A632}"/>
          </ac:spMkLst>
        </pc:spChg>
      </pc:sldChg>
    </pc:docChg>
  </pc:docChgLst>
  <pc:docChgLst>
    <pc:chgData name="Kawaguchi, Yui" userId="S::yui.kawaguchi@accenture.com::cb1667fd-c2b8-4d73-a503-ee074b61a946" providerId="AD" clId="Web-{3FEF93B1-801C-F3DE-B018-C1C68DF99292}"/>
    <pc:docChg chg="sldOrd">
      <pc:chgData name="Kawaguchi, Yui" userId="S::yui.kawaguchi@accenture.com::cb1667fd-c2b8-4d73-a503-ee074b61a946" providerId="AD" clId="Web-{3FEF93B1-801C-F3DE-B018-C1C68DF99292}" dt="2024-12-17T00:25:01.223" v="0"/>
      <pc:docMkLst>
        <pc:docMk/>
      </pc:docMkLst>
      <pc:sldChg chg="ord">
        <pc:chgData name="Kawaguchi, Yui" userId="S::yui.kawaguchi@accenture.com::cb1667fd-c2b8-4d73-a503-ee074b61a946" providerId="AD" clId="Web-{3FEF93B1-801C-F3DE-B018-C1C68DF99292}" dt="2024-12-17T00:25:01.223" v="0"/>
        <pc:sldMkLst>
          <pc:docMk/>
          <pc:sldMk cId="4115416855" sldId="2147480852"/>
        </pc:sldMkLst>
      </pc:sldChg>
    </pc:docChg>
  </pc:docChgLst>
  <pc:docChgLst>
    <pc:chgData name="Takeuchi, Koichiro" userId="b3848a05-443b-4434-8fa5-7398ca0c03c9" providerId="ADAL" clId="{CB223349-29E1-400D-B419-E90CA0AB3E89}"/>
    <pc:docChg chg="undo custSel addSld delSld modSld sldOrd modSection">
      <pc:chgData name="Takeuchi, Koichiro" userId="b3848a05-443b-4434-8fa5-7398ca0c03c9" providerId="ADAL" clId="{CB223349-29E1-400D-B419-E90CA0AB3E89}" dt="2024-06-20T07:14:25.390" v="8062" actId="20577"/>
      <pc:docMkLst>
        <pc:docMk/>
      </pc:docMkLst>
      <pc:sldChg chg="add">
        <pc:chgData name="Takeuchi, Koichiro" userId="b3848a05-443b-4434-8fa5-7398ca0c03c9" providerId="ADAL" clId="{CB223349-29E1-400D-B419-E90CA0AB3E89}" dt="2024-06-20T04:21:14.133" v="6472"/>
        <pc:sldMkLst>
          <pc:docMk/>
          <pc:sldMk cId="4237770355" sldId="2147468622"/>
        </pc:sldMkLst>
      </pc:sldChg>
      <pc:sldChg chg="add">
        <pc:chgData name="Takeuchi, Koichiro" userId="b3848a05-443b-4434-8fa5-7398ca0c03c9" providerId="ADAL" clId="{CB223349-29E1-400D-B419-E90CA0AB3E89}" dt="2024-06-20T04:21:14.133" v="6472"/>
        <pc:sldMkLst>
          <pc:docMk/>
          <pc:sldMk cId="1441718847" sldId="2147468637"/>
        </pc:sldMkLst>
      </pc:sldChg>
      <pc:sldChg chg="del">
        <pc:chgData name="Takeuchi, Koichiro" userId="b3848a05-443b-4434-8fa5-7398ca0c03c9" providerId="ADAL" clId="{CB223349-29E1-400D-B419-E90CA0AB3E89}" dt="2024-06-20T04:20:26.864" v="6470" actId="47"/>
        <pc:sldMkLst>
          <pc:docMk/>
          <pc:sldMk cId="3876441418" sldId="2147480795"/>
        </pc:sldMkLst>
      </pc:sldChg>
      <pc:sldChg chg="del">
        <pc:chgData name="Takeuchi, Koichiro" userId="b3848a05-443b-4434-8fa5-7398ca0c03c9" providerId="ADAL" clId="{CB223349-29E1-400D-B419-E90CA0AB3E89}" dt="2024-06-20T04:20:27.563" v="6471" actId="47"/>
        <pc:sldMkLst>
          <pc:docMk/>
          <pc:sldMk cId="2516064869" sldId="2147480796"/>
        </pc:sldMkLst>
      </pc:sldChg>
      <pc:sldChg chg="addSp delSp modSp mod">
        <pc:chgData name="Takeuchi, Koichiro" userId="b3848a05-443b-4434-8fa5-7398ca0c03c9" providerId="ADAL" clId="{CB223349-29E1-400D-B419-E90CA0AB3E89}" dt="2024-06-20T05:49:19.438" v="8051" actId="20577"/>
        <pc:sldMkLst>
          <pc:docMk/>
          <pc:sldMk cId="1771412347" sldId="2147480805"/>
        </pc:sldMkLst>
        <pc:spChg chg="mod">
          <ac:chgData name="Takeuchi, Koichiro" userId="b3848a05-443b-4434-8fa5-7398ca0c03c9" providerId="ADAL" clId="{CB223349-29E1-400D-B419-E90CA0AB3E89}" dt="2024-06-20T03:30:26.628" v="3308" actId="20577"/>
          <ac:spMkLst>
            <pc:docMk/>
            <pc:sldMk cId="1771412347" sldId="2147480805"/>
            <ac:spMk id="2" creationId="{C4050E0A-F4AC-8E52-FCEA-9771083801F3}"/>
          </ac:spMkLst>
        </pc:spChg>
        <pc:spChg chg="add mod">
          <ac:chgData name="Takeuchi, Koichiro" userId="b3848a05-443b-4434-8fa5-7398ca0c03c9" providerId="ADAL" clId="{CB223349-29E1-400D-B419-E90CA0AB3E89}" dt="2024-06-20T03:12:52.353" v="3153" actId="20577"/>
          <ac:spMkLst>
            <pc:docMk/>
            <pc:sldMk cId="1771412347" sldId="2147480805"/>
            <ac:spMk id="3" creationId="{B935DD91-ECCB-31C0-4A22-25CAFF01FA90}"/>
          </ac:spMkLst>
        </pc:spChg>
        <pc:spChg chg="mod">
          <ac:chgData name="Takeuchi, Koichiro" userId="b3848a05-443b-4434-8fa5-7398ca0c03c9" providerId="ADAL" clId="{CB223349-29E1-400D-B419-E90CA0AB3E89}" dt="2024-06-20T03:29:45.393" v="3271" actId="20577"/>
          <ac:spMkLst>
            <pc:docMk/>
            <pc:sldMk cId="1771412347" sldId="2147480805"/>
            <ac:spMk id="4" creationId="{00A5FE04-EC3A-89E5-9EA0-6E07FBF47F13}"/>
          </ac:spMkLst>
        </pc:spChg>
        <pc:spChg chg="add mod">
          <ac:chgData name="Takeuchi, Koichiro" userId="b3848a05-443b-4434-8fa5-7398ca0c03c9" providerId="ADAL" clId="{CB223349-29E1-400D-B419-E90CA0AB3E89}" dt="2024-06-20T02:36:16.824" v="1695" actId="465"/>
          <ac:spMkLst>
            <pc:docMk/>
            <pc:sldMk cId="1771412347" sldId="2147480805"/>
            <ac:spMk id="8" creationId="{035651D4-E5EF-C601-9EB2-B2AC0A242BFF}"/>
          </ac:spMkLst>
        </pc:spChg>
        <pc:spChg chg="mod">
          <ac:chgData name="Takeuchi, Koichiro" userId="b3848a05-443b-4434-8fa5-7398ca0c03c9" providerId="ADAL" clId="{CB223349-29E1-400D-B419-E90CA0AB3E89}" dt="2024-06-20T03:31:04.558" v="3365" actId="20577"/>
          <ac:spMkLst>
            <pc:docMk/>
            <pc:sldMk cId="1771412347" sldId="2147480805"/>
            <ac:spMk id="9" creationId="{B86D8330-0B1A-E587-FA07-0AAE4A76EC6B}"/>
          </ac:spMkLst>
        </pc:spChg>
        <pc:spChg chg="mod">
          <ac:chgData name="Takeuchi, Koichiro" userId="b3848a05-443b-4434-8fa5-7398ca0c03c9" providerId="ADAL" clId="{CB223349-29E1-400D-B419-E90CA0AB3E89}" dt="2024-06-20T02:35:01.567" v="1649" actId="20577"/>
          <ac:spMkLst>
            <pc:docMk/>
            <pc:sldMk cId="1771412347" sldId="2147480805"/>
            <ac:spMk id="11" creationId="{2F6A44E9-3B7D-1E55-A0E1-B656D0009265}"/>
          </ac:spMkLst>
        </pc:spChg>
        <pc:spChg chg="del">
          <ac:chgData name="Takeuchi, Koichiro" userId="b3848a05-443b-4434-8fa5-7398ca0c03c9" providerId="ADAL" clId="{CB223349-29E1-400D-B419-E90CA0AB3E89}" dt="2024-06-20T05:32:30.551" v="7886" actId="478"/>
          <ac:spMkLst>
            <pc:docMk/>
            <pc:sldMk cId="1771412347" sldId="2147480805"/>
            <ac:spMk id="14" creationId="{61CFC24B-A4E0-AA0F-B8C0-C72ACD02B496}"/>
          </ac:spMkLst>
        </pc:spChg>
        <pc:spChg chg="add mod">
          <ac:chgData name="Takeuchi, Koichiro" userId="b3848a05-443b-4434-8fa5-7398ca0c03c9" providerId="ADAL" clId="{CB223349-29E1-400D-B419-E90CA0AB3E89}" dt="2024-06-20T03:16:56.821" v="3232" actId="20577"/>
          <ac:spMkLst>
            <pc:docMk/>
            <pc:sldMk cId="1771412347" sldId="2147480805"/>
            <ac:spMk id="19" creationId="{DFB3C414-E0D7-82AD-193B-123716EDE860}"/>
          </ac:spMkLst>
        </pc:spChg>
        <pc:spChg chg="add mod">
          <ac:chgData name="Takeuchi, Koichiro" userId="b3848a05-443b-4434-8fa5-7398ca0c03c9" providerId="ADAL" clId="{CB223349-29E1-400D-B419-E90CA0AB3E89}" dt="2024-06-20T04:20:14.841" v="6467" actId="207"/>
          <ac:spMkLst>
            <pc:docMk/>
            <pc:sldMk cId="1771412347" sldId="2147480805"/>
            <ac:spMk id="20" creationId="{AE0FEECE-71B8-E3E7-EDF6-0C0453B2F388}"/>
          </ac:spMkLst>
        </pc:spChg>
        <pc:spChg chg="mod">
          <ac:chgData name="Takeuchi, Koichiro" userId="b3848a05-443b-4434-8fa5-7398ca0c03c9" providerId="ADAL" clId="{CB223349-29E1-400D-B419-E90CA0AB3E89}" dt="2024-06-20T02:35:58.452" v="1690" actId="1035"/>
          <ac:spMkLst>
            <pc:docMk/>
            <pc:sldMk cId="1771412347" sldId="2147480805"/>
            <ac:spMk id="53" creationId="{ED8B1D29-4FB0-1150-B85E-C70969A5E227}"/>
          </ac:spMkLst>
        </pc:spChg>
        <pc:spChg chg="mod">
          <ac:chgData name="Takeuchi, Koichiro" userId="b3848a05-443b-4434-8fa5-7398ca0c03c9" providerId="ADAL" clId="{CB223349-29E1-400D-B419-E90CA0AB3E89}" dt="2024-06-20T02:36:12.526" v="1694" actId="465"/>
          <ac:spMkLst>
            <pc:docMk/>
            <pc:sldMk cId="1771412347" sldId="2147480805"/>
            <ac:spMk id="55" creationId="{41E8A974-E923-D40A-7E1B-AA2555EE71FE}"/>
          </ac:spMkLst>
        </pc:spChg>
        <pc:spChg chg="mod">
          <ac:chgData name="Takeuchi, Koichiro" userId="b3848a05-443b-4434-8fa5-7398ca0c03c9" providerId="ADAL" clId="{CB223349-29E1-400D-B419-E90CA0AB3E89}" dt="2024-06-20T03:21:44.173" v="3241" actId="20577"/>
          <ac:spMkLst>
            <pc:docMk/>
            <pc:sldMk cId="1771412347" sldId="2147480805"/>
            <ac:spMk id="56" creationId="{4FA19F00-B21F-3BDD-EF97-E7645440DF0A}"/>
          </ac:spMkLst>
        </pc:spChg>
        <pc:spChg chg="mod">
          <ac:chgData name="Takeuchi, Koichiro" userId="b3848a05-443b-4434-8fa5-7398ca0c03c9" providerId="ADAL" clId="{CB223349-29E1-400D-B419-E90CA0AB3E89}" dt="2024-06-20T02:35:58.452" v="1690" actId="1035"/>
          <ac:spMkLst>
            <pc:docMk/>
            <pc:sldMk cId="1771412347" sldId="2147480805"/>
            <ac:spMk id="57" creationId="{B593345A-14D5-4B98-302A-DD3400A9E7EB}"/>
          </ac:spMkLst>
        </pc:spChg>
        <pc:spChg chg="mod">
          <ac:chgData name="Takeuchi, Koichiro" userId="b3848a05-443b-4434-8fa5-7398ca0c03c9" providerId="ADAL" clId="{CB223349-29E1-400D-B419-E90CA0AB3E89}" dt="2024-06-20T02:36:12.526" v="1694" actId="465"/>
          <ac:spMkLst>
            <pc:docMk/>
            <pc:sldMk cId="1771412347" sldId="2147480805"/>
            <ac:spMk id="58" creationId="{A77EE4C5-0A99-CE2A-E26C-FEF30B6F9682}"/>
          </ac:spMkLst>
        </pc:spChg>
        <pc:spChg chg="mod">
          <ac:chgData name="Takeuchi, Koichiro" userId="b3848a05-443b-4434-8fa5-7398ca0c03c9" providerId="ADAL" clId="{CB223349-29E1-400D-B419-E90CA0AB3E89}" dt="2024-06-20T02:36:12.526" v="1694" actId="465"/>
          <ac:spMkLst>
            <pc:docMk/>
            <pc:sldMk cId="1771412347" sldId="2147480805"/>
            <ac:spMk id="59" creationId="{27870E17-23CC-D8F9-5085-1C5528401C96}"/>
          </ac:spMkLst>
        </pc:spChg>
        <pc:spChg chg="mod">
          <ac:chgData name="Takeuchi, Koichiro" userId="b3848a05-443b-4434-8fa5-7398ca0c03c9" providerId="ADAL" clId="{CB223349-29E1-400D-B419-E90CA0AB3E89}" dt="2024-06-20T02:36:12.526" v="1694" actId="465"/>
          <ac:spMkLst>
            <pc:docMk/>
            <pc:sldMk cId="1771412347" sldId="2147480805"/>
            <ac:spMk id="60" creationId="{0EECCE46-2E1C-1A88-6933-018E8A5B09E4}"/>
          </ac:spMkLst>
        </pc:spChg>
        <pc:spChg chg="mod">
          <ac:chgData name="Takeuchi, Koichiro" userId="b3848a05-443b-4434-8fa5-7398ca0c03c9" providerId="ADAL" clId="{CB223349-29E1-400D-B419-E90CA0AB3E89}" dt="2024-06-20T02:36:12.526" v="1694" actId="465"/>
          <ac:spMkLst>
            <pc:docMk/>
            <pc:sldMk cId="1771412347" sldId="2147480805"/>
            <ac:spMk id="61" creationId="{6F57270E-04EC-2C28-D07E-D9A16B20ED7C}"/>
          </ac:spMkLst>
        </pc:spChg>
        <pc:spChg chg="mod">
          <ac:chgData name="Takeuchi, Koichiro" userId="b3848a05-443b-4434-8fa5-7398ca0c03c9" providerId="ADAL" clId="{CB223349-29E1-400D-B419-E90CA0AB3E89}" dt="2024-06-20T02:36:12.526" v="1694" actId="465"/>
          <ac:spMkLst>
            <pc:docMk/>
            <pc:sldMk cId="1771412347" sldId="2147480805"/>
            <ac:spMk id="62" creationId="{B0C6064B-297C-9AAE-DA4C-40D527739810}"/>
          </ac:spMkLst>
        </pc:spChg>
        <pc:spChg chg="mod">
          <ac:chgData name="Takeuchi, Koichiro" userId="b3848a05-443b-4434-8fa5-7398ca0c03c9" providerId="ADAL" clId="{CB223349-29E1-400D-B419-E90CA0AB3E89}" dt="2024-06-20T02:36:12.526" v="1694" actId="465"/>
          <ac:spMkLst>
            <pc:docMk/>
            <pc:sldMk cId="1771412347" sldId="2147480805"/>
            <ac:spMk id="63" creationId="{9D66B40B-A76A-5F66-79FE-B57537A8129A}"/>
          </ac:spMkLst>
        </pc:spChg>
        <pc:spChg chg="mod">
          <ac:chgData name="Takeuchi, Koichiro" userId="b3848a05-443b-4434-8fa5-7398ca0c03c9" providerId="ADAL" clId="{CB223349-29E1-400D-B419-E90CA0AB3E89}" dt="2024-06-20T02:36:12.526" v="1694" actId="465"/>
          <ac:spMkLst>
            <pc:docMk/>
            <pc:sldMk cId="1771412347" sldId="2147480805"/>
            <ac:spMk id="64" creationId="{DC255834-7785-8654-E338-60A1CD5AFB24}"/>
          </ac:spMkLst>
        </pc:spChg>
        <pc:spChg chg="mod">
          <ac:chgData name="Takeuchi, Koichiro" userId="b3848a05-443b-4434-8fa5-7398ca0c03c9" providerId="ADAL" clId="{CB223349-29E1-400D-B419-E90CA0AB3E89}" dt="2024-06-20T02:36:12.526" v="1694" actId="465"/>
          <ac:spMkLst>
            <pc:docMk/>
            <pc:sldMk cId="1771412347" sldId="2147480805"/>
            <ac:spMk id="66" creationId="{5A79ACBD-2299-AF46-BDD0-81EC95C2DDB0}"/>
          </ac:spMkLst>
        </pc:spChg>
        <pc:spChg chg="add del mod">
          <ac:chgData name="Takeuchi, Koichiro" userId="b3848a05-443b-4434-8fa5-7398ca0c03c9" providerId="ADAL" clId="{CB223349-29E1-400D-B419-E90CA0AB3E89}" dt="2024-06-20T03:48:59.743" v="4414" actId="478"/>
          <ac:spMkLst>
            <pc:docMk/>
            <pc:sldMk cId="1771412347" sldId="2147480805"/>
            <ac:spMk id="74" creationId="{EAFA1F5F-B0E0-6825-A648-52190C6DDE60}"/>
          </ac:spMkLst>
        </pc:spChg>
        <pc:spChg chg="add mod">
          <ac:chgData name="Takeuchi, Koichiro" userId="b3848a05-443b-4434-8fa5-7398ca0c03c9" providerId="ADAL" clId="{CB223349-29E1-400D-B419-E90CA0AB3E89}" dt="2024-06-20T05:29:16.718" v="7833" actId="20577"/>
          <ac:spMkLst>
            <pc:docMk/>
            <pc:sldMk cId="1771412347" sldId="2147480805"/>
            <ac:spMk id="75" creationId="{259D5601-F7A4-9E37-5B38-041897564AC6}"/>
          </ac:spMkLst>
        </pc:spChg>
        <pc:spChg chg="add mod">
          <ac:chgData name="Takeuchi, Koichiro" userId="b3848a05-443b-4434-8fa5-7398ca0c03c9" providerId="ADAL" clId="{CB223349-29E1-400D-B419-E90CA0AB3E89}" dt="2024-06-20T05:30:19.039" v="7885" actId="1076"/>
          <ac:spMkLst>
            <pc:docMk/>
            <pc:sldMk cId="1771412347" sldId="2147480805"/>
            <ac:spMk id="77" creationId="{BD0BC7C3-CD39-C14E-2EA1-9B97F1441834}"/>
          </ac:spMkLst>
        </pc:spChg>
        <pc:spChg chg="add mod">
          <ac:chgData name="Takeuchi, Koichiro" userId="b3848a05-443b-4434-8fa5-7398ca0c03c9" providerId="ADAL" clId="{CB223349-29E1-400D-B419-E90CA0AB3E89}" dt="2024-06-20T05:34:36.641" v="7932" actId="20577"/>
          <ac:spMkLst>
            <pc:docMk/>
            <pc:sldMk cId="1771412347" sldId="2147480805"/>
            <ac:spMk id="78" creationId="{FEA6D6A3-6F0A-1214-A01F-411341C529BB}"/>
          </ac:spMkLst>
        </pc:spChg>
        <pc:spChg chg="add mod">
          <ac:chgData name="Takeuchi, Koichiro" userId="b3848a05-443b-4434-8fa5-7398ca0c03c9" providerId="ADAL" clId="{CB223349-29E1-400D-B419-E90CA0AB3E89}" dt="2024-06-20T05:48:29.259" v="7976" actId="1076"/>
          <ac:spMkLst>
            <pc:docMk/>
            <pc:sldMk cId="1771412347" sldId="2147480805"/>
            <ac:spMk id="90" creationId="{72CBB347-247D-A187-D13C-762A7C2BF66F}"/>
          </ac:spMkLst>
        </pc:spChg>
        <pc:spChg chg="add mod">
          <ac:chgData name="Takeuchi, Koichiro" userId="b3848a05-443b-4434-8fa5-7398ca0c03c9" providerId="ADAL" clId="{CB223349-29E1-400D-B419-E90CA0AB3E89}" dt="2024-06-20T05:48:58.018" v="8024" actId="20577"/>
          <ac:spMkLst>
            <pc:docMk/>
            <pc:sldMk cId="1771412347" sldId="2147480805"/>
            <ac:spMk id="91" creationId="{B641EB66-FD40-B7FA-555D-CE5A2E5888F8}"/>
          </ac:spMkLst>
        </pc:spChg>
        <pc:spChg chg="add mod">
          <ac:chgData name="Takeuchi, Koichiro" userId="b3848a05-443b-4434-8fa5-7398ca0c03c9" providerId="ADAL" clId="{CB223349-29E1-400D-B419-E90CA0AB3E89}" dt="2024-06-20T05:49:19.438" v="8051" actId="20577"/>
          <ac:spMkLst>
            <pc:docMk/>
            <pc:sldMk cId="1771412347" sldId="2147480805"/>
            <ac:spMk id="93" creationId="{843ABC1A-0220-4932-F189-F3F61349240A}"/>
          </ac:spMkLst>
        </pc:spChg>
        <pc:spChg chg="mod">
          <ac:chgData name="Takeuchi, Koichiro" userId="b3848a05-443b-4434-8fa5-7398ca0c03c9" providerId="ADAL" clId="{CB223349-29E1-400D-B419-E90CA0AB3E89}" dt="2024-06-20T02:36:16.824" v="1695" actId="465"/>
          <ac:spMkLst>
            <pc:docMk/>
            <pc:sldMk cId="1771412347" sldId="2147480805"/>
            <ac:spMk id="114" creationId="{72EF32CD-6595-FDF7-1CEA-382933E01A4E}"/>
          </ac:spMkLst>
        </pc:spChg>
        <pc:spChg chg="mod">
          <ac:chgData name="Takeuchi, Koichiro" userId="b3848a05-443b-4434-8fa5-7398ca0c03c9" providerId="ADAL" clId="{CB223349-29E1-400D-B419-E90CA0AB3E89}" dt="2024-06-20T02:36:16.824" v="1695" actId="465"/>
          <ac:spMkLst>
            <pc:docMk/>
            <pc:sldMk cId="1771412347" sldId="2147480805"/>
            <ac:spMk id="115" creationId="{0F845545-C7D4-3EEA-F7B6-55DF32AF12FF}"/>
          </ac:spMkLst>
        </pc:spChg>
        <pc:spChg chg="mod">
          <ac:chgData name="Takeuchi, Koichiro" userId="b3848a05-443b-4434-8fa5-7398ca0c03c9" providerId="ADAL" clId="{CB223349-29E1-400D-B419-E90CA0AB3E89}" dt="2024-06-20T02:36:16.824" v="1695" actId="465"/>
          <ac:spMkLst>
            <pc:docMk/>
            <pc:sldMk cId="1771412347" sldId="2147480805"/>
            <ac:spMk id="116" creationId="{9339E03E-D830-5605-6A15-BBFAD6A212C3}"/>
          </ac:spMkLst>
        </pc:spChg>
        <pc:spChg chg="mod">
          <ac:chgData name="Takeuchi, Koichiro" userId="b3848a05-443b-4434-8fa5-7398ca0c03c9" providerId="ADAL" clId="{CB223349-29E1-400D-B419-E90CA0AB3E89}" dt="2024-06-20T02:36:16.824" v="1695" actId="465"/>
          <ac:spMkLst>
            <pc:docMk/>
            <pc:sldMk cId="1771412347" sldId="2147480805"/>
            <ac:spMk id="117" creationId="{9FDDBF6A-FDB0-F596-5A5C-EBF9F9784212}"/>
          </ac:spMkLst>
        </pc:spChg>
        <pc:spChg chg="mod">
          <ac:chgData name="Takeuchi, Koichiro" userId="b3848a05-443b-4434-8fa5-7398ca0c03c9" providerId="ADAL" clId="{CB223349-29E1-400D-B419-E90CA0AB3E89}" dt="2024-06-20T02:36:16.824" v="1695" actId="465"/>
          <ac:spMkLst>
            <pc:docMk/>
            <pc:sldMk cId="1771412347" sldId="2147480805"/>
            <ac:spMk id="118" creationId="{7C30C3DB-78A1-C2ED-5444-CEA78A3B81D9}"/>
          </ac:spMkLst>
        </pc:spChg>
        <pc:spChg chg="mod">
          <ac:chgData name="Takeuchi, Koichiro" userId="b3848a05-443b-4434-8fa5-7398ca0c03c9" providerId="ADAL" clId="{CB223349-29E1-400D-B419-E90CA0AB3E89}" dt="2024-06-20T02:36:16.824" v="1695" actId="465"/>
          <ac:spMkLst>
            <pc:docMk/>
            <pc:sldMk cId="1771412347" sldId="2147480805"/>
            <ac:spMk id="119" creationId="{0057D7BE-A736-5A50-F9ED-8F8DCE90C2FF}"/>
          </ac:spMkLst>
        </pc:spChg>
        <pc:spChg chg="mod">
          <ac:chgData name="Takeuchi, Koichiro" userId="b3848a05-443b-4434-8fa5-7398ca0c03c9" providerId="ADAL" clId="{CB223349-29E1-400D-B419-E90CA0AB3E89}" dt="2024-06-20T02:36:16.824" v="1695" actId="465"/>
          <ac:spMkLst>
            <pc:docMk/>
            <pc:sldMk cId="1771412347" sldId="2147480805"/>
            <ac:spMk id="120" creationId="{66307FF8-5EFF-2225-2ECB-9C2BF700ACE3}"/>
          </ac:spMkLst>
        </pc:spChg>
        <pc:spChg chg="mod">
          <ac:chgData name="Takeuchi, Koichiro" userId="b3848a05-443b-4434-8fa5-7398ca0c03c9" providerId="ADAL" clId="{CB223349-29E1-400D-B419-E90CA0AB3E89}" dt="2024-06-20T02:36:16.824" v="1695" actId="465"/>
          <ac:spMkLst>
            <pc:docMk/>
            <pc:sldMk cId="1771412347" sldId="2147480805"/>
            <ac:spMk id="122" creationId="{B0973A96-D7D1-A5F4-42C8-13E82ACC7F09}"/>
          </ac:spMkLst>
        </pc:spChg>
        <pc:spChg chg="mod">
          <ac:chgData name="Takeuchi, Koichiro" userId="b3848a05-443b-4434-8fa5-7398ca0c03c9" providerId="ADAL" clId="{CB223349-29E1-400D-B419-E90CA0AB3E89}" dt="2024-06-20T02:36:16.824" v="1695" actId="465"/>
          <ac:spMkLst>
            <pc:docMk/>
            <pc:sldMk cId="1771412347" sldId="2147480805"/>
            <ac:spMk id="123" creationId="{3EC2D7FB-B5A4-2C33-C57E-6CAA4BB16AB1}"/>
          </ac:spMkLst>
        </pc:spChg>
        <pc:spChg chg="mod">
          <ac:chgData name="Takeuchi, Koichiro" userId="b3848a05-443b-4434-8fa5-7398ca0c03c9" providerId="ADAL" clId="{CB223349-29E1-400D-B419-E90CA0AB3E89}" dt="2024-06-20T02:36:16.824" v="1695" actId="465"/>
          <ac:spMkLst>
            <pc:docMk/>
            <pc:sldMk cId="1771412347" sldId="2147480805"/>
            <ac:spMk id="126" creationId="{9C34BE37-5712-0312-387E-039E4CE176BE}"/>
          </ac:spMkLst>
        </pc:spChg>
        <pc:spChg chg="mod">
          <ac:chgData name="Takeuchi, Koichiro" userId="b3848a05-443b-4434-8fa5-7398ca0c03c9" providerId="ADAL" clId="{CB223349-29E1-400D-B419-E90CA0AB3E89}" dt="2024-06-20T02:35:58.452" v="1690" actId="1035"/>
          <ac:spMkLst>
            <pc:docMk/>
            <pc:sldMk cId="1771412347" sldId="2147480805"/>
            <ac:spMk id="131" creationId="{84A66E56-AB3B-0914-5507-82FFF45FA66D}"/>
          </ac:spMkLst>
        </pc:spChg>
        <pc:spChg chg="mod">
          <ac:chgData name="Takeuchi, Koichiro" userId="b3848a05-443b-4434-8fa5-7398ca0c03c9" providerId="ADAL" clId="{CB223349-29E1-400D-B419-E90CA0AB3E89}" dt="2024-06-20T02:36:20.814" v="1696" actId="465"/>
          <ac:spMkLst>
            <pc:docMk/>
            <pc:sldMk cId="1771412347" sldId="2147480805"/>
            <ac:spMk id="132" creationId="{8BA693BC-1AB8-A885-C41B-05DA4E5D51BF}"/>
          </ac:spMkLst>
        </pc:spChg>
        <pc:spChg chg="mod">
          <ac:chgData name="Takeuchi, Koichiro" userId="b3848a05-443b-4434-8fa5-7398ca0c03c9" providerId="ADAL" clId="{CB223349-29E1-400D-B419-E90CA0AB3E89}" dt="2024-06-20T02:36:20.814" v="1696" actId="465"/>
          <ac:spMkLst>
            <pc:docMk/>
            <pc:sldMk cId="1771412347" sldId="2147480805"/>
            <ac:spMk id="133" creationId="{B451CDAC-FA02-2CC4-8155-DBF9B7C72A3A}"/>
          </ac:spMkLst>
        </pc:spChg>
        <pc:spChg chg="mod">
          <ac:chgData name="Takeuchi, Koichiro" userId="b3848a05-443b-4434-8fa5-7398ca0c03c9" providerId="ADAL" clId="{CB223349-29E1-400D-B419-E90CA0AB3E89}" dt="2024-06-20T02:36:20.814" v="1696" actId="465"/>
          <ac:spMkLst>
            <pc:docMk/>
            <pc:sldMk cId="1771412347" sldId="2147480805"/>
            <ac:spMk id="134" creationId="{F1EB9C89-9806-1BD0-4EEE-A84FCE106EDA}"/>
          </ac:spMkLst>
        </pc:spChg>
        <pc:spChg chg="mod">
          <ac:chgData name="Takeuchi, Koichiro" userId="b3848a05-443b-4434-8fa5-7398ca0c03c9" providerId="ADAL" clId="{CB223349-29E1-400D-B419-E90CA0AB3E89}" dt="2024-06-20T02:36:20.814" v="1696" actId="465"/>
          <ac:spMkLst>
            <pc:docMk/>
            <pc:sldMk cId="1771412347" sldId="2147480805"/>
            <ac:spMk id="144" creationId="{16758918-22AD-6374-15BE-F1CD112A78BB}"/>
          </ac:spMkLst>
        </pc:spChg>
        <pc:spChg chg="mod">
          <ac:chgData name="Takeuchi, Koichiro" userId="b3848a05-443b-4434-8fa5-7398ca0c03c9" providerId="ADAL" clId="{CB223349-29E1-400D-B419-E90CA0AB3E89}" dt="2024-06-20T02:36:20.814" v="1696" actId="465"/>
          <ac:spMkLst>
            <pc:docMk/>
            <pc:sldMk cId="1771412347" sldId="2147480805"/>
            <ac:spMk id="145" creationId="{320DCEC1-605D-7C8E-90C6-3083ADC680E2}"/>
          </ac:spMkLst>
        </pc:spChg>
        <pc:spChg chg="mod">
          <ac:chgData name="Takeuchi, Koichiro" userId="b3848a05-443b-4434-8fa5-7398ca0c03c9" providerId="ADAL" clId="{CB223349-29E1-400D-B419-E90CA0AB3E89}" dt="2024-06-20T02:36:20.814" v="1696" actId="465"/>
          <ac:spMkLst>
            <pc:docMk/>
            <pc:sldMk cId="1771412347" sldId="2147480805"/>
            <ac:spMk id="146" creationId="{85526314-52DB-C8EB-6AE2-ED7FFE35C1D5}"/>
          </ac:spMkLst>
        </pc:spChg>
        <pc:spChg chg="mod">
          <ac:chgData name="Takeuchi, Koichiro" userId="b3848a05-443b-4434-8fa5-7398ca0c03c9" providerId="ADAL" clId="{CB223349-29E1-400D-B419-E90CA0AB3E89}" dt="2024-06-20T02:36:20.814" v="1696" actId="465"/>
          <ac:spMkLst>
            <pc:docMk/>
            <pc:sldMk cId="1771412347" sldId="2147480805"/>
            <ac:spMk id="147" creationId="{60629366-40BE-9C15-189D-BFFAC37E8D2B}"/>
          </ac:spMkLst>
        </pc:spChg>
        <pc:spChg chg="mod">
          <ac:chgData name="Takeuchi, Koichiro" userId="b3848a05-443b-4434-8fa5-7398ca0c03c9" providerId="ADAL" clId="{CB223349-29E1-400D-B419-E90CA0AB3E89}" dt="2024-06-20T02:36:20.814" v="1696" actId="465"/>
          <ac:spMkLst>
            <pc:docMk/>
            <pc:sldMk cId="1771412347" sldId="2147480805"/>
            <ac:spMk id="148" creationId="{457A1190-581B-F5F5-E403-4B850F56603C}"/>
          </ac:spMkLst>
        </pc:spChg>
        <pc:spChg chg="mod">
          <ac:chgData name="Takeuchi, Koichiro" userId="b3848a05-443b-4434-8fa5-7398ca0c03c9" providerId="ADAL" clId="{CB223349-29E1-400D-B419-E90CA0AB3E89}" dt="2024-06-20T02:36:20.814" v="1696" actId="465"/>
          <ac:spMkLst>
            <pc:docMk/>
            <pc:sldMk cId="1771412347" sldId="2147480805"/>
            <ac:spMk id="149" creationId="{923C83C1-5517-D9F9-8384-DA257F2368A7}"/>
          </ac:spMkLst>
        </pc:spChg>
        <pc:spChg chg="mod">
          <ac:chgData name="Takeuchi, Koichiro" userId="b3848a05-443b-4434-8fa5-7398ca0c03c9" providerId="ADAL" clId="{CB223349-29E1-400D-B419-E90CA0AB3E89}" dt="2024-06-20T02:36:20.814" v="1696" actId="465"/>
          <ac:spMkLst>
            <pc:docMk/>
            <pc:sldMk cId="1771412347" sldId="2147480805"/>
            <ac:spMk id="150" creationId="{FA598032-6B2F-CF69-69B3-63D8EDD92954}"/>
          </ac:spMkLst>
        </pc:spChg>
        <pc:spChg chg="del mod">
          <ac:chgData name="Takeuchi, Koichiro" userId="b3848a05-443b-4434-8fa5-7398ca0c03c9" providerId="ADAL" clId="{CB223349-29E1-400D-B419-E90CA0AB3E89}" dt="2024-06-20T03:25:40.986" v="3242" actId="478"/>
          <ac:spMkLst>
            <pc:docMk/>
            <pc:sldMk cId="1771412347" sldId="2147480805"/>
            <ac:spMk id="158" creationId="{C14223D6-06D2-9FAE-2B61-E3B943BB4DBF}"/>
          </ac:spMkLst>
        </pc:spChg>
        <pc:spChg chg="mod">
          <ac:chgData name="Takeuchi, Koichiro" userId="b3848a05-443b-4434-8fa5-7398ca0c03c9" providerId="ADAL" clId="{CB223349-29E1-400D-B419-E90CA0AB3E89}" dt="2024-06-20T02:36:12.526" v="1694" actId="465"/>
          <ac:spMkLst>
            <pc:docMk/>
            <pc:sldMk cId="1771412347" sldId="2147480805"/>
            <ac:spMk id="159" creationId="{086B1212-BA80-3FFE-7D6F-ECF5836E50D3}"/>
          </ac:spMkLst>
        </pc:spChg>
        <pc:spChg chg="mod">
          <ac:chgData name="Takeuchi, Koichiro" userId="b3848a05-443b-4434-8fa5-7398ca0c03c9" providerId="ADAL" clId="{CB223349-29E1-400D-B419-E90CA0AB3E89}" dt="2024-06-20T02:36:16.824" v="1695" actId="465"/>
          <ac:spMkLst>
            <pc:docMk/>
            <pc:sldMk cId="1771412347" sldId="2147480805"/>
            <ac:spMk id="160" creationId="{4A663750-C3D9-E3DA-05C4-7D67055C8C13}"/>
          </ac:spMkLst>
        </pc:spChg>
        <pc:spChg chg="mod">
          <ac:chgData name="Takeuchi, Koichiro" userId="b3848a05-443b-4434-8fa5-7398ca0c03c9" providerId="ADAL" clId="{CB223349-29E1-400D-B419-E90CA0AB3E89}" dt="2024-06-20T02:36:20.814" v="1696" actId="465"/>
          <ac:spMkLst>
            <pc:docMk/>
            <pc:sldMk cId="1771412347" sldId="2147480805"/>
            <ac:spMk id="161" creationId="{8340C25A-9915-5E35-D129-78EFA85D940B}"/>
          </ac:spMkLst>
        </pc:spChg>
        <pc:grpChg chg="mod">
          <ac:chgData name="Takeuchi, Koichiro" userId="b3848a05-443b-4434-8fa5-7398ca0c03c9" providerId="ADAL" clId="{CB223349-29E1-400D-B419-E90CA0AB3E89}" dt="2024-06-20T02:35:58.452" v="1690" actId="1035"/>
          <ac:grpSpMkLst>
            <pc:docMk/>
            <pc:sldMk cId="1771412347" sldId="2147480805"/>
            <ac:grpSpMk id="111" creationId="{2D688D98-EE07-5F8A-0F9E-9141FDA63330}"/>
          </ac:grpSpMkLst>
        </pc:grpChg>
        <pc:grpChg chg="mod">
          <ac:chgData name="Takeuchi, Koichiro" userId="b3848a05-443b-4434-8fa5-7398ca0c03c9" providerId="ADAL" clId="{CB223349-29E1-400D-B419-E90CA0AB3E89}" dt="2024-06-20T02:35:58.452" v="1690" actId="1035"/>
          <ac:grpSpMkLst>
            <pc:docMk/>
            <pc:sldMk cId="1771412347" sldId="2147480805"/>
            <ac:grpSpMk id="128" creationId="{323B008A-E583-A9D8-DEB3-61443458A4AD}"/>
          </ac:grpSpMkLst>
        </pc:grpChg>
        <pc:grpChg chg="mod">
          <ac:chgData name="Takeuchi, Koichiro" userId="b3848a05-443b-4434-8fa5-7398ca0c03c9" providerId="ADAL" clId="{CB223349-29E1-400D-B419-E90CA0AB3E89}" dt="2024-06-20T02:35:58.452" v="1690" actId="1035"/>
          <ac:grpSpMkLst>
            <pc:docMk/>
            <pc:sldMk cId="1771412347" sldId="2147480805"/>
            <ac:grpSpMk id="152" creationId="{9B36B912-4FC9-6B3A-63C8-EF7A339D9EF9}"/>
          </ac:grpSpMkLst>
        </pc:grpChg>
        <pc:picChg chg="del mod">
          <ac:chgData name="Takeuchi, Koichiro" userId="b3848a05-443b-4434-8fa5-7398ca0c03c9" providerId="ADAL" clId="{CB223349-29E1-400D-B419-E90CA0AB3E89}" dt="2024-06-20T02:58:55.404" v="3078" actId="478"/>
          <ac:picMkLst>
            <pc:docMk/>
            <pc:sldMk cId="1771412347" sldId="2147480805"/>
            <ac:picMk id="7" creationId="{F6D8238A-B17E-2990-3230-9137799843F7}"/>
          </ac:picMkLst>
        </pc:picChg>
        <pc:cxnChg chg="add mod">
          <ac:chgData name="Takeuchi, Koichiro" userId="b3848a05-443b-4434-8fa5-7398ca0c03c9" providerId="ADAL" clId="{CB223349-29E1-400D-B419-E90CA0AB3E89}" dt="2024-06-20T03:03:30.292" v="3086" actId="14100"/>
          <ac:cxnSpMkLst>
            <pc:docMk/>
            <pc:sldMk cId="1771412347" sldId="2147480805"/>
            <ac:cxnSpMk id="21" creationId="{66553A0F-A23B-EE48-AC0E-60F2E55F3516}"/>
          </ac:cxnSpMkLst>
        </pc:cxnChg>
        <pc:cxnChg chg="add mod">
          <ac:chgData name="Takeuchi, Koichiro" userId="b3848a05-443b-4434-8fa5-7398ca0c03c9" providerId="ADAL" clId="{CB223349-29E1-400D-B419-E90CA0AB3E89}" dt="2024-06-20T03:27:16.304" v="3245" actId="14100"/>
          <ac:cxnSpMkLst>
            <pc:docMk/>
            <pc:sldMk cId="1771412347" sldId="2147480805"/>
            <ac:cxnSpMk id="26" creationId="{7CD49409-59A3-CB39-0ADA-0B190C5E0CD1}"/>
          </ac:cxnSpMkLst>
        </pc:cxnChg>
        <pc:cxnChg chg="del mod">
          <ac:chgData name="Takeuchi, Koichiro" userId="b3848a05-443b-4434-8fa5-7398ca0c03c9" providerId="ADAL" clId="{CB223349-29E1-400D-B419-E90CA0AB3E89}" dt="2024-06-20T05:32:33.734" v="7887" actId="478"/>
          <ac:cxnSpMkLst>
            <pc:docMk/>
            <pc:sldMk cId="1771412347" sldId="2147480805"/>
            <ac:cxnSpMk id="31" creationId="{60B9C897-1BE9-4FDE-B48A-B56EFC3B6042}"/>
          </ac:cxnSpMkLst>
        </pc:cxnChg>
        <pc:cxnChg chg="add mod">
          <ac:chgData name="Takeuchi, Koichiro" userId="b3848a05-443b-4434-8fa5-7398ca0c03c9" providerId="ADAL" clId="{CB223349-29E1-400D-B419-E90CA0AB3E89}" dt="2024-06-20T05:32:30.551" v="7886" actId="478"/>
          <ac:cxnSpMkLst>
            <pc:docMk/>
            <pc:sldMk cId="1771412347" sldId="2147480805"/>
            <ac:cxnSpMk id="32" creationId="{D1C73711-1B88-C02A-DA57-7DABBF432709}"/>
          </ac:cxnSpMkLst>
        </pc:cxnChg>
        <pc:cxnChg chg="add mod">
          <ac:chgData name="Takeuchi, Koichiro" userId="b3848a05-443b-4434-8fa5-7398ca0c03c9" providerId="ADAL" clId="{CB223349-29E1-400D-B419-E90CA0AB3E89}" dt="2024-06-20T03:27:29.469" v="3251" actId="14100"/>
          <ac:cxnSpMkLst>
            <pc:docMk/>
            <pc:sldMk cId="1771412347" sldId="2147480805"/>
            <ac:cxnSpMk id="36" creationId="{7CA62F66-C003-ECC9-E963-723A58F8E457}"/>
          </ac:cxnSpMkLst>
        </pc:cxnChg>
        <pc:cxnChg chg="add del mod">
          <ac:chgData name="Takeuchi, Koichiro" userId="b3848a05-443b-4434-8fa5-7398ca0c03c9" providerId="ADAL" clId="{CB223349-29E1-400D-B419-E90CA0AB3E89}" dt="2024-06-20T03:27:37.948" v="3254" actId="478"/>
          <ac:cxnSpMkLst>
            <pc:docMk/>
            <pc:sldMk cId="1771412347" sldId="2147480805"/>
            <ac:cxnSpMk id="41" creationId="{D312DF0D-908B-9CA8-AAEE-B993CA7C1759}"/>
          </ac:cxnSpMkLst>
        </pc:cxnChg>
        <pc:cxnChg chg="add mod">
          <ac:chgData name="Takeuchi, Koichiro" userId="b3848a05-443b-4434-8fa5-7398ca0c03c9" providerId="ADAL" clId="{CB223349-29E1-400D-B419-E90CA0AB3E89}" dt="2024-06-20T03:27:45.622" v="3257" actId="14100"/>
          <ac:cxnSpMkLst>
            <pc:docMk/>
            <pc:sldMk cId="1771412347" sldId="2147480805"/>
            <ac:cxnSpMk id="43" creationId="{52734E9F-A7E2-DF34-376C-402F8B261D8A}"/>
          </ac:cxnSpMkLst>
        </pc:cxnChg>
        <pc:cxnChg chg="add mod">
          <ac:chgData name="Takeuchi, Koichiro" userId="b3848a05-443b-4434-8fa5-7398ca0c03c9" providerId="ADAL" clId="{CB223349-29E1-400D-B419-E90CA0AB3E89}" dt="2024-06-20T05:32:30.551" v="7886" actId="478"/>
          <ac:cxnSpMkLst>
            <pc:docMk/>
            <pc:sldMk cId="1771412347" sldId="2147480805"/>
            <ac:cxnSpMk id="49" creationId="{652A47AE-442A-E3FA-24FA-262F9E693754}"/>
          </ac:cxnSpMkLst>
        </pc:cxnChg>
        <pc:cxnChg chg="mod">
          <ac:chgData name="Takeuchi, Koichiro" userId="b3848a05-443b-4434-8fa5-7398ca0c03c9" providerId="ADAL" clId="{CB223349-29E1-400D-B419-E90CA0AB3E89}" dt="2024-06-20T02:35:58.452" v="1690" actId="1035"/>
          <ac:cxnSpMkLst>
            <pc:docMk/>
            <pc:sldMk cId="1771412347" sldId="2147480805"/>
            <ac:cxnSpMk id="67" creationId="{24072D39-9BAD-9607-004D-A1537ECBDA13}"/>
          </ac:cxnSpMkLst>
        </pc:cxnChg>
        <pc:cxnChg chg="add mod">
          <ac:chgData name="Takeuchi, Koichiro" userId="b3848a05-443b-4434-8fa5-7398ca0c03c9" providerId="ADAL" clId="{CB223349-29E1-400D-B419-E90CA0AB3E89}" dt="2024-06-20T03:27:55.280" v="3263" actId="14100"/>
          <ac:cxnSpMkLst>
            <pc:docMk/>
            <pc:sldMk cId="1771412347" sldId="2147480805"/>
            <ac:cxnSpMk id="69" creationId="{2A46A413-4F78-78F5-5802-A7D636BD7AAB}"/>
          </ac:cxnSpMkLst>
        </pc:cxnChg>
        <pc:cxnChg chg="mod">
          <ac:chgData name="Takeuchi, Koichiro" userId="b3848a05-443b-4434-8fa5-7398ca0c03c9" providerId="ADAL" clId="{CB223349-29E1-400D-B419-E90CA0AB3E89}" dt="2024-06-20T02:36:12.526" v="1694" actId="465"/>
          <ac:cxnSpMkLst>
            <pc:docMk/>
            <pc:sldMk cId="1771412347" sldId="2147480805"/>
            <ac:cxnSpMk id="70" creationId="{DD75F00D-0218-3FA0-02A7-E7CEE4D15951}"/>
          </ac:cxnSpMkLst>
        </pc:cxnChg>
        <pc:cxnChg chg="mod">
          <ac:chgData name="Takeuchi, Koichiro" userId="b3848a05-443b-4434-8fa5-7398ca0c03c9" providerId="ADAL" clId="{CB223349-29E1-400D-B419-E90CA0AB3E89}" dt="2024-06-20T02:36:12.526" v="1694" actId="465"/>
          <ac:cxnSpMkLst>
            <pc:docMk/>
            <pc:sldMk cId="1771412347" sldId="2147480805"/>
            <ac:cxnSpMk id="73" creationId="{20A1246F-F17E-D865-6795-19D78F5B5644}"/>
          </ac:cxnSpMkLst>
        </pc:cxnChg>
        <pc:cxnChg chg="mod">
          <ac:chgData name="Takeuchi, Koichiro" userId="b3848a05-443b-4434-8fa5-7398ca0c03c9" providerId="ADAL" clId="{CB223349-29E1-400D-B419-E90CA0AB3E89}" dt="2024-06-20T05:32:30.551" v="7886" actId="478"/>
          <ac:cxnSpMkLst>
            <pc:docMk/>
            <pc:sldMk cId="1771412347" sldId="2147480805"/>
            <ac:cxnSpMk id="76" creationId="{93640FF4-FCF8-3748-6A43-00CACF9219AB}"/>
          </ac:cxnSpMkLst>
        </pc:cxnChg>
        <pc:cxnChg chg="mod">
          <ac:chgData name="Takeuchi, Koichiro" userId="b3848a05-443b-4434-8fa5-7398ca0c03c9" providerId="ADAL" clId="{CB223349-29E1-400D-B419-E90CA0AB3E89}" dt="2024-06-20T05:32:30.551" v="7886" actId="478"/>
          <ac:cxnSpMkLst>
            <pc:docMk/>
            <pc:sldMk cId="1771412347" sldId="2147480805"/>
            <ac:cxnSpMk id="79" creationId="{2928148E-7372-53CC-714A-EDD838D83AF1}"/>
          </ac:cxnSpMkLst>
        </pc:cxnChg>
        <pc:cxnChg chg="add mod">
          <ac:chgData name="Takeuchi, Koichiro" userId="b3848a05-443b-4434-8fa5-7398ca0c03c9" providerId="ADAL" clId="{CB223349-29E1-400D-B419-E90CA0AB3E89}" dt="2024-06-20T05:34:50.524" v="7935" actId="14100"/>
          <ac:cxnSpMkLst>
            <pc:docMk/>
            <pc:sldMk cId="1771412347" sldId="2147480805"/>
            <ac:cxnSpMk id="80" creationId="{3A79AC73-89A8-9262-2C9E-CD929822E863}"/>
          </ac:cxnSpMkLst>
        </pc:cxnChg>
        <pc:cxnChg chg="mod">
          <ac:chgData name="Takeuchi, Koichiro" userId="b3848a05-443b-4434-8fa5-7398ca0c03c9" providerId="ADAL" clId="{CB223349-29E1-400D-B419-E90CA0AB3E89}" dt="2024-06-20T05:32:30.551" v="7886" actId="478"/>
          <ac:cxnSpMkLst>
            <pc:docMk/>
            <pc:sldMk cId="1771412347" sldId="2147480805"/>
            <ac:cxnSpMk id="82" creationId="{75C1D1B6-F059-004E-6D25-A23E5EACB51C}"/>
          </ac:cxnSpMkLst>
        </pc:cxnChg>
        <pc:cxnChg chg="add mod">
          <ac:chgData name="Takeuchi, Koichiro" userId="b3848a05-443b-4434-8fa5-7398ca0c03c9" providerId="ADAL" clId="{CB223349-29E1-400D-B419-E90CA0AB3E89}" dt="2024-06-20T05:35:04.814" v="7939" actId="14100"/>
          <ac:cxnSpMkLst>
            <pc:docMk/>
            <pc:sldMk cId="1771412347" sldId="2147480805"/>
            <ac:cxnSpMk id="84" creationId="{9DD5D6E7-E646-2565-9EAD-B087C356CC43}"/>
          </ac:cxnSpMkLst>
        </pc:cxnChg>
        <pc:cxnChg chg="mod">
          <ac:chgData name="Takeuchi, Koichiro" userId="b3848a05-443b-4434-8fa5-7398ca0c03c9" providerId="ADAL" clId="{CB223349-29E1-400D-B419-E90CA0AB3E89}" dt="2024-06-20T02:36:12.526" v="1694" actId="465"/>
          <ac:cxnSpMkLst>
            <pc:docMk/>
            <pc:sldMk cId="1771412347" sldId="2147480805"/>
            <ac:cxnSpMk id="85" creationId="{D42E99B6-817F-E78A-DA8A-579BA184317E}"/>
          </ac:cxnSpMkLst>
        </pc:cxnChg>
        <pc:cxnChg chg="mod">
          <ac:chgData name="Takeuchi, Koichiro" userId="b3848a05-443b-4434-8fa5-7398ca0c03c9" providerId="ADAL" clId="{CB223349-29E1-400D-B419-E90CA0AB3E89}" dt="2024-06-20T02:36:12.526" v="1694" actId="465"/>
          <ac:cxnSpMkLst>
            <pc:docMk/>
            <pc:sldMk cId="1771412347" sldId="2147480805"/>
            <ac:cxnSpMk id="88" creationId="{356A75DD-3DD4-C690-0AFF-9AE5C41CC4FC}"/>
          </ac:cxnSpMkLst>
        </pc:cxnChg>
        <pc:cxnChg chg="mod">
          <ac:chgData name="Takeuchi, Koichiro" userId="b3848a05-443b-4434-8fa5-7398ca0c03c9" providerId="ADAL" clId="{CB223349-29E1-400D-B419-E90CA0AB3E89}" dt="2024-06-20T02:36:12.526" v="1694" actId="465"/>
          <ac:cxnSpMkLst>
            <pc:docMk/>
            <pc:sldMk cId="1771412347" sldId="2147480805"/>
            <ac:cxnSpMk id="92" creationId="{3D4529CB-632D-081D-40D5-6A9C89427679}"/>
          </ac:cxnSpMkLst>
        </pc:cxnChg>
        <pc:cxnChg chg="mod">
          <ac:chgData name="Takeuchi, Koichiro" userId="b3848a05-443b-4434-8fa5-7398ca0c03c9" providerId="ADAL" clId="{CB223349-29E1-400D-B419-E90CA0AB3E89}" dt="2024-06-20T02:36:12.526" v="1694" actId="465"/>
          <ac:cxnSpMkLst>
            <pc:docMk/>
            <pc:sldMk cId="1771412347" sldId="2147480805"/>
            <ac:cxnSpMk id="95" creationId="{DD3FF002-8449-6DEF-EFFA-4609C628D3CD}"/>
          </ac:cxnSpMkLst>
        </pc:cxnChg>
        <pc:cxnChg chg="mod">
          <ac:chgData name="Takeuchi, Koichiro" userId="b3848a05-443b-4434-8fa5-7398ca0c03c9" providerId="ADAL" clId="{CB223349-29E1-400D-B419-E90CA0AB3E89}" dt="2024-06-20T02:36:12.526" v="1694" actId="465"/>
          <ac:cxnSpMkLst>
            <pc:docMk/>
            <pc:sldMk cId="1771412347" sldId="2147480805"/>
            <ac:cxnSpMk id="99" creationId="{D5738DE5-BBAF-542A-4615-F37F134C1798}"/>
          </ac:cxnSpMkLst>
        </pc:cxnChg>
        <pc:cxnChg chg="mod">
          <ac:chgData name="Takeuchi, Koichiro" userId="b3848a05-443b-4434-8fa5-7398ca0c03c9" providerId="ADAL" clId="{CB223349-29E1-400D-B419-E90CA0AB3E89}" dt="2024-06-20T02:36:12.526" v="1694" actId="465"/>
          <ac:cxnSpMkLst>
            <pc:docMk/>
            <pc:sldMk cId="1771412347" sldId="2147480805"/>
            <ac:cxnSpMk id="102" creationId="{A0AD4B05-74EA-C401-9E54-98E45CE141EE}"/>
          </ac:cxnSpMkLst>
        </pc:cxnChg>
        <pc:cxnChg chg="mod">
          <ac:chgData name="Takeuchi, Koichiro" userId="b3848a05-443b-4434-8fa5-7398ca0c03c9" providerId="ADAL" clId="{CB223349-29E1-400D-B419-E90CA0AB3E89}" dt="2024-06-20T02:36:12.526" v="1694" actId="465"/>
          <ac:cxnSpMkLst>
            <pc:docMk/>
            <pc:sldMk cId="1771412347" sldId="2147480805"/>
            <ac:cxnSpMk id="105" creationId="{86F6412A-82DE-A741-A603-402629A3C827}"/>
          </ac:cxnSpMkLst>
        </pc:cxnChg>
        <pc:cxnChg chg="mod">
          <ac:chgData name="Takeuchi, Koichiro" userId="b3848a05-443b-4434-8fa5-7398ca0c03c9" providerId="ADAL" clId="{CB223349-29E1-400D-B419-E90CA0AB3E89}" dt="2024-06-20T02:36:12.526" v="1694" actId="465"/>
          <ac:cxnSpMkLst>
            <pc:docMk/>
            <pc:sldMk cId="1771412347" sldId="2147480805"/>
            <ac:cxnSpMk id="135" creationId="{7D94A97F-46CA-12CD-52B6-D4B03FB40F6D}"/>
          </ac:cxnSpMkLst>
        </pc:cxnChg>
        <pc:cxnChg chg="mod">
          <ac:chgData name="Takeuchi, Koichiro" userId="b3848a05-443b-4434-8fa5-7398ca0c03c9" providerId="ADAL" clId="{CB223349-29E1-400D-B419-E90CA0AB3E89}" dt="2024-06-20T02:36:12.526" v="1694" actId="465"/>
          <ac:cxnSpMkLst>
            <pc:docMk/>
            <pc:sldMk cId="1771412347" sldId="2147480805"/>
            <ac:cxnSpMk id="138" creationId="{A2A9ED90-1437-2D6C-D961-D5C010A5A0F8}"/>
          </ac:cxnSpMkLst>
        </pc:cxnChg>
        <pc:cxnChg chg="mod">
          <ac:chgData name="Takeuchi, Koichiro" userId="b3848a05-443b-4434-8fa5-7398ca0c03c9" providerId="ADAL" clId="{CB223349-29E1-400D-B419-E90CA0AB3E89}" dt="2024-06-20T02:36:12.526" v="1694" actId="465"/>
          <ac:cxnSpMkLst>
            <pc:docMk/>
            <pc:sldMk cId="1771412347" sldId="2147480805"/>
            <ac:cxnSpMk id="141" creationId="{1A4E9348-F9BC-F110-951E-50B540C37585}"/>
          </ac:cxnSpMkLst>
        </pc:cxnChg>
        <pc:cxnChg chg="mod">
          <ac:chgData name="Takeuchi, Koichiro" userId="b3848a05-443b-4434-8fa5-7398ca0c03c9" providerId="ADAL" clId="{CB223349-29E1-400D-B419-E90CA0AB3E89}" dt="2024-06-20T02:36:12.526" v="1694" actId="465"/>
          <ac:cxnSpMkLst>
            <pc:docMk/>
            <pc:sldMk cId="1771412347" sldId="2147480805"/>
            <ac:cxnSpMk id="165" creationId="{9008486D-82CB-A623-537B-939A109E4CE0}"/>
          </ac:cxnSpMkLst>
        </pc:cxnChg>
        <pc:cxnChg chg="mod">
          <ac:chgData name="Takeuchi, Koichiro" userId="b3848a05-443b-4434-8fa5-7398ca0c03c9" providerId="ADAL" clId="{CB223349-29E1-400D-B419-E90CA0AB3E89}" dt="2024-06-20T02:36:12.526" v="1694" actId="465"/>
          <ac:cxnSpMkLst>
            <pc:docMk/>
            <pc:sldMk cId="1771412347" sldId="2147480805"/>
            <ac:cxnSpMk id="168" creationId="{0D2C7F41-DF83-AEC6-EA5E-47A9141E8D90}"/>
          </ac:cxnSpMkLst>
        </pc:cxnChg>
        <pc:cxnChg chg="mod">
          <ac:chgData name="Takeuchi, Koichiro" userId="b3848a05-443b-4434-8fa5-7398ca0c03c9" providerId="ADAL" clId="{CB223349-29E1-400D-B419-E90CA0AB3E89}" dt="2024-06-20T02:36:12.526" v="1694" actId="465"/>
          <ac:cxnSpMkLst>
            <pc:docMk/>
            <pc:sldMk cId="1771412347" sldId="2147480805"/>
            <ac:cxnSpMk id="171" creationId="{B69696EF-5163-2F98-655B-096FB4B2E037}"/>
          </ac:cxnSpMkLst>
        </pc:cxnChg>
        <pc:cxnChg chg="mod">
          <ac:chgData name="Takeuchi, Koichiro" userId="b3848a05-443b-4434-8fa5-7398ca0c03c9" providerId="ADAL" clId="{CB223349-29E1-400D-B419-E90CA0AB3E89}" dt="2024-06-20T02:35:58.452" v="1690" actId="1035"/>
          <ac:cxnSpMkLst>
            <pc:docMk/>
            <pc:sldMk cId="1771412347" sldId="2147480805"/>
            <ac:cxnSpMk id="174" creationId="{3D78EE41-7334-D7A6-8FF3-88B3046D362C}"/>
          </ac:cxnSpMkLst>
        </pc:cxnChg>
        <pc:cxnChg chg="mod">
          <ac:chgData name="Takeuchi, Koichiro" userId="b3848a05-443b-4434-8fa5-7398ca0c03c9" providerId="ADAL" clId="{CB223349-29E1-400D-B419-E90CA0AB3E89}" dt="2024-06-20T02:35:58.452" v="1690" actId="1035"/>
          <ac:cxnSpMkLst>
            <pc:docMk/>
            <pc:sldMk cId="1771412347" sldId="2147480805"/>
            <ac:cxnSpMk id="177" creationId="{75C72034-505A-B8F2-4A3B-3A986F91CE44}"/>
          </ac:cxnSpMkLst>
        </pc:cxnChg>
      </pc:sldChg>
      <pc:sldChg chg="del">
        <pc:chgData name="Takeuchi, Koichiro" userId="b3848a05-443b-4434-8fa5-7398ca0c03c9" providerId="ADAL" clId="{CB223349-29E1-400D-B419-E90CA0AB3E89}" dt="2024-06-20T03:34:35.415" v="3484" actId="47"/>
        <pc:sldMkLst>
          <pc:docMk/>
          <pc:sldMk cId="3640196775" sldId="2147480807"/>
        </pc:sldMkLst>
      </pc:sldChg>
      <pc:sldChg chg="addSp delSp modSp mod">
        <pc:chgData name="Takeuchi, Koichiro" userId="b3848a05-443b-4434-8fa5-7398ca0c03c9" providerId="ADAL" clId="{CB223349-29E1-400D-B419-E90CA0AB3E89}" dt="2024-06-20T05:21:19.369" v="7768" actId="207"/>
        <pc:sldMkLst>
          <pc:docMk/>
          <pc:sldMk cId="323859429" sldId="2147480809"/>
        </pc:sldMkLst>
        <pc:spChg chg="add mod">
          <ac:chgData name="Takeuchi, Koichiro" userId="b3848a05-443b-4434-8fa5-7398ca0c03c9" providerId="ADAL" clId="{CB223349-29E1-400D-B419-E90CA0AB3E89}" dt="2024-06-20T03:49:33.890" v="4500" actId="14100"/>
          <ac:spMkLst>
            <pc:docMk/>
            <pc:sldMk cId="323859429" sldId="2147480809"/>
            <ac:spMk id="3" creationId="{74D5AF54-6C3B-624F-B9A7-63D60A5A15A8}"/>
          </ac:spMkLst>
        </pc:spChg>
        <pc:spChg chg="del">
          <ac:chgData name="Takeuchi, Koichiro" userId="b3848a05-443b-4434-8fa5-7398ca0c03c9" providerId="ADAL" clId="{CB223349-29E1-400D-B419-E90CA0AB3E89}" dt="2024-06-19T08:21:30.031" v="378" actId="478"/>
          <ac:spMkLst>
            <pc:docMk/>
            <pc:sldMk cId="323859429" sldId="2147480809"/>
            <ac:spMk id="4" creationId="{FFA69A08-FAEA-E4CC-E4CA-BDC2FA69BAD0}"/>
          </ac:spMkLst>
        </pc:spChg>
        <pc:spChg chg="add del mod">
          <ac:chgData name="Takeuchi, Koichiro" userId="b3848a05-443b-4434-8fa5-7398ca0c03c9" providerId="ADAL" clId="{CB223349-29E1-400D-B419-E90CA0AB3E89}" dt="2024-06-20T03:49:07.721" v="4416" actId="478"/>
          <ac:spMkLst>
            <pc:docMk/>
            <pc:sldMk cId="323859429" sldId="2147480809"/>
            <ac:spMk id="9" creationId="{6B935B8E-4979-AEE0-41F0-73D5BC273DAB}"/>
          </ac:spMkLst>
        </pc:spChg>
        <pc:spChg chg="add del mod">
          <ac:chgData name="Takeuchi, Koichiro" userId="b3848a05-443b-4434-8fa5-7398ca0c03c9" providerId="ADAL" clId="{CB223349-29E1-400D-B419-E90CA0AB3E89}" dt="2024-06-20T03:40:11.034" v="4006" actId="21"/>
          <ac:spMkLst>
            <pc:docMk/>
            <pc:sldMk cId="323859429" sldId="2147480809"/>
            <ac:spMk id="10" creationId="{57A3C6E0-94D6-7FFF-A358-1B7B59A88C71}"/>
          </ac:spMkLst>
        </pc:spChg>
        <pc:spChg chg="mod">
          <ac:chgData name="Takeuchi, Koichiro" userId="b3848a05-443b-4434-8fa5-7398ca0c03c9" providerId="ADAL" clId="{CB223349-29E1-400D-B419-E90CA0AB3E89}" dt="2024-06-20T05:21:19.369" v="7768" actId="207"/>
          <ac:spMkLst>
            <pc:docMk/>
            <pc:sldMk cId="323859429" sldId="2147480809"/>
            <ac:spMk id="11" creationId="{717EA1C2-564A-F53F-F442-2C714F464DA1}"/>
          </ac:spMkLst>
        </pc:spChg>
        <pc:spChg chg="mod">
          <ac:chgData name="Takeuchi, Koichiro" userId="b3848a05-443b-4434-8fa5-7398ca0c03c9" providerId="ADAL" clId="{CB223349-29E1-400D-B419-E90CA0AB3E89}" dt="2024-06-19T08:23:37.857" v="411" actId="20577"/>
          <ac:spMkLst>
            <pc:docMk/>
            <pc:sldMk cId="323859429" sldId="2147480809"/>
            <ac:spMk id="13" creationId="{7EA7777E-2F8C-7EAF-00B8-6D8931F3EE7D}"/>
          </ac:spMkLst>
        </pc:spChg>
        <pc:spChg chg="mod">
          <ac:chgData name="Takeuchi, Koichiro" userId="b3848a05-443b-4434-8fa5-7398ca0c03c9" providerId="ADAL" clId="{CB223349-29E1-400D-B419-E90CA0AB3E89}" dt="2024-06-19T08:15:13.924" v="1" actId="207"/>
          <ac:spMkLst>
            <pc:docMk/>
            <pc:sldMk cId="323859429" sldId="2147480809"/>
            <ac:spMk id="14" creationId="{BC179422-69D3-E378-7B3D-89D3749F8B79}"/>
          </ac:spMkLst>
        </pc:spChg>
      </pc:sldChg>
      <pc:sldChg chg="addSp modSp mod">
        <pc:chgData name="Takeuchi, Koichiro" userId="b3848a05-443b-4434-8fa5-7398ca0c03c9" providerId="ADAL" clId="{CB223349-29E1-400D-B419-E90CA0AB3E89}" dt="2024-06-20T07:14:25.390" v="8062" actId="20577"/>
        <pc:sldMkLst>
          <pc:docMk/>
          <pc:sldMk cId="1710641726" sldId="2147480810"/>
        </pc:sldMkLst>
        <pc:spChg chg="add mod">
          <ac:chgData name="Takeuchi, Koichiro" userId="b3848a05-443b-4434-8fa5-7398ca0c03c9" providerId="ADAL" clId="{CB223349-29E1-400D-B419-E90CA0AB3E89}" dt="2024-06-20T03:41:05.611" v="4066" actId="20577"/>
          <ac:spMkLst>
            <pc:docMk/>
            <pc:sldMk cId="1710641726" sldId="2147480810"/>
            <ac:spMk id="3" creationId="{D6BA42BE-6079-6AB3-E841-3080F6D77BAE}"/>
          </ac:spMkLst>
        </pc:spChg>
        <pc:spChg chg="add mod">
          <ac:chgData name="Takeuchi, Koichiro" userId="b3848a05-443b-4434-8fa5-7398ca0c03c9" providerId="ADAL" clId="{CB223349-29E1-400D-B419-E90CA0AB3E89}" dt="2024-06-20T03:41:15.739" v="4072" actId="20577"/>
          <ac:spMkLst>
            <pc:docMk/>
            <pc:sldMk cId="1710641726" sldId="2147480810"/>
            <ac:spMk id="4" creationId="{3BD21EDE-0809-1C5E-1222-338190B17FF8}"/>
          </ac:spMkLst>
        </pc:spChg>
        <pc:spChg chg="mod">
          <ac:chgData name="Takeuchi, Koichiro" userId="b3848a05-443b-4434-8fa5-7398ca0c03c9" providerId="ADAL" clId="{CB223349-29E1-400D-B419-E90CA0AB3E89}" dt="2024-06-20T07:14:25.390" v="8062" actId="20577"/>
          <ac:spMkLst>
            <pc:docMk/>
            <pc:sldMk cId="1710641726" sldId="2147480810"/>
            <ac:spMk id="7" creationId="{4C331423-D31E-54C6-B603-3A2DCE7DE991}"/>
          </ac:spMkLst>
        </pc:spChg>
        <pc:spChg chg="add mod">
          <ac:chgData name="Takeuchi, Koichiro" userId="b3848a05-443b-4434-8fa5-7398ca0c03c9" providerId="ADAL" clId="{CB223349-29E1-400D-B419-E90CA0AB3E89}" dt="2024-06-20T03:41:22.403" v="4074" actId="1076"/>
          <ac:spMkLst>
            <pc:docMk/>
            <pc:sldMk cId="1710641726" sldId="2147480810"/>
            <ac:spMk id="8" creationId="{44546FDB-8DB3-6BE5-7215-2FB8D69FB847}"/>
          </ac:spMkLst>
        </pc:spChg>
        <pc:spChg chg="add mod">
          <ac:chgData name="Takeuchi, Koichiro" userId="b3848a05-443b-4434-8fa5-7398ca0c03c9" providerId="ADAL" clId="{CB223349-29E1-400D-B419-E90CA0AB3E89}" dt="2024-06-20T03:40:52.330" v="4047" actId="14100"/>
          <ac:spMkLst>
            <pc:docMk/>
            <pc:sldMk cId="1710641726" sldId="2147480810"/>
            <ac:spMk id="10" creationId="{57A3C6E0-94D6-7FFF-A358-1B7B59A88C71}"/>
          </ac:spMkLst>
        </pc:spChg>
      </pc:sldChg>
      <pc:sldChg chg="modSp mod">
        <pc:chgData name="Takeuchi, Koichiro" userId="b3848a05-443b-4434-8fa5-7398ca0c03c9" providerId="ADAL" clId="{CB223349-29E1-400D-B419-E90CA0AB3E89}" dt="2024-06-20T04:35:03.842" v="6952" actId="20577"/>
        <pc:sldMkLst>
          <pc:docMk/>
          <pc:sldMk cId="197750219" sldId="2147480811"/>
        </pc:sldMkLst>
        <pc:spChg chg="mod">
          <ac:chgData name="Takeuchi, Koichiro" userId="b3848a05-443b-4434-8fa5-7398ca0c03c9" providerId="ADAL" clId="{CB223349-29E1-400D-B419-E90CA0AB3E89}" dt="2024-06-20T04:35:03.842" v="6952" actId="20577"/>
          <ac:spMkLst>
            <pc:docMk/>
            <pc:sldMk cId="197750219" sldId="2147480811"/>
            <ac:spMk id="7" creationId="{4C331423-D31E-54C6-B603-3A2DCE7DE991}"/>
          </ac:spMkLst>
        </pc:spChg>
      </pc:sldChg>
      <pc:sldChg chg="modSp mod">
        <pc:chgData name="Takeuchi, Koichiro" userId="b3848a05-443b-4434-8fa5-7398ca0c03c9" providerId="ADAL" clId="{CB223349-29E1-400D-B419-E90CA0AB3E89}" dt="2024-06-20T04:34:58.956" v="6945" actId="20577"/>
        <pc:sldMkLst>
          <pc:docMk/>
          <pc:sldMk cId="3372364919" sldId="2147480812"/>
        </pc:sldMkLst>
        <pc:spChg chg="mod">
          <ac:chgData name="Takeuchi, Koichiro" userId="b3848a05-443b-4434-8fa5-7398ca0c03c9" providerId="ADAL" clId="{CB223349-29E1-400D-B419-E90CA0AB3E89}" dt="2024-06-20T04:34:58.956" v="6945" actId="20577"/>
          <ac:spMkLst>
            <pc:docMk/>
            <pc:sldMk cId="3372364919" sldId="2147480812"/>
            <ac:spMk id="7" creationId="{4C331423-D31E-54C6-B603-3A2DCE7DE991}"/>
          </ac:spMkLst>
        </pc:spChg>
      </pc:sldChg>
      <pc:sldChg chg="addSp delSp modSp del mod">
        <pc:chgData name="Takeuchi, Koichiro" userId="b3848a05-443b-4434-8fa5-7398ca0c03c9" providerId="ADAL" clId="{CB223349-29E1-400D-B419-E90CA0AB3E89}" dt="2024-06-20T02:33:38.631" v="1625" actId="47"/>
        <pc:sldMkLst>
          <pc:docMk/>
          <pc:sldMk cId="603918991" sldId="2147480813"/>
        </pc:sldMkLst>
        <pc:spChg chg="add del mod">
          <ac:chgData name="Takeuchi, Koichiro" userId="b3848a05-443b-4434-8fa5-7398ca0c03c9" providerId="ADAL" clId="{CB223349-29E1-400D-B419-E90CA0AB3E89}" dt="2024-06-20T02:32:39.297" v="1473" actId="21"/>
          <ac:spMkLst>
            <pc:docMk/>
            <pc:sldMk cId="603918991" sldId="2147480813"/>
            <ac:spMk id="3" creationId="{B2DA2ECB-5DC0-A9D6-DDF2-F6AC8C506199}"/>
          </ac:spMkLst>
        </pc:spChg>
        <pc:spChg chg="mod topLvl">
          <ac:chgData name="Takeuchi, Koichiro" userId="b3848a05-443b-4434-8fa5-7398ca0c03c9" providerId="ADAL" clId="{CB223349-29E1-400D-B419-E90CA0AB3E89}" dt="2024-06-19T08:43:33.458" v="615" actId="165"/>
          <ac:spMkLst>
            <pc:docMk/>
            <pc:sldMk cId="603918991" sldId="2147480813"/>
            <ac:spMk id="24" creationId="{ADAF15AC-EBE9-24C5-433D-E3465263AE3F}"/>
          </ac:spMkLst>
        </pc:spChg>
        <pc:spChg chg="del mod topLvl">
          <ac:chgData name="Takeuchi, Koichiro" userId="b3848a05-443b-4434-8fa5-7398ca0c03c9" providerId="ADAL" clId="{CB223349-29E1-400D-B419-E90CA0AB3E89}" dt="2024-06-19T08:44:27.086" v="637" actId="478"/>
          <ac:spMkLst>
            <pc:docMk/>
            <pc:sldMk cId="603918991" sldId="2147480813"/>
            <ac:spMk id="36" creationId="{13D1D37D-51DD-51AE-BE9B-A370058BE132}"/>
          </ac:spMkLst>
        </pc:spChg>
        <pc:spChg chg="mod">
          <ac:chgData name="Takeuchi, Koichiro" userId="b3848a05-443b-4434-8fa5-7398ca0c03c9" providerId="ADAL" clId="{CB223349-29E1-400D-B419-E90CA0AB3E89}" dt="2024-06-19T08:26:41.570" v="441" actId="20577"/>
          <ac:spMkLst>
            <pc:docMk/>
            <pc:sldMk cId="603918991" sldId="2147480813"/>
            <ac:spMk id="45" creationId="{C9F07628-8877-1750-ACD2-1DD4A2EACB94}"/>
          </ac:spMkLst>
        </pc:spChg>
        <pc:spChg chg="mod">
          <ac:chgData name="Takeuchi, Koichiro" userId="b3848a05-443b-4434-8fa5-7398ca0c03c9" providerId="ADAL" clId="{CB223349-29E1-400D-B419-E90CA0AB3E89}" dt="2024-06-19T08:26:54.712" v="444" actId="20577"/>
          <ac:spMkLst>
            <pc:docMk/>
            <pc:sldMk cId="603918991" sldId="2147480813"/>
            <ac:spMk id="50" creationId="{2E5822A6-3B86-D0FE-98F9-98326E0326CC}"/>
          </ac:spMkLst>
        </pc:spChg>
        <pc:spChg chg="mod">
          <ac:chgData name="Takeuchi, Koichiro" userId="b3848a05-443b-4434-8fa5-7398ca0c03c9" providerId="ADAL" clId="{CB223349-29E1-400D-B419-E90CA0AB3E89}" dt="2024-06-19T08:27:08.192" v="453" actId="20577"/>
          <ac:spMkLst>
            <pc:docMk/>
            <pc:sldMk cId="603918991" sldId="2147480813"/>
            <ac:spMk id="51" creationId="{14ADC41C-8E41-246B-B4CE-E311E9A7C3DF}"/>
          </ac:spMkLst>
        </pc:spChg>
        <pc:spChg chg="mod">
          <ac:chgData name="Takeuchi, Koichiro" userId="b3848a05-443b-4434-8fa5-7398ca0c03c9" providerId="ADAL" clId="{CB223349-29E1-400D-B419-E90CA0AB3E89}" dt="2024-06-19T08:27:21.751" v="454" actId="20577"/>
          <ac:spMkLst>
            <pc:docMk/>
            <pc:sldMk cId="603918991" sldId="2147480813"/>
            <ac:spMk id="53" creationId="{7D599E3B-749D-646A-06A6-E70BA472972E}"/>
          </ac:spMkLst>
        </pc:spChg>
        <pc:grpChg chg="add mod">
          <ac:chgData name="Takeuchi, Koichiro" userId="b3848a05-443b-4434-8fa5-7398ca0c03c9" providerId="ADAL" clId="{CB223349-29E1-400D-B419-E90CA0AB3E89}" dt="2024-06-19T08:44:17.737" v="635" actId="164"/>
          <ac:grpSpMkLst>
            <pc:docMk/>
            <pc:sldMk cId="603918991" sldId="2147480813"/>
            <ac:grpSpMk id="7" creationId="{612DE4A4-B42B-3950-2972-CE562E9850B4}"/>
          </ac:grpSpMkLst>
        </pc:grpChg>
        <pc:grpChg chg="add del mod topLvl">
          <ac:chgData name="Takeuchi, Koichiro" userId="b3848a05-443b-4434-8fa5-7398ca0c03c9" providerId="ADAL" clId="{CB223349-29E1-400D-B419-E90CA0AB3E89}" dt="2024-06-19T08:43:42.173" v="622" actId="165"/>
          <ac:grpSpMkLst>
            <pc:docMk/>
            <pc:sldMk cId="603918991" sldId="2147480813"/>
            <ac:grpSpMk id="25" creationId="{DA41DB31-8308-FC49-B48B-2E8A4F643967}"/>
          </ac:grpSpMkLst>
        </pc:grpChg>
        <pc:grpChg chg="del mod">
          <ac:chgData name="Takeuchi, Koichiro" userId="b3848a05-443b-4434-8fa5-7398ca0c03c9" providerId="ADAL" clId="{CB223349-29E1-400D-B419-E90CA0AB3E89}" dt="2024-06-19T08:43:33.458" v="615" actId="165"/>
          <ac:grpSpMkLst>
            <pc:docMk/>
            <pc:sldMk cId="603918991" sldId="2147480813"/>
            <ac:grpSpMk id="41" creationId="{D5AA1906-2141-69E8-DCA8-6BB9E92072F8}"/>
          </ac:grpSpMkLst>
        </pc:grpChg>
        <pc:picChg chg="del mod topLvl">
          <ac:chgData name="Takeuchi, Koichiro" userId="b3848a05-443b-4434-8fa5-7398ca0c03c9" providerId="ADAL" clId="{CB223349-29E1-400D-B419-E90CA0AB3E89}" dt="2024-06-19T08:44:06.925" v="630" actId="478"/>
          <ac:picMkLst>
            <pc:docMk/>
            <pc:sldMk cId="603918991" sldId="2147480813"/>
            <ac:picMk id="26" creationId="{4D5B96DF-9A22-F322-378F-DA1C97A7EEAC}"/>
          </ac:picMkLst>
        </pc:picChg>
        <pc:picChg chg="mod topLvl">
          <ac:chgData name="Takeuchi, Koichiro" userId="b3848a05-443b-4434-8fa5-7398ca0c03c9" providerId="ADAL" clId="{CB223349-29E1-400D-B419-E90CA0AB3E89}" dt="2024-06-19T08:44:30.867" v="639" actId="1076"/>
          <ac:picMkLst>
            <pc:docMk/>
            <pc:sldMk cId="603918991" sldId="2147480813"/>
            <ac:picMk id="27" creationId="{F25A7ECB-AC5F-AD8B-770F-FBDB41A47647}"/>
          </ac:picMkLst>
        </pc:picChg>
        <pc:picChg chg="del mod topLvl">
          <ac:chgData name="Takeuchi, Koichiro" userId="b3848a05-443b-4434-8fa5-7398ca0c03c9" providerId="ADAL" clId="{CB223349-29E1-400D-B419-E90CA0AB3E89}" dt="2024-06-19T08:44:27.086" v="637" actId="478"/>
          <ac:picMkLst>
            <pc:docMk/>
            <pc:sldMk cId="603918991" sldId="2147480813"/>
            <ac:picMk id="28" creationId="{895C4C96-3B66-E1F4-29EF-6F569C31B71F}"/>
          </ac:picMkLst>
        </pc:picChg>
        <pc:picChg chg="del mod topLvl">
          <ac:chgData name="Takeuchi, Koichiro" userId="b3848a05-443b-4434-8fa5-7398ca0c03c9" providerId="ADAL" clId="{CB223349-29E1-400D-B419-E90CA0AB3E89}" dt="2024-06-19T08:44:04.034" v="629" actId="478"/>
          <ac:picMkLst>
            <pc:docMk/>
            <pc:sldMk cId="603918991" sldId="2147480813"/>
            <ac:picMk id="29" creationId="{6E2389CD-6A29-302C-4C73-9C32A11EA29D}"/>
          </ac:picMkLst>
        </pc:picChg>
        <pc:picChg chg="del mod topLvl">
          <ac:chgData name="Takeuchi, Koichiro" userId="b3848a05-443b-4434-8fa5-7398ca0c03c9" providerId="ADAL" clId="{CB223349-29E1-400D-B419-E90CA0AB3E89}" dt="2024-06-19T08:44:04.034" v="629" actId="478"/>
          <ac:picMkLst>
            <pc:docMk/>
            <pc:sldMk cId="603918991" sldId="2147480813"/>
            <ac:picMk id="30" creationId="{1734BFD6-7E71-7D8C-A2EE-A20F739D3745}"/>
          </ac:picMkLst>
        </pc:picChg>
        <pc:picChg chg="del mod topLvl">
          <ac:chgData name="Takeuchi, Koichiro" userId="b3848a05-443b-4434-8fa5-7398ca0c03c9" providerId="ADAL" clId="{CB223349-29E1-400D-B419-E90CA0AB3E89}" dt="2024-06-19T08:44:06.925" v="630" actId="478"/>
          <ac:picMkLst>
            <pc:docMk/>
            <pc:sldMk cId="603918991" sldId="2147480813"/>
            <ac:picMk id="31" creationId="{FDEDA3F5-ECDA-48B6-7DE8-54D1060D6D65}"/>
          </ac:picMkLst>
        </pc:picChg>
        <pc:picChg chg="del mod topLvl">
          <ac:chgData name="Takeuchi, Koichiro" userId="b3848a05-443b-4434-8fa5-7398ca0c03c9" providerId="ADAL" clId="{CB223349-29E1-400D-B419-E90CA0AB3E89}" dt="2024-06-19T08:44:04.034" v="629" actId="478"/>
          <ac:picMkLst>
            <pc:docMk/>
            <pc:sldMk cId="603918991" sldId="2147480813"/>
            <ac:picMk id="32" creationId="{AFCA5CFA-3066-6527-2A40-3B622BF29869}"/>
          </ac:picMkLst>
        </pc:picChg>
        <pc:picChg chg="add del mod topLvl">
          <ac:chgData name="Takeuchi, Koichiro" userId="b3848a05-443b-4434-8fa5-7398ca0c03c9" providerId="ADAL" clId="{CB223349-29E1-400D-B419-E90CA0AB3E89}" dt="2024-06-19T08:43:58.746" v="628" actId="478"/>
          <ac:picMkLst>
            <pc:docMk/>
            <pc:sldMk cId="603918991" sldId="2147480813"/>
            <ac:picMk id="33" creationId="{57BF6015-D08A-3782-EB0E-60ED778E27AF}"/>
          </ac:picMkLst>
        </pc:picChg>
        <pc:picChg chg="add del mod topLvl">
          <ac:chgData name="Takeuchi, Koichiro" userId="b3848a05-443b-4434-8fa5-7398ca0c03c9" providerId="ADAL" clId="{CB223349-29E1-400D-B419-E90CA0AB3E89}" dt="2024-06-19T08:43:58.746" v="628" actId="478"/>
          <ac:picMkLst>
            <pc:docMk/>
            <pc:sldMk cId="603918991" sldId="2147480813"/>
            <ac:picMk id="34" creationId="{0D411A80-6755-75D3-704A-45C522199EC4}"/>
          </ac:picMkLst>
        </pc:picChg>
        <pc:picChg chg="del mod topLvl">
          <ac:chgData name="Takeuchi, Koichiro" userId="b3848a05-443b-4434-8fa5-7398ca0c03c9" providerId="ADAL" clId="{CB223349-29E1-400D-B419-E90CA0AB3E89}" dt="2024-06-19T08:43:50.506" v="623" actId="478"/>
          <ac:picMkLst>
            <pc:docMk/>
            <pc:sldMk cId="603918991" sldId="2147480813"/>
            <ac:picMk id="35" creationId="{E33F463B-3CC2-5EE6-ADA5-6249D42F030B}"/>
          </ac:picMkLst>
        </pc:picChg>
        <pc:picChg chg="del mod topLvl">
          <ac:chgData name="Takeuchi, Koichiro" userId="b3848a05-443b-4434-8fa5-7398ca0c03c9" providerId="ADAL" clId="{CB223349-29E1-400D-B419-E90CA0AB3E89}" dt="2024-06-19T08:44:04.034" v="629" actId="478"/>
          <ac:picMkLst>
            <pc:docMk/>
            <pc:sldMk cId="603918991" sldId="2147480813"/>
            <ac:picMk id="37" creationId="{5DA1C30F-723F-3887-47A3-788677CDE861}"/>
          </ac:picMkLst>
        </pc:picChg>
        <pc:picChg chg="del mod topLvl">
          <ac:chgData name="Takeuchi, Koichiro" userId="b3848a05-443b-4434-8fa5-7398ca0c03c9" providerId="ADAL" clId="{CB223349-29E1-400D-B419-E90CA0AB3E89}" dt="2024-06-19T08:44:04.034" v="629" actId="478"/>
          <ac:picMkLst>
            <pc:docMk/>
            <pc:sldMk cId="603918991" sldId="2147480813"/>
            <ac:picMk id="38" creationId="{09E82B96-73E4-8A49-5D6D-3C2483BE475C}"/>
          </ac:picMkLst>
        </pc:picChg>
        <pc:picChg chg="del mod topLvl">
          <ac:chgData name="Takeuchi, Koichiro" userId="b3848a05-443b-4434-8fa5-7398ca0c03c9" providerId="ADAL" clId="{CB223349-29E1-400D-B419-E90CA0AB3E89}" dt="2024-06-19T08:44:27.086" v="637" actId="478"/>
          <ac:picMkLst>
            <pc:docMk/>
            <pc:sldMk cId="603918991" sldId="2147480813"/>
            <ac:picMk id="39" creationId="{7C41344F-202C-6D4D-FCBE-DB69D26EC1F0}"/>
          </ac:picMkLst>
        </pc:picChg>
        <pc:picChg chg="del mod topLvl">
          <ac:chgData name="Takeuchi, Koichiro" userId="b3848a05-443b-4434-8fa5-7398ca0c03c9" providerId="ADAL" clId="{CB223349-29E1-400D-B419-E90CA0AB3E89}" dt="2024-06-19T08:43:50.506" v="623" actId="478"/>
          <ac:picMkLst>
            <pc:docMk/>
            <pc:sldMk cId="603918991" sldId="2147480813"/>
            <ac:picMk id="40" creationId="{B9ACC545-B2C8-DBF6-E4E9-4F257FC3FAD5}"/>
          </ac:picMkLst>
        </pc:picChg>
        <pc:picChg chg="add del mod">
          <ac:chgData name="Takeuchi, Koichiro" userId="b3848a05-443b-4434-8fa5-7398ca0c03c9" providerId="ADAL" clId="{CB223349-29E1-400D-B419-E90CA0AB3E89}" dt="2024-06-19T08:33:29.432" v="495" actId="478"/>
          <ac:picMkLst>
            <pc:docMk/>
            <pc:sldMk cId="603918991" sldId="2147480813"/>
            <ac:picMk id="1026" creationId="{B9C2CAEF-C491-78D6-92A6-2BC37FB94544}"/>
          </ac:picMkLst>
        </pc:picChg>
      </pc:sldChg>
      <pc:sldChg chg="del">
        <pc:chgData name="Takeuchi, Koichiro" userId="b3848a05-443b-4434-8fa5-7398ca0c03c9" providerId="ADAL" clId="{CB223349-29E1-400D-B419-E90CA0AB3E89}" dt="2024-06-20T03:39:52.596" v="4004" actId="47"/>
        <pc:sldMkLst>
          <pc:docMk/>
          <pc:sldMk cId="3588161479" sldId="2147480814"/>
        </pc:sldMkLst>
      </pc:sldChg>
      <pc:sldChg chg="del">
        <pc:chgData name="Takeuchi, Koichiro" userId="b3848a05-443b-4434-8fa5-7398ca0c03c9" providerId="ADAL" clId="{CB223349-29E1-400D-B419-E90CA0AB3E89}" dt="2024-06-20T04:20:24.469" v="6468" actId="47"/>
        <pc:sldMkLst>
          <pc:docMk/>
          <pc:sldMk cId="3356158626" sldId="2147480815"/>
        </pc:sldMkLst>
      </pc:sldChg>
      <pc:sldChg chg="delSp del mod">
        <pc:chgData name="Takeuchi, Koichiro" userId="b3848a05-443b-4434-8fa5-7398ca0c03c9" providerId="ADAL" clId="{CB223349-29E1-400D-B419-E90CA0AB3E89}" dt="2024-06-20T04:20:25.337" v="6469" actId="47"/>
        <pc:sldMkLst>
          <pc:docMk/>
          <pc:sldMk cId="2557771223" sldId="2147480816"/>
        </pc:sldMkLst>
        <pc:spChg chg="del">
          <ac:chgData name="Takeuchi, Koichiro" userId="b3848a05-443b-4434-8fa5-7398ca0c03c9" providerId="ADAL" clId="{CB223349-29E1-400D-B419-E90CA0AB3E89}" dt="2024-06-20T03:43:06.783" v="4239" actId="478"/>
          <ac:spMkLst>
            <pc:docMk/>
            <pc:sldMk cId="2557771223" sldId="2147480816"/>
            <ac:spMk id="9" creationId="{E293DB1C-B44E-D090-6EF6-FF562B88A475}"/>
          </ac:spMkLst>
        </pc:spChg>
        <pc:spChg chg="del">
          <ac:chgData name="Takeuchi, Koichiro" userId="b3848a05-443b-4434-8fa5-7398ca0c03c9" providerId="ADAL" clId="{CB223349-29E1-400D-B419-E90CA0AB3E89}" dt="2024-06-20T03:43:06.783" v="4239" actId="478"/>
          <ac:spMkLst>
            <pc:docMk/>
            <pc:sldMk cId="2557771223" sldId="2147480816"/>
            <ac:spMk id="10" creationId="{3C0E9D04-8D7A-6F99-9FE1-2DB5101BE426}"/>
          </ac:spMkLst>
        </pc:spChg>
      </pc:sldChg>
      <pc:sldChg chg="addSp delSp modSp new del mod">
        <pc:chgData name="Takeuchi, Koichiro" userId="b3848a05-443b-4434-8fa5-7398ca0c03c9" providerId="ADAL" clId="{CB223349-29E1-400D-B419-E90CA0AB3E89}" dt="2024-06-20T01:45:51.646" v="640" actId="47"/>
        <pc:sldMkLst>
          <pc:docMk/>
          <pc:sldMk cId="1295028499" sldId="2147480817"/>
        </pc:sldMkLst>
        <pc:spChg chg="del">
          <ac:chgData name="Takeuchi, Koichiro" userId="b3848a05-443b-4434-8fa5-7398ca0c03c9" providerId="ADAL" clId="{CB223349-29E1-400D-B419-E90CA0AB3E89}" dt="2024-06-19T08:30:29.923" v="491" actId="478"/>
          <ac:spMkLst>
            <pc:docMk/>
            <pc:sldMk cId="1295028499" sldId="2147480817"/>
            <ac:spMk id="2" creationId="{19147CD7-55AA-1D45-075B-FA551F6BC9B8}"/>
          </ac:spMkLst>
        </pc:spChg>
        <pc:spChg chg="del">
          <ac:chgData name="Takeuchi, Koichiro" userId="b3848a05-443b-4434-8fa5-7398ca0c03c9" providerId="ADAL" clId="{CB223349-29E1-400D-B419-E90CA0AB3E89}" dt="2024-06-19T08:30:29.923" v="491" actId="478"/>
          <ac:spMkLst>
            <pc:docMk/>
            <pc:sldMk cId="1295028499" sldId="2147480817"/>
            <ac:spMk id="4" creationId="{90261657-C791-BE6D-1D23-CAE036FB3EA7}"/>
          </ac:spMkLst>
        </pc:spChg>
        <pc:spChg chg="add mod">
          <ac:chgData name="Takeuchi, Koichiro" userId="b3848a05-443b-4434-8fa5-7398ca0c03c9" providerId="ADAL" clId="{CB223349-29E1-400D-B419-E90CA0AB3E89}" dt="2024-06-19T08:30:30.160" v="492"/>
          <ac:spMkLst>
            <pc:docMk/>
            <pc:sldMk cId="1295028499" sldId="2147480817"/>
            <ac:spMk id="7" creationId="{8FD1F590-0368-3085-A167-1389931E8999}"/>
          </ac:spMkLst>
        </pc:spChg>
        <pc:spChg chg="add mod">
          <ac:chgData name="Takeuchi, Koichiro" userId="b3848a05-443b-4434-8fa5-7398ca0c03c9" providerId="ADAL" clId="{CB223349-29E1-400D-B419-E90CA0AB3E89}" dt="2024-06-19T08:30:30.160" v="492"/>
          <ac:spMkLst>
            <pc:docMk/>
            <pc:sldMk cId="1295028499" sldId="2147480817"/>
            <ac:spMk id="8" creationId="{F6423A51-24F8-E28A-C1AB-B736D0F16F66}"/>
          </ac:spMkLst>
        </pc:spChg>
        <pc:spChg chg="add mod">
          <ac:chgData name="Takeuchi, Koichiro" userId="b3848a05-443b-4434-8fa5-7398ca0c03c9" providerId="ADAL" clId="{CB223349-29E1-400D-B419-E90CA0AB3E89}" dt="2024-06-19T08:42:35.382" v="599" actId="1076"/>
          <ac:spMkLst>
            <pc:docMk/>
            <pc:sldMk cId="1295028499" sldId="2147480817"/>
            <ac:spMk id="11" creationId="{B4E136D4-9F3A-2B0C-7068-CF74097CE602}"/>
          </ac:spMkLst>
        </pc:spChg>
        <pc:spChg chg="add mod">
          <ac:chgData name="Takeuchi, Koichiro" userId="b3848a05-443b-4434-8fa5-7398ca0c03c9" providerId="ADAL" clId="{CB223349-29E1-400D-B419-E90CA0AB3E89}" dt="2024-06-19T08:42:35.382" v="599" actId="1076"/>
          <ac:spMkLst>
            <pc:docMk/>
            <pc:sldMk cId="1295028499" sldId="2147480817"/>
            <ac:spMk id="12" creationId="{02211B88-2A5C-2468-0B09-3C9713115AEF}"/>
          </ac:spMkLst>
        </pc:spChg>
        <pc:spChg chg="add mod">
          <ac:chgData name="Takeuchi, Koichiro" userId="b3848a05-443b-4434-8fa5-7398ca0c03c9" providerId="ADAL" clId="{CB223349-29E1-400D-B419-E90CA0AB3E89}" dt="2024-06-19T08:42:35.382" v="599" actId="1076"/>
          <ac:spMkLst>
            <pc:docMk/>
            <pc:sldMk cId="1295028499" sldId="2147480817"/>
            <ac:spMk id="13" creationId="{B65ED468-736B-BEA1-7322-E3F3354F33F3}"/>
          </ac:spMkLst>
        </pc:spChg>
        <pc:spChg chg="add mod">
          <ac:chgData name="Takeuchi, Koichiro" userId="b3848a05-443b-4434-8fa5-7398ca0c03c9" providerId="ADAL" clId="{CB223349-29E1-400D-B419-E90CA0AB3E89}" dt="2024-06-19T08:42:35.382" v="599" actId="1076"/>
          <ac:spMkLst>
            <pc:docMk/>
            <pc:sldMk cId="1295028499" sldId="2147480817"/>
            <ac:spMk id="14" creationId="{96C8A825-33C2-8B09-7AB3-2F37E1BEB158}"/>
          </ac:spMkLst>
        </pc:spChg>
        <pc:spChg chg="add mod">
          <ac:chgData name="Takeuchi, Koichiro" userId="b3848a05-443b-4434-8fa5-7398ca0c03c9" providerId="ADAL" clId="{CB223349-29E1-400D-B419-E90CA0AB3E89}" dt="2024-06-19T08:42:35.382" v="599" actId="1076"/>
          <ac:spMkLst>
            <pc:docMk/>
            <pc:sldMk cId="1295028499" sldId="2147480817"/>
            <ac:spMk id="15" creationId="{34B614C8-ED7F-6E7A-0FF3-3537CDFE47C7}"/>
          </ac:spMkLst>
        </pc:spChg>
        <pc:picChg chg="add mod ord">
          <ac:chgData name="Takeuchi, Koichiro" userId="b3848a05-443b-4434-8fa5-7398ca0c03c9" providerId="ADAL" clId="{CB223349-29E1-400D-B419-E90CA0AB3E89}" dt="2024-06-19T08:42:38.116" v="613" actId="1035"/>
          <ac:picMkLst>
            <pc:docMk/>
            <pc:sldMk cId="1295028499" sldId="2147480817"/>
            <ac:picMk id="10" creationId="{E3B5B6E4-2426-3F46-6041-044494BEB5FF}"/>
          </ac:picMkLst>
        </pc:picChg>
      </pc:sldChg>
      <pc:sldChg chg="addSp delSp modSp new mod">
        <pc:chgData name="Takeuchi, Koichiro" userId="b3848a05-443b-4434-8fa5-7398ca0c03c9" providerId="ADAL" clId="{CB223349-29E1-400D-B419-E90CA0AB3E89}" dt="2024-06-20T05:45:03.843" v="7953" actId="1076"/>
        <pc:sldMkLst>
          <pc:docMk/>
          <pc:sldMk cId="2130791122" sldId="2147480817"/>
        </pc:sldMkLst>
        <pc:spChg chg="mod">
          <ac:chgData name="Takeuchi, Koichiro" userId="b3848a05-443b-4434-8fa5-7398ca0c03c9" providerId="ADAL" clId="{CB223349-29E1-400D-B419-E90CA0AB3E89}" dt="2024-06-20T02:19:26.508" v="648" actId="404"/>
          <ac:spMkLst>
            <pc:docMk/>
            <pc:sldMk cId="2130791122" sldId="2147480817"/>
            <ac:spMk id="2" creationId="{8F3ED2D0-8C64-20C8-AA22-0C1866CAB691}"/>
          </ac:spMkLst>
        </pc:spChg>
        <pc:spChg chg="mod">
          <ac:chgData name="Takeuchi, Koichiro" userId="b3848a05-443b-4434-8fa5-7398ca0c03c9" providerId="ADAL" clId="{CB223349-29E1-400D-B419-E90CA0AB3E89}" dt="2024-06-20T02:21:26.452" v="1009" actId="20577"/>
          <ac:spMkLst>
            <pc:docMk/>
            <pc:sldMk cId="2130791122" sldId="2147480817"/>
            <ac:spMk id="3" creationId="{9E89FA11-8A6A-E7A0-58F7-719585938EF4}"/>
          </ac:spMkLst>
        </pc:spChg>
        <pc:spChg chg="mod">
          <ac:chgData name="Takeuchi, Koichiro" userId="b3848a05-443b-4434-8fa5-7398ca0c03c9" providerId="ADAL" clId="{CB223349-29E1-400D-B419-E90CA0AB3E89}" dt="2024-06-20T02:19:15.326" v="646"/>
          <ac:spMkLst>
            <pc:docMk/>
            <pc:sldMk cId="2130791122" sldId="2147480817"/>
            <ac:spMk id="4" creationId="{DA0D1BCD-D64A-A21F-43D3-F982DCF0ABA1}"/>
          </ac:spMkLst>
        </pc:spChg>
        <pc:spChg chg="add mod">
          <ac:chgData name="Takeuchi, Koichiro" userId="b3848a05-443b-4434-8fa5-7398ca0c03c9" providerId="ADAL" clId="{CB223349-29E1-400D-B419-E90CA0AB3E89}" dt="2024-06-20T02:32:26.386" v="1466" actId="1036"/>
          <ac:spMkLst>
            <pc:docMk/>
            <pc:sldMk cId="2130791122" sldId="2147480817"/>
            <ac:spMk id="7" creationId="{E254AA62-0673-1F43-8032-EBC7F64F23DE}"/>
          </ac:spMkLst>
        </pc:spChg>
        <pc:spChg chg="add mod">
          <ac:chgData name="Takeuchi, Koichiro" userId="b3848a05-443b-4434-8fa5-7398ca0c03c9" providerId="ADAL" clId="{CB223349-29E1-400D-B419-E90CA0AB3E89}" dt="2024-06-20T02:32:26.386" v="1466" actId="1036"/>
          <ac:spMkLst>
            <pc:docMk/>
            <pc:sldMk cId="2130791122" sldId="2147480817"/>
            <ac:spMk id="9" creationId="{7EBEE1E6-ED69-127B-3291-37E234792AA9}"/>
          </ac:spMkLst>
        </pc:spChg>
        <pc:spChg chg="add mod">
          <ac:chgData name="Takeuchi, Koichiro" userId="b3848a05-443b-4434-8fa5-7398ca0c03c9" providerId="ADAL" clId="{CB223349-29E1-400D-B419-E90CA0AB3E89}" dt="2024-06-20T02:32:26.386" v="1466" actId="1036"/>
          <ac:spMkLst>
            <pc:docMk/>
            <pc:sldMk cId="2130791122" sldId="2147480817"/>
            <ac:spMk id="10" creationId="{B8EE8FA1-5BAE-77E8-9CC8-AEA6B9E10DD6}"/>
          </ac:spMkLst>
        </pc:spChg>
        <pc:spChg chg="add mod">
          <ac:chgData name="Takeuchi, Koichiro" userId="b3848a05-443b-4434-8fa5-7398ca0c03c9" providerId="ADAL" clId="{CB223349-29E1-400D-B419-E90CA0AB3E89}" dt="2024-06-20T02:32:26.386" v="1466" actId="1036"/>
          <ac:spMkLst>
            <pc:docMk/>
            <pc:sldMk cId="2130791122" sldId="2147480817"/>
            <ac:spMk id="11" creationId="{B2622E85-0E86-80AD-0B7E-07420CD167F1}"/>
          </ac:spMkLst>
        </pc:spChg>
        <pc:spChg chg="add mod">
          <ac:chgData name="Takeuchi, Koichiro" userId="b3848a05-443b-4434-8fa5-7398ca0c03c9" providerId="ADAL" clId="{CB223349-29E1-400D-B419-E90CA0AB3E89}" dt="2024-06-20T02:32:26.386" v="1466" actId="1036"/>
          <ac:spMkLst>
            <pc:docMk/>
            <pc:sldMk cId="2130791122" sldId="2147480817"/>
            <ac:spMk id="12" creationId="{AD8DEE04-BBB3-9254-0694-60F374EA1FE8}"/>
          </ac:spMkLst>
        </pc:spChg>
        <pc:spChg chg="add mod">
          <ac:chgData name="Takeuchi, Koichiro" userId="b3848a05-443b-4434-8fa5-7398ca0c03c9" providerId="ADAL" clId="{CB223349-29E1-400D-B419-E90CA0AB3E89}" dt="2024-06-20T02:32:26.386" v="1466" actId="1036"/>
          <ac:spMkLst>
            <pc:docMk/>
            <pc:sldMk cId="2130791122" sldId="2147480817"/>
            <ac:spMk id="13" creationId="{73160DEC-6899-E8BA-E40F-AE5917E1D0A0}"/>
          </ac:spMkLst>
        </pc:spChg>
        <pc:spChg chg="add del mod">
          <ac:chgData name="Takeuchi, Koichiro" userId="b3848a05-443b-4434-8fa5-7398ca0c03c9" providerId="ADAL" clId="{CB223349-29E1-400D-B419-E90CA0AB3E89}" dt="2024-06-20T02:24:58.518" v="1179" actId="21"/>
          <ac:spMkLst>
            <pc:docMk/>
            <pc:sldMk cId="2130791122" sldId="2147480817"/>
            <ac:spMk id="15" creationId="{E3B7EBA5-2058-23DF-BAD1-170562B03CEC}"/>
          </ac:spMkLst>
        </pc:spChg>
        <pc:spChg chg="add mod">
          <ac:chgData name="Takeuchi, Koichiro" userId="b3848a05-443b-4434-8fa5-7398ca0c03c9" providerId="ADAL" clId="{CB223349-29E1-400D-B419-E90CA0AB3E89}" dt="2024-06-20T02:30:21.674" v="1349" actId="1035"/>
          <ac:spMkLst>
            <pc:docMk/>
            <pc:sldMk cId="2130791122" sldId="2147480817"/>
            <ac:spMk id="16" creationId="{2057601C-0483-66E1-6180-6F9126BB3C71}"/>
          </ac:spMkLst>
        </pc:spChg>
        <pc:spChg chg="add del mod">
          <ac:chgData name="Takeuchi, Koichiro" userId="b3848a05-443b-4434-8fa5-7398ca0c03c9" providerId="ADAL" clId="{CB223349-29E1-400D-B419-E90CA0AB3E89}" dt="2024-06-20T02:27:27.808" v="1221" actId="478"/>
          <ac:spMkLst>
            <pc:docMk/>
            <pc:sldMk cId="2130791122" sldId="2147480817"/>
            <ac:spMk id="17" creationId="{C882C1EE-DD90-6C04-BD0A-4FFADFA8C2E3}"/>
          </ac:spMkLst>
        </pc:spChg>
        <pc:spChg chg="add del mod">
          <ac:chgData name="Takeuchi, Koichiro" userId="b3848a05-443b-4434-8fa5-7398ca0c03c9" providerId="ADAL" clId="{CB223349-29E1-400D-B419-E90CA0AB3E89}" dt="2024-06-20T02:26:37.469" v="1214" actId="478"/>
          <ac:spMkLst>
            <pc:docMk/>
            <pc:sldMk cId="2130791122" sldId="2147480817"/>
            <ac:spMk id="18" creationId="{ADF0D451-BFF8-5797-05C6-FFAF1F346E43}"/>
          </ac:spMkLst>
        </pc:spChg>
        <pc:spChg chg="add del mod">
          <ac:chgData name="Takeuchi, Koichiro" userId="b3848a05-443b-4434-8fa5-7398ca0c03c9" providerId="ADAL" clId="{CB223349-29E1-400D-B419-E90CA0AB3E89}" dt="2024-06-20T02:27:19.348" v="1220" actId="478"/>
          <ac:spMkLst>
            <pc:docMk/>
            <pc:sldMk cId="2130791122" sldId="2147480817"/>
            <ac:spMk id="19" creationId="{0CD339DA-79E6-503D-12B5-487845E69F6D}"/>
          </ac:spMkLst>
        </pc:spChg>
        <pc:spChg chg="mod topLvl">
          <ac:chgData name="Takeuchi, Koichiro" userId="b3848a05-443b-4434-8fa5-7398ca0c03c9" providerId="ADAL" clId="{CB223349-29E1-400D-B419-E90CA0AB3E89}" dt="2024-06-20T02:32:32.931" v="1472" actId="1035"/>
          <ac:spMkLst>
            <pc:docMk/>
            <pc:sldMk cId="2130791122" sldId="2147480817"/>
            <ac:spMk id="21" creationId="{D4F8E701-DB0C-CE47-DFA3-FA3DA4BD2E8F}"/>
          </ac:spMkLst>
        </pc:spChg>
        <pc:spChg chg="mod topLvl">
          <ac:chgData name="Takeuchi, Koichiro" userId="b3848a05-443b-4434-8fa5-7398ca0c03c9" providerId="ADAL" clId="{CB223349-29E1-400D-B419-E90CA0AB3E89}" dt="2024-06-20T02:32:32.931" v="1472" actId="1035"/>
          <ac:spMkLst>
            <pc:docMk/>
            <pc:sldMk cId="2130791122" sldId="2147480817"/>
            <ac:spMk id="22" creationId="{3533C84D-2B67-1572-F809-FC4977DE7038}"/>
          </ac:spMkLst>
        </pc:spChg>
        <pc:spChg chg="mod topLvl">
          <ac:chgData name="Takeuchi, Koichiro" userId="b3848a05-443b-4434-8fa5-7398ca0c03c9" providerId="ADAL" clId="{CB223349-29E1-400D-B419-E90CA0AB3E89}" dt="2024-06-20T02:32:32.931" v="1472" actId="1035"/>
          <ac:spMkLst>
            <pc:docMk/>
            <pc:sldMk cId="2130791122" sldId="2147480817"/>
            <ac:spMk id="23" creationId="{6C167F53-50FD-1A20-B0ED-588F1B2A8EB0}"/>
          </ac:spMkLst>
        </pc:spChg>
        <pc:spChg chg="add del">
          <ac:chgData name="Takeuchi, Koichiro" userId="b3848a05-443b-4434-8fa5-7398ca0c03c9" providerId="ADAL" clId="{CB223349-29E1-400D-B419-E90CA0AB3E89}" dt="2024-06-20T02:28:00.933" v="1226" actId="21"/>
          <ac:spMkLst>
            <pc:docMk/>
            <pc:sldMk cId="2130791122" sldId="2147480817"/>
            <ac:spMk id="24" creationId="{16A6C22C-EC6D-1AC4-2DC2-7431D5F46753}"/>
          </ac:spMkLst>
        </pc:spChg>
        <pc:spChg chg="add mod ord">
          <ac:chgData name="Takeuchi, Koichiro" userId="b3848a05-443b-4434-8fa5-7398ca0c03c9" providerId="ADAL" clId="{CB223349-29E1-400D-B419-E90CA0AB3E89}" dt="2024-06-20T02:32:32.931" v="1472" actId="1035"/>
          <ac:spMkLst>
            <pc:docMk/>
            <pc:sldMk cId="2130791122" sldId="2147480817"/>
            <ac:spMk id="25" creationId="{1BF1614E-2021-6FAA-A137-E7B75EC55CB6}"/>
          </ac:spMkLst>
        </pc:spChg>
        <pc:spChg chg="add del">
          <ac:chgData name="Takeuchi, Koichiro" userId="b3848a05-443b-4434-8fa5-7398ca0c03c9" providerId="ADAL" clId="{CB223349-29E1-400D-B419-E90CA0AB3E89}" dt="2024-06-20T02:30:51.028" v="1351" actId="21"/>
          <ac:spMkLst>
            <pc:docMk/>
            <pc:sldMk cId="2130791122" sldId="2147480817"/>
            <ac:spMk id="26" creationId="{DCDAF188-E89A-F455-6F9B-F639590AA67D}"/>
          </ac:spMkLst>
        </pc:spChg>
        <pc:spChg chg="add mod">
          <ac:chgData name="Takeuchi, Koichiro" userId="b3848a05-443b-4434-8fa5-7398ca0c03c9" providerId="ADAL" clId="{CB223349-29E1-400D-B419-E90CA0AB3E89}" dt="2024-06-20T02:33:36.234" v="1624" actId="20577"/>
          <ac:spMkLst>
            <pc:docMk/>
            <pc:sldMk cId="2130791122" sldId="2147480817"/>
            <ac:spMk id="27" creationId="{DCDAF188-E89A-F455-6F9B-F639590AA67D}"/>
          </ac:spMkLst>
        </pc:spChg>
        <pc:spChg chg="add del mod">
          <ac:chgData name="Takeuchi, Koichiro" userId="b3848a05-443b-4434-8fa5-7398ca0c03c9" providerId="ADAL" clId="{CB223349-29E1-400D-B419-E90CA0AB3E89}" dt="2024-06-20T03:49:03.319" v="4415" actId="478"/>
          <ac:spMkLst>
            <pc:docMk/>
            <pc:sldMk cId="2130791122" sldId="2147480817"/>
            <ac:spMk id="28" creationId="{B2DA2ECB-5DC0-A9D6-DDF2-F6AC8C506199}"/>
          </ac:spMkLst>
        </pc:spChg>
        <pc:spChg chg="add mod">
          <ac:chgData name="Takeuchi, Koichiro" userId="b3848a05-443b-4434-8fa5-7398ca0c03c9" providerId="ADAL" clId="{CB223349-29E1-400D-B419-E90CA0AB3E89}" dt="2024-06-20T02:33:23.796" v="1610" actId="14100"/>
          <ac:spMkLst>
            <pc:docMk/>
            <pc:sldMk cId="2130791122" sldId="2147480817"/>
            <ac:spMk id="29" creationId="{33263DEC-6023-5330-3B8F-5DDA2FCF80E5}"/>
          </ac:spMkLst>
        </pc:spChg>
        <pc:spChg chg="add mod">
          <ac:chgData name="Takeuchi, Koichiro" userId="b3848a05-443b-4434-8fa5-7398ca0c03c9" providerId="ADAL" clId="{CB223349-29E1-400D-B419-E90CA0AB3E89}" dt="2024-06-20T05:45:03.843" v="7953" actId="1076"/>
          <ac:spMkLst>
            <pc:docMk/>
            <pc:sldMk cId="2130791122" sldId="2147480817"/>
            <ac:spMk id="30" creationId="{16A75592-3A14-0149-FB16-2FC8BC6F5C0C}"/>
          </ac:spMkLst>
        </pc:spChg>
        <pc:grpChg chg="add mod">
          <ac:chgData name="Takeuchi, Koichiro" userId="b3848a05-443b-4434-8fa5-7398ca0c03c9" providerId="ADAL" clId="{CB223349-29E1-400D-B419-E90CA0AB3E89}" dt="2024-06-20T02:32:26.386" v="1466" actId="1036"/>
          <ac:grpSpMkLst>
            <pc:docMk/>
            <pc:sldMk cId="2130791122" sldId="2147480817"/>
            <ac:grpSpMk id="14" creationId="{4FE4F6C5-DC74-AC6B-B32B-F1F379B4601E}"/>
          </ac:grpSpMkLst>
        </pc:grpChg>
        <pc:grpChg chg="add del mod">
          <ac:chgData name="Takeuchi, Koichiro" userId="b3848a05-443b-4434-8fa5-7398ca0c03c9" providerId="ADAL" clId="{CB223349-29E1-400D-B419-E90CA0AB3E89}" dt="2024-06-20T02:28:25.241" v="1232" actId="165"/>
          <ac:grpSpMkLst>
            <pc:docMk/>
            <pc:sldMk cId="2130791122" sldId="2147480817"/>
            <ac:grpSpMk id="20" creationId="{75C0EC1B-ABBB-4B2D-0CA8-446BA974BA88}"/>
          </ac:grpSpMkLst>
        </pc:grpChg>
        <pc:picChg chg="add mod">
          <ac:chgData name="Takeuchi, Koichiro" userId="b3848a05-443b-4434-8fa5-7398ca0c03c9" providerId="ADAL" clId="{CB223349-29E1-400D-B419-E90CA0AB3E89}" dt="2024-06-20T02:32:26.386" v="1466" actId="1036"/>
          <ac:picMkLst>
            <pc:docMk/>
            <pc:sldMk cId="2130791122" sldId="2147480817"/>
            <ac:picMk id="8" creationId="{849A686D-C0C2-BED0-2116-8519780E200D}"/>
          </ac:picMkLst>
        </pc:picChg>
      </pc:sldChg>
      <pc:sldChg chg="add del">
        <pc:chgData name="Takeuchi, Koichiro" userId="b3848a05-443b-4434-8fa5-7398ca0c03c9" providerId="ADAL" clId="{CB223349-29E1-400D-B419-E90CA0AB3E89}" dt="2024-06-20T03:29:13.017" v="3264" actId="47"/>
        <pc:sldMkLst>
          <pc:docMk/>
          <pc:sldMk cId="226857224" sldId="2147480818"/>
        </pc:sldMkLst>
      </pc:sldChg>
      <pc:sldChg chg="addSp delSp modSp add mod">
        <pc:chgData name="Takeuchi, Koichiro" userId="b3848a05-443b-4434-8fa5-7398ca0c03c9" providerId="ADAL" clId="{CB223349-29E1-400D-B419-E90CA0AB3E89}" dt="2024-06-20T05:57:57.176" v="8055" actId="478"/>
        <pc:sldMkLst>
          <pc:docMk/>
          <pc:sldMk cId="3929662420" sldId="2147480818"/>
        </pc:sldMkLst>
        <pc:spChg chg="mod">
          <ac:chgData name="Takeuchi, Koichiro" userId="b3848a05-443b-4434-8fa5-7398ca0c03c9" providerId="ADAL" clId="{CB223349-29E1-400D-B419-E90CA0AB3E89}" dt="2024-06-20T03:30:47.134" v="3361" actId="20577"/>
          <ac:spMkLst>
            <pc:docMk/>
            <pc:sldMk cId="3929662420" sldId="2147480818"/>
            <ac:spMk id="2" creationId="{C4050E0A-F4AC-8E52-FCEA-9771083801F3}"/>
          </ac:spMkLst>
        </pc:spChg>
        <pc:spChg chg="add mod">
          <ac:chgData name="Takeuchi, Koichiro" userId="b3848a05-443b-4434-8fa5-7398ca0c03c9" providerId="ADAL" clId="{CB223349-29E1-400D-B419-E90CA0AB3E89}" dt="2024-06-20T03:32:30.544" v="3381" actId="552"/>
          <ac:spMkLst>
            <pc:docMk/>
            <pc:sldMk cId="3929662420" sldId="2147480818"/>
            <ac:spMk id="7" creationId="{FC323CC8-026F-A852-D46C-A7DE3BBB0FC9}"/>
          </ac:spMkLst>
        </pc:spChg>
        <pc:spChg chg="mod">
          <ac:chgData name="Takeuchi, Koichiro" userId="b3848a05-443b-4434-8fa5-7398ca0c03c9" providerId="ADAL" clId="{CB223349-29E1-400D-B419-E90CA0AB3E89}" dt="2024-06-20T03:31:00.597" v="3364" actId="20577"/>
          <ac:spMkLst>
            <pc:docMk/>
            <pc:sldMk cId="3929662420" sldId="2147480818"/>
            <ac:spMk id="9" creationId="{B86D8330-0B1A-E587-FA07-0AAE4A76EC6B}"/>
          </ac:spMkLst>
        </pc:spChg>
        <pc:spChg chg="del">
          <ac:chgData name="Takeuchi, Koichiro" userId="b3848a05-443b-4434-8fa5-7398ca0c03c9" providerId="ADAL" clId="{CB223349-29E1-400D-B419-E90CA0AB3E89}" dt="2024-06-20T03:29:24.352" v="3266" actId="478"/>
          <ac:spMkLst>
            <pc:docMk/>
            <pc:sldMk cId="3929662420" sldId="2147480818"/>
            <ac:spMk id="10" creationId="{8CD5BA63-C0B2-CEB6-93FE-328B281F0AFD}"/>
          </ac:spMkLst>
        </pc:spChg>
        <pc:spChg chg="del">
          <ac:chgData name="Takeuchi, Koichiro" userId="b3848a05-443b-4434-8fa5-7398ca0c03c9" providerId="ADAL" clId="{CB223349-29E1-400D-B419-E90CA0AB3E89}" dt="2024-06-20T03:29:28.011" v="3267" actId="478"/>
          <ac:spMkLst>
            <pc:docMk/>
            <pc:sldMk cId="3929662420" sldId="2147480818"/>
            <ac:spMk id="20" creationId="{AE0FEECE-71B8-E3E7-EDF6-0C0453B2F388}"/>
          </ac:spMkLst>
        </pc:spChg>
        <pc:spChg chg="add del mod">
          <ac:chgData name="Takeuchi, Koichiro" userId="b3848a05-443b-4434-8fa5-7398ca0c03c9" providerId="ADAL" clId="{CB223349-29E1-400D-B419-E90CA0AB3E89}" dt="2024-06-20T05:57:57.176" v="8055" actId="478"/>
          <ac:spMkLst>
            <pc:docMk/>
            <pc:sldMk cId="3929662420" sldId="2147480818"/>
            <ac:spMk id="24" creationId="{97967BD8-6F53-82B3-3933-967574154192}"/>
          </ac:spMkLst>
        </pc:spChg>
        <pc:spChg chg="add del mod">
          <ac:chgData name="Takeuchi, Koichiro" userId="b3848a05-443b-4434-8fa5-7398ca0c03c9" providerId="ADAL" clId="{CB223349-29E1-400D-B419-E90CA0AB3E89}" dt="2024-06-20T05:57:56.546" v="8054" actId="478"/>
          <ac:spMkLst>
            <pc:docMk/>
            <pc:sldMk cId="3929662420" sldId="2147480818"/>
            <ac:spMk id="25" creationId="{9667575A-F228-DA40-4E37-FFA39EBB0BE0}"/>
          </ac:spMkLst>
        </pc:spChg>
        <pc:spChg chg="add mod">
          <ac:chgData name="Takeuchi, Koichiro" userId="b3848a05-443b-4434-8fa5-7398ca0c03c9" providerId="ADAL" clId="{CB223349-29E1-400D-B419-E90CA0AB3E89}" dt="2024-06-20T03:32:57.582" v="3394" actId="552"/>
          <ac:spMkLst>
            <pc:docMk/>
            <pc:sldMk cId="3929662420" sldId="2147480818"/>
            <ac:spMk id="29" creationId="{37492DA0-8C77-AD3F-9C06-2F2CA4D81391}"/>
          </ac:spMkLst>
        </pc:spChg>
        <pc:spChg chg="add mod">
          <ac:chgData name="Takeuchi, Koichiro" userId="b3848a05-443b-4434-8fa5-7398ca0c03c9" providerId="ADAL" clId="{CB223349-29E1-400D-B419-E90CA0AB3E89}" dt="2024-06-20T03:33:11.916" v="3406" actId="14100"/>
          <ac:spMkLst>
            <pc:docMk/>
            <pc:sldMk cId="3929662420" sldId="2147480818"/>
            <ac:spMk id="30" creationId="{25D5605A-688A-F03D-6377-BCA604287F6F}"/>
          </ac:spMkLst>
        </pc:spChg>
        <pc:spChg chg="add mod">
          <ac:chgData name="Takeuchi, Koichiro" userId="b3848a05-443b-4434-8fa5-7398ca0c03c9" providerId="ADAL" clId="{CB223349-29E1-400D-B419-E90CA0AB3E89}" dt="2024-06-20T03:33:18.329" v="3409" actId="14100"/>
          <ac:spMkLst>
            <pc:docMk/>
            <pc:sldMk cId="3929662420" sldId="2147480818"/>
            <ac:spMk id="33" creationId="{F0E2DAA8-697B-9F62-D15C-89A336CEF856}"/>
          </ac:spMkLst>
        </pc:spChg>
        <pc:spChg chg="add mod">
          <ac:chgData name="Takeuchi, Koichiro" userId="b3848a05-443b-4434-8fa5-7398ca0c03c9" providerId="ADAL" clId="{CB223349-29E1-400D-B419-E90CA0AB3E89}" dt="2024-06-20T03:33:24.832" v="3410"/>
          <ac:spMkLst>
            <pc:docMk/>
            <pc:sldMk cId="3929662420" sldId="2147480818"/>
            <ac:spMk id="35" creationId="{1CAD9315-A4A2-B09C-1F15-503D0D70A8CB}"/>
          </ac:spMkLst>
        </pc:spChg>
        <pc:spChg chg="add mod">
          <ac:chgData name="Takeuchi, Koichiro" userId="b3848a05-443b-4434-8fa5-7398ca0c03c9" providerId="ADAL" clId="{CB223349-29E1-400D-B419-E90CA0AB3E89}" dt="2024-06-20T03:33:24.832" v="3410"/>
          <ac:spMkLst>
            <pc:docMk/>
            <pc:sldMk cId="3929662420" sldId="2147480818"/>
            <ac:spMk id="38" creationId="{02B3C197-BC0D-AD9B-8D6C-DA036F2203F1}"/>
          </ac:spMkLst>
        </pc:spChg>
        <pc:spChg chg="add del mod">
          <ac:chgData name="Takeuchi, Koichiro" userId="b3848a05-443b-4434-8fa5-7398ca0c03c9" providerId="ADAL" clId="{CB223349-29E1-400D-B419-E90CA0AB3E89}" dt="2024-06-20T03:34:14.243" v="3472" actId="478"/>
          <ac:spMkLst>
            <pc:docMk/>
            <pc:sldMk cId="3929662420" sldId="2147480818"/>
            <ac:spMk id="39" creationId="{D447C487-0ED8-6F0F-4C7B-54F555284391}"/>
          </ac:spMkLst>
        </pc:spChg>
        <pc:spChg chg="add del mod">
          <ac:chgData name="Takeuchi, Koichiro" userId="b3848a05-443b-4434-8fa5-7398ca0c03c9" providerId="ADAL" clId="{CB223349-29E1-400D-B419-E90CA0AB3E89}" dt="2024-06-20T03:34:11.734" v="3471" actId="478"/>
          <ac:spMkLst>
            <pc:docMk/>
            <pc:sldMk cId="3929662420" sldId="2147480818"/>
            <ac:spMk id="41" creationId="{60C10DA2-548B-6301-B2D9-789786C79946}"/>
          </ac:spMkLst>
        </pc:spChg>
        <pc:spChg chg="add mod">
          <ac:chgData name="Takeuchi, Koichiro" userId="b3848a05-443b-4434-8fa5-7398ca0c03c9" providerId="ADAL" clId="{CB223349-29E1-400D-B419-E90CA0AB3E89}" dt="2024-06-20T03:34:01.303" v="3449" actId="20577"/>
          <ac:spMkLst>
            <pc:docMk/>
            <pc:sldMk cId="3929662420" sldId="2147480818"/>
            <ac:spMk id="42" creationId="{F455CFC4-AC7B-07C8-D70E-5758952D9E00}"/>
          </ac:spMkLst>
        </pc:spChg>
        <pc:spChg chg="add mod">
          <ac:chgData name="Takeuchi, Koichiro" userId="b3848a05-443b-4434-8fa5-7398ca0c03c9" providerId="ADAL" clId="{CB223349-29E1-400D-B419-E90CA0AB3E89}" dt="2024-06-20T03:34:07.405" v="3470" actId="20577"/>
          <ac:spMkLst>
            <pc:docMk/>
            <pc:sldMk cId="3929662420" sldId="2147480818"/>
            <ac:spMk id="47" creationId="{04D04E6C-1F10-2976-34BA-DFCDD30FAB3F}"/>
          </ac:spMkLst>
        </pc:spChg>
        <pc:spChg chg="add mod">
          <ac:chgData name="Takeuchi, Koichiro" userId="b3848a05-443b-4434-8fa5-7398ca0c03c9" providerId="ADAL" clId="{CB223349-29E1-400D-B419-E90CA0AB3E89}" dt="2024-06-20T03:34:30.576" v="3483" actId="1035"/>
          <ac:spMkLst>
            <pc:docMk/>
            <pc:sldMk cId="3929662420" sldId="2147480818"/>
            <ac:spMk id="48" creationId="{ED55A48C-F35E-D175-0A7E-5EACE48C8056}"/>
          </ac:spMkLst>
        </pc:spChg>
        <pc:spChg chg="add mod">
          <ac:chgData name="Takeuchi, Koichiro" userId="b3848a05-443b-4434-8fa5-7398ca0c03c9" providerId="ADAL" clId="{CB223349-29E1-400D-B419-E90CA0AB3E89}" dt="2024-06-20T03:34:22.435" v="3477" actId="1035"/>
          <ac:spMkLst>
            <pc:docMk/>
            <pc:sldMk cId="3929662420" sldId="2147480818"/>
            <ac:spMk id="54" creationId="{94DBEDD8-183E-6A7B-ED68-DD311FF34E9F}"/>
          </ac:spMkLst>
        </pc:spChg>
        <pc:spChg chg="mod">
          <ac:chgData name="Takeuchi, Koichiro" userId="b3848a05-443b-4434-8fa5-7398ca0c03c9" providerId="ADAL" clId="{CB223349-29E1-400D-B419-E90CA0AB3E89}" dt="2024-06-20T03:30:57.595" v="3363" actId="20577"/>
          <ac:spMkLst>
            <pc:docMk/>
            <pc:sldMk cId="3929662420" sldId="2147480818"/>
            <ac:spMk id="66" creationId="{5A79ACBD-2299-AF46-BDD0-81EC95C2DDB0}"/>
          </ac:spMkLst>
        </pc:spChg>
        <pc:spChg chg="add mod">
          <ac:chgData name="Takeuchi, Koichiro" userId="b3848a05-443b-4434-8fa5-7398ca0c03c9" providerId="ADAL" clId="{CB223349-29E1-400D-B419-E90CA0AB3E89}" dt="2024-06-20T03:37:33.624" v="3752" actId="20577"/>
          <ac:spMkLst>
            <pc:docMk/>
            <pc:sldMk cId="3929662420" sldId="2147480818"/>
            <ac:spMk id="68" creationId="{74CDD5EB-0126-544B-1D9B-117A2CCB9D32}"/>
          </ac:spMkLst>
        </pc:spChg>
        <pc:spChg chg="add del mod">
          <ac:chgData name="Takeuchi, Koichiro" userId="b3848a05-443b-4434-8fa5-7398ca0c03c9" providerId="ADAL" clId="{CB223349-29E1-400D-B419-E90CA0AB3E89}" dt="2024-06-20T03:38:25.213" v="3792" actId="478"/>
          <ac:spMkLst>
            <pc:docMk/>
            <pc:sldMk cId="3929662420" sldId="2147480818"/>
            <ac:spMk id="77" creationId="{AECF4307-289C-1260-7B03-8FADC7D47A25}"/>
          </ac:spMkLst>
        </pc:spChg>
        <pc:spChg chg="add del mod">
          <ac:chgData name="Takeuchi, Koichiro" userId="b3848a05-443b-4434-8fa5-7398ca0c03c9" providerId="ADAL" clId="{CB223349-29E1-400D-B419-E90CA0AB3E89}" dt="2024-06-20T03:38:25.213" v="3792" actId="478"/>
          <ac:spMkLst>
            <pc:docMk/>
            <pc:sldMk cId="3929662420" sldId="2147480818"/>
            <ac:spMk id="78" creationId="{E9D194BE-14C8-F700-5FB7-70B21F31A948}"/>
          </ac:spMkLst>
        </pc:spChg>
        <pc:spChg chg="add del mod">
          <ac:chgData name="Takeuchi, Koichiro" userId="b3848a05-443b-4434-8fa5-7398ca0c03c9" providerId="ADAL" clId="{CB223349-29E1-400D-B419-E90CA0AB3E89}" dt="2024-06-20T03:38:25.213" v="3792" actId="478"/>
          <ac:spMkLst>
            <pc:docMk/>
            <pc:sldMk cId="3929662420" sldId="2147480818"/>
            <ac:spMk id="80" creationId="{A496F57E-7F13-21CC-F0C6-ED34BA7174E6}"/>
          </ac:spMkLst>
        </pc:spChg>
        <pc:spChg chg="add mod">
          <ac:chgData name="Takeuchi, Koichiro" userId="b3848a05-443b-4434-8fa5-7398ca0c03c9" providerId="ADAL" clId="{CB223349-29E1-400D-B419-E90CA0AB3E89}" dt="2024-06-20T03:37:39.116" v="3768" actId="20577"/>
          <ac:spMkLst>
            <pc:docMk/>
            <pc:sldMk cId="3929662420" sldId="2147480818"/>
            <ac:spMk id="81" creationId="{3BF40FBA-B0FD-1D8D-30A0-922C54B4026C}"/>
          </ac:spMkLst>
        </pc:spChg>
        <pc:spChg chg="add mod">
          <ac:chgData name="Takeuchi, Koichiro" userId="b3848a05-443b-4434-8fa5-7398ca0c03c9" providerId="ADAL" clId="{CB223349-29E1-400D-B419-E90CA0AB3E89}" dt="2024-06-20T03:38:13.426" v="3788" actId="20577"/>
          <ac:spMkLst>
            <pc:docMk/>
            <pc:sldMk cId="3929662420" sldId="2147480818"/>
            <ac:spMk id="87" creationId="{6BEE82FB-9E7B-5DBB-10F9-AD68E0BF9080}"/>
          </ac:spMkLst>
        </pc:spChg>
        <pc:spChg chg="add mod">
          <ac:chgData name="Takeuchi, Koichiro" userId="b3848a05-443b-4434-8fa5-7398ca0c03c9" providerId="ADAL" clId="{CB223349-29E1-400D-B419-E90CA0AB3E89}" dt="2024-06-20T03:42:21.079" v="4238" actId="14100"/>
          <ac:spMkLst>
            <pc:docMk/>
            <pc:sldMk cId="3929662420" sldId="2147480818"/>
            <ac:spMk id="91" creationId="{46E161C8-4F1D-82E0-D21C-C009C37DCA22}"/>
          </ac:spMkLst>
        </pc:spChg>
        <pc:spChg chg="add del mod">
          <ac:chgData name="Takeuchi, Koichiro" userId="b3848a05-443b-4434-8fa5-7398ca0c03c9" providerId="ADAL" clId="{CB223349-29E1-400D-B419-E90CA0AB3E89}" dt="2024-06-20T03:48:55.408" v="4413" actId="478"/>
          <ac:spMkLst>
            <pc:docMk/>
            <pc:sldMk cId="3929662420" sldId="2147480818"/>
            <ac:spMk id="93" creationId="{4A2D5C90-B08D-992A-EA07-C8C7FC75A461}"/>
          </ac:spMkLst>
        </pc:spChg>
        <pc:spChg chg="mod">
          <ac:chgData name="Takeuchi, Koichiro" userId="b3848a05-443b-4434-8fa5-7398ca0c03c9" providerId="ADAL" clId="{CB223349-29E1-400D-B419-E90CA0AB3E89}" dt="2024-06-20T03:30:13.148" v="3299" actId="20577"/>
          <ac:spMkLst>
            <pc:docMk/>
            <pc:sldMk cId="3929662420" sldId="2147480818"/>
            <ac:spMk id="113" creationId="{68F79C94-0337-A33A-5FAC-0D2D9B6BF4EB}"/>
          </ac:spMkLst>
        </pc:spChg>
        <pc:cxnChg chg="add mod">
          <ac:chgData name="Takeuchi, Koichiro" userId="b3848a05-443b-4434-8fa5-7398ca0c03c9" providerId="ADAL" clId="{CB223349-29E1-400D-B419-E90CA0AB3E89}" dt="2024-06-20T03:37:29.675" v="3743" actId="14100"/>
          <ac:cxnSpMkLst>
            <pc:docMk/>
            <pc:sldMk cId="3929662420" sldId="2147480818"/>
            <ac:cxnSpMk id="72" creationId="{F0FB2B42-926C-D26B-E544-58A5804C9A83}"/>
          </ac:cxnSpMkLst>
        </pc:cxnChg>
        <pc:cxnChg chg="add mod">
          <ac:chgData name="Takeuchi, Koichiro" userId="b3848a05-443b-4434-8fa5-7398ca0c03c9" providerId="ADAL" clId="{CB223349-29E1-400D-B419-E90CA0AB3E89}" dt="2024-06-20T03:37:46.608" v="3771" actId="14100"/>
          <ac:cxnSpMkLst>
            <pc:docMk/>
            <pc:sldMk cId="3929662420" sldId="2147480818"/>
            <ac:cxnSpMk id="84" creationId="{10EB06AE-5A8E-E364-F0E8-DC46A09DB1A0}"/>
          </ac:cxnSpMkLst>
        </pc:cxnChg>
        <pc:cxnChg chg="add mod">
          <ac:chgData name="Takeuchi, Koichiro" userId="b3848a05-443b-4434-8fa5-7398ca0c03c9" providerId="ADAL" clId="{CB223349-29E1-400D-B419-E90CA0AB3E89}" dt="2024-06-20T03:38:20.457" v="3791" actId="14100"/>
          <ac:cxnSpMkLst>
            <pc:docMk/>
            <pc:sldMk cId="3929662420" sldId="2147480818"/>
            <ac:cxnSpMk id="89" creationId="{2225D78C-CB6B-4681-29B3-71995E506DDB}"/>
          </ac:cxnSpMkLst>
        </pc:cxnChg>
      </pc:sldChg>
      <pc:sldChg chg="addSp delSp modSp new mod">
        <pc:chgData name="Takeuchi, Koichiro" userId="b3848a05-443b-4434-8fa5-7398ca0c03c9" providerId="ADAL" clId="{CB223349-29E1-400D-B419-E90CA0AB3E89}" dt="2024-06-20T03:48:47.865" v="4410" actId="12788"/>
        <pc:sldMkLst>
          <pc:docMk/>
          <pc:sldMk cId="1843778601" sldId="2147480819"/>
        </pc:sldMkLst>
        <pc:spChg chg="mod">
          <ac:chgData name="Takeuchi, Koichiro" userId="b3848a05-443b-4434-8fa5-7398ca0c03c9" providerId="ADAL" clId="{CB223349-29E1-400D-B419-E90CA0AB3E89}" dt="2024-06-20T03:48:32.550" v="4405" actId="20577"/>
          <ac:spMkLst>
            <pc:docMk/>
            <pc:sldMk cId="1843778601" sldId="2147480819"/>
            <ac:spMk id="2" creationId="{EA00C013-14E2-C6D0-B362-30FB994BED92}"/>
          </ac:spMkLst>
        </pc:spChg>
        <pc:spChg chg="del">
          <ac:chgData name="Takeuchi, Koichiro" userId="b3848a05-443b-4434-8fa5-7398ca0c03c9" providerId="ADAL" clId="{CB223349-29E1-400D-B419-E90CA0AB3E89}" dt="2024-06-20T03:48:35.932" v="4406" actId="478"/>
          <ac:spMkLst>
            <pc:docMk/>
            <pc:sldMk cId="1843778601" sldId="2147480819"/>
            <ac:spMk id="3" creationId="{00CAF9D4-9C4C-359E-6520-1BC4DC52A2B4}"/>
          </ac:spMkLst>
        </pc:spChg>
        <pc:spChg chg="add mod">
          <ac:chgData name="Takeuchi, Koichiro" userId="b3848a05-443b-4434-8fa5-7398ca0c03c9" providerId="ADAL" clId="{CB223349-29E1-400D-B419-E90CA0AB3E89}" dt="2024-06-20T03:48:19.519" v="4346"/>
          <ac:spMkLst>
            <pc:docMk/>
            <pc:sldMk cId="1843778601" sldId="2147480819"/>
            <ac:spMk id="7" creationId="{89A51736-EF99-8760-1A7D-4E27FA7A351A}"/>
          </ac:spMkLst>
        </pc:spChg>
        <pc:spChg chg="add mod">
          <ac:chgData name="Takeuchi, Koichiro" userId="b3848a05-443b-4434-8fa5-7398ca0c03c9" providerId="ADAL" clId="{CB223349-29E1-400D-B419-E90CA0AB3E89}" dt="2024-06-20T03:48:19.519" v="4346"/>
          <ac:spMkLst>
            <pc:docMk/>
            <pc:sldMk cId="1843778601" sldId="2147480819"/>
            <ac:spMk id="8" creationId="{5C3FCCB1-A0B3-D503-9D63-E7078EC3B4ED}"/>
          </ac:spMkLst>
        </pc:spChg>
        <pc:spChg chg="add mod">
          <ac:chgData name="Takeuchi, Koichiro" userId="b3848a05-443b-4434-8fa5-7398ca0c03c9" providerId="ADAL" clId="{CB223349-29E1-400D-B419-E90CA0AB3E89}" dt="2024-06-20T03:48:19.519" v="4346"/>
          <ac:spMkLst>
            <pc:docMk/>
            <pc:sldMk cId="1843778601" sldId="2147480819"/>
            <ac:spMk id="9" creationId="{4DF270D2-90A6-9F8B-9F27-A02304D1963C}"/>
          </ac:spMkLst>
        </pc:spChg>
        <pc:spChg chg="add mod">
          <ac:chgData name="Takeuchi, Koichiro" userId="b3848a05-443b-4434-8fa5-7398ca0c03c9" providerId="ADAL" clId="{CB223349-29E1-400D-B419-E90CA0AB3E89}" dt="2024-06-20T03:48:19.519" v="4346"/>
          <ac:spMkLst>
            <pc:docMk/>
            <pc:sldMk cId="1843778601" sldId="2147480819"/>
            <ac:spMk id="10" creationId="{B902B190-91A8-F1B5-E1AA-B3AAE2ECEEBF}"/>
          </ac:spMkLst>
        </pc:spChg>
        <pc:spChg chg="add mod">
          <ac:chgData name="Takeuchi, Koichiro" userId="b3848a05-443b-4434-8fa5-7398ca0c03c9" providerId="ADAL" clId="{CB223349-29E1-400D-B419-E90CA0AB3E89}" dt="2024-06-20T03:48:19.519" v="4346"/>
          <ac:spMkLst>
            <pc:docMk/>
            <pc:sldMk cId="1843778601" sldId="2147480819"/>
            <ac:spMk id="11" creationId="{F7581A97-47F9-3B17-56B3-0734E6DEA7CB}"/>
          </ac:spMkLst>
        </pc:spChg>
        <pc:spChg chg="add mod">
          <ac:chgData name="Takeuchi, Koichiro" userId="b3848a05-443b-4434-8fa5-7398ca0c03c9" providerId="ADAL" clId="{CB223349-29E1-400D-B419-E90CA0AB3E89}" dt="2024-06-20T03:48:19.519" v="4346"/>
          <ac:spMkLst>
            <pc:docMk/>
            <pc:sldMk cId="1843778601" sldId="2147480819"/>
            <ac:spMk id="12" creationId="{6BC66BA5-3356-7C9F-9340-80F663DEC3D0}"/>
          </ac:spMkLst>
        </pc:spChg>
        <pc:spChg chg="add mod">
          <ac:chgData name="Takeuchi, Koichiro" userId="b3848a05-443b-4434-8fa5-7398ca0c03c9" providerId="ADAL" clId="{CB223349-29E1-400D-B419-E90CA0AB3E89}" dt="2024-06-20T03:48:19.519" v="4346"/>
          <ac:spMkLst>
            <pc:docMk/>
            <pc:sldMk cId="1843778601" sldId="2147480819"/>
            <ac:spMk id="13" creationId="{3079F9D1-2628-022D-16AE-D49DDFFD56E8}"/>
          </ac:spMkLst>
        </pc:spChg>
        <pc:spChg chg="add mod">
          <ac:chgData name="Takeuchi, Koichiro" userId="b3848a05-443b-4434-8fa5-7398ca0c03c9" providerId="ADAL" clId="{CB223349-29E1-400D-B419-E90CA0AB3E89}" dt="2024-06-20T03:48:19.519" v="4346"/>
          <ac:spMkLst>
            <pc:docMk/>
            <pc:sldMk cId="1843778601" sldId="2147480819"/>
            <ac:spMk id="14" creationId="{A4E1D6E7-AB7E-063F-1B0B-85DEDDC05E8C}"/>
          </ac:spMkLst>
        </pc:spChg>
        <pc:spChg chg="add mod">
          <ac:chgData name="Takeuchi, Koichiro" userId="b3848a05-443b-4434-8fa5-7398ca0c03c9" providerId="ADAL" clId="{CB223349-29E1-400D-B419-E90CA0AB3E89}" dt="2024-06-20T03:48:19.519" v="4346"/>
          <ac:spMkLst>
            <pc:docMk/>
            <pc:sldMk cId="1843778601" sldId="2147480819"/>
            <ac:spMk id="15" creationId="{BD267743-4121-5ADB-F02B-3DA79CF0195A}"/>
          </ac:spMkLst>
        </pc:spChg>
        <pc:spChg chg="add mod">
          <ac:chgData name="Takeuchi, Koichiro" userId="b3848a05-443b-4434-8fa5-7398ca0c03c9" providerId="ADAL" clId="{CB223349-29E1-400D-B419-E90CA0AB3E89}" dt="2024-06-20T03:48:19.519" v="4346"/>
          <ac:spMkLst>
            <pc:docMk/>
            <pc:sldMk cId="1843778601" sldId="2147480819"/>
            <ac:spMk id="16" creationId="{BA3554DC-2202-38F2-4AAF-09ED01D41DBA}"/>
          </ac:spMkLst>
        </pc:spChg>
        <pc:spChg chg="add mod">
          <ac:chgData name="Takeuchi, Koichiro" userId="b3848a05-443b-4434-8fa5-7398ca0c03c9" providerId="ADAL" clId="{CB223349-29E1-400D-B419-E90CA0AB3E89}" dt="2024-06-20T03:48:19.519" v="4346"/>
          <ac:spMkLst>
            <pc:docMk/>
            <pc:sldMk cId="1843778601" sldId="2147480819"/>
            <ac:spMk id="17" creationId="{F34BD2E8-3D70-9F3B-1279-156C997333A2}"/>
          </ac:spMkLst>
        </pc:spChg>
        <pc:spChg chg="add mod">
          <ac:chgData name="Takeuchi, Koichiro" userId="b3848a05-443b-4434-8fa5-7398ca0c03c9" providerId="ADAL" clId="{CB223349-29E1-400D-B419-E90CA0AB3E89}" dt="2024-06-20T03:48:19.519" v="4346"/>
          <ac:spMkLst>
            <pc:docMk/>
            <pc:sldMk cId="1843778601" sldId="2147480819"/>
            <ac:spMk id="18" creationId="{508EEDD4-415E-668C-D225-C55DE6E30986}"/>
          </ac:spMkLst>
        </pc:spChg>
        <pc:spChg chg="add mod">
          <ac:chgData name="Takeuchi, Koichiro" userId="b3848a05-443b-4434-8fa5-7398ca0c03c9" providerId="ADAL" clId="{CB223349-29E1-400D-B419-E90CA0AB3E89}" dt="2024-06-20T03:48:19.519" v="4346"/>
          <ac:spMkLst>
            <pc:docMk/>
            <pc:sldMk cId="1843778601" sldId="2147480819"/>
            <ac:spMk id="19" creationId="{D5DA8695-CC47-4EA6-76EB-605DC56D9B98}"/>
          </ac:spMkLst>
        </pc:spChg>
        <pc:spChg chg="add mod">
          <ac:chgData name="Takeuchi, Koichiro" userId="b3848a05-443b-4434-8fa5-7398ca0c03c9" providerId="ADAL" clId="{CB223349-29E1-400D-B419-E90CA0AB3E89}" dt="2024-06-20T03:48:19.519" v="4346"/>
          <ac:spMkLst>
            <pc:docMk/>
            <pc:sldMk cId="1843778601" sldId="2147480819"/>
            <ac:spMk id="20" creationId="{9A3C674F-4688-3BDF-EFE1-6A4867543328}"/>
          </ac:spMkLst>
        </pc:spChg>
        <pc:spChg chg="add mod">
          <ac:chgData name="Takeuchi, Koichiro" userId="b3848a05-443b-4434-8fa5-7398ca0c03c9" providerId="ADAL" clId="{CB223349-29E1-400D-B419-E90CA0AB3E89}" dt="2024-06-20T03:48:19.519" v="4346"/>
          <ac:spMkLst>
            <pc:docMk/>
            <pc:sldMk cId="1843778601" sldId="2147480819"/>
            <ac:spMk id="21" creationId="{9BE0C757-94A2-F872-50DB-7F822B11A5E0}"/>
          </ac:spMkLst>
        </pc:spChg>
        <pc:spChg chg="add mod">
          <ac:chgData name="Takeuchi, Koichiro" userId="b3848a05-443b-4434-8fa5-7398ca0c03c9" providerId="ADAL" clId="{CB223349-29E1-400D-B419-E90CA0AB3E89}" dt="2024-06-20T03:48:19.519" v="4346"/>
          <ac:spMkLst>
            <pc:docMk/>
            <pc:sldMk cId="1843778601" sldId="2147480819"/>
            <ac:spMk id="22" creationId="{18E7EDAC-D2FC-0B1B-76EF-AF1DB7058A23}"/>
          </ac:spMkLst>
        </pc:spChg>
        <pc:spChg chg="add mod">
          <ac:chgData name="Takeuchi, Koichiro" userId="b3848a05-443b-4434-8fa5-7398ca0c03c9" providerId="ADAL" clId="{CB223349-29E1-400D-B419-E90CA0AB3E89}" dt="2024-06-20T03:48:19.519" v="4346"/>
          <ac:spMkLst>
            <pc:docMk/>
            <pc:sldMk cId="1843778601" sldId="2147480819"/>
            <ac:spMk id="23" creationId="{7A67E98B-E573-2C9C-74A9-1EF3ECAD0BF4}"/>
          </ac:spMkLst>
        </pc:spChg>
        <pc:spChg chg="add mod">
          <ac:chgData name="Takeuchi, Koichiro" userId="b3848a05-443b-4434-8fa5-7398ca0c03c9" providerId="ADAL" clId="{CB223349-29E1-400D-B419-E90CA0AB3E89}" dt="2024-06-20T03:48:19.519" v="4346"/>
          <ac:spMkLst>
            <pc:docMk/>
            <pc:sldMk cId="1843778601" sldId="2147480819"/>
            <ac:spMk id="24" creationId="{68B0D803-C067-4FE9-08B7-12234D495183}"/>
          </ac:spMkLst>
        </pc:spChg>
        <pc:spChg chg="add mod">
          <ac:chgData name="Takeuchi, Koichiro" userId="b3848a05-443b-4434-8fa5-7398ca0c03c9" providerId="ADAL" clId="{CB223349-29E1-400D-B419-E90CA0AB3E89}" dt="2024-06-20T03:48:19.519" v="4346"/>
          <ac:spMkLst>
            <pc:docMk/>
            <pc:sldMk cId="1843778601" sldId="2147480819"/>
            <ac:spMk id="26" creationId="{C97EB3AE-2586-5B53-4636-3FC86B7F819E}"/>
          </ac:spMkLst>
        </pc:spChg>
        <pc:spChg chg="add mod">
          <ac:chgData name="Takeuchi, Koichiro" userId="b3848a05-443b-4434-8fa5-7398ca0c03c9" providerId="ADAL" clId="{CB223349-29E1-400D-B419-E90CA0AB3E89}" dt="2024-06-20T03:48:19.519" v="4346"/>
          <ac:spMkLst>
            <pc:docMk/>
            <pc:sldMk cId="1843778601" sldId="2147480819"/>
            <ac:spMk id="27" creationId="{B804F8C5-3320-3B0B-403A-BEC32EBFCCE5}"/>
          </ac:spMkLst>
        </pc:spChg>
        <pc:spChg chg="add mod">
          <ac:chgData name="Takeuchi, Koichiro" userId="b3848a05-443b-4434-8fa5-7398ca0c03c9" providerId="ADAL" clId="{CB223349-29E1-400D-B419-E90CA0AB3E89}" dt="2024-06-20T03:48:19.519" v="4346"/>
          <ac:spMkLst>
            <pc:docMk/>
            <pc:sldMk cId="1843778601" sldId="2147480819"/>
            <ac:spMk id="28" creationId="{B0DCC4F6-8000-F19A-BF64-553E3553CF61}"/>
          </ac:spMkLst>
        </pc:spChg>
        <pc:spChg chg="add mod">
          <ac:chgData name="Takeuchi, Koichiro" userId="b3848a05-443b-4434-8fa5-7398ca0c03c9" providerId="ADAL" clId="{CB223349-29E1-400D-B419-E90CA0AB3E89}" dt="2024-06-20T03:48:19.519" v="4346"/>
          <ac:spMkLst>
            <pc:docMk/>
            <pc:sldMk cId="1843778601" sldId="2147480819"/>
            <ac:spMk id="29" creationId="{2A353E3C-92CD-BCD7-7987-DE2ABE78897A}"/>
          </ac:spMkLst>
        </pc:spChg>
        <pc:spChg chg="add mod">
          <ac:chgData name="Takeuchi, Koichiro" userId="b3848a05-443b-4434-8fa5-7398ca0c03c9" providerId="ADAL" clId="{CB223349-29E1-400D-B419-E90CA0AB3E89}" dt="2024-06-20T03:48:19.519" v="4346"/>
          <ac:spMkLst>
            <pc:docMk/>
            <pc:sldMk cId="1843778601" sldId="2147480819"/>
            <ac:spMk id="30" creationId="{BF73336A-143D-B83E-B78A-AAE65796926B}"/>
          </ac:spMkLst>
        </pc:spChg>
        <pc:spChg chg="add mod">
          <ac:chgData name="Takeuchi, Koichiro" userId="b3848a05-443b-4434-8fa5-7398ca0c03c9" providerId="ADAL" clId="{CB223349-29E1-400D-B419-E90CA0AB3E89}" dt="2024-06-20T03:48:19.519" v="4346"/>
          <ac:spMkLst>
            <pc:docMk/>
            <pc:sldMk cId="1843778601" sldId="2147480819"/>
            <ac:spMk id="31" creationId="{9CE28FDB-AB80-2F5A-0BD2-537FC6FB37F2}"/>
          </ac:spMkLst>
        </pc:spChg>
        <pc:spChg chg="add mod">
          <ac:chgData name="Takeuchi, Koichiro" userId="b3848a05-443b-4434-8fa5-7398ca0c03c9" providerId="ADAL" clId="{CB223349-29E1-400D-B419-E90CA0AB3E89}" dt="2024-06-20T03:48:19.519" v="4346"/>
          <ac:spMkLst>
            <pc:docMk/>
            <pc:sldMk cId="1843778601" sldId="2147480819"/>
            <ac:spMk id="32" creationId="{697A1150-59BE-8023-AB0E-0D660D67FFA2}"/>
          </ac:spMkLst>
        </pc:spChg>
        <pc:spChg chg="add mod">
          <ac:chgData name="Takeuchi, Koichiro" userId="b3848a05-443b-4434-8fa5-7398ca0c03c9" providerId="ADAL" clId="{CB223349-29E1-400D-B419-E90CA0AB3E89}" dt="2024-06-20T03:48:19.519" v="4346"/>
          <ac:spMkLst>
            <pc:docMk/>
            <pc:sldMk cId="1843778601" sldId="2147480819"/>
            <ac:spMk id="33" creationId="{A92751D1-91EB-0A1B-23CE-12CD8E9BBA79}"/>
          </ac:spMkLst>
        </pc:spChg>
        <pc:spChg chg="add mod">
          <ac:chgData name="Takeuchi, Koichiro" userId="b3848a05-443b-4434-8fa5-7398ca0c03c9" providerId="ADAL" clId="{CB223349-29E1-400D-B419-E90CA0AB3E89}" dt="2024-06-20T03:48:19.519" v="4346"/>
          <ac:spMkLst>
            <pc:docMk/>
            <pc:sldMk cId="1843778601" sldId="2147480819"/>
            <ac:spMk id="34" creationId="{A7E1E0E7-4901-73C8-732B-39DB3A63AB40}"/>
          </ac:spMkLst>
        </pc:spChg>
        <pc:spChg chg="add mod">
          <ac:chgData name="Takeuchi, Koichiro" userId="b3848a05-443b-4434-8fa5-7398ca0c03c9" providerId="ADAL" clId="{CB223349-29E1-400D-B419-E90CA0AB3E89}" dt="2024-06-20T03:48:19.519" v="4346"/>
          <ac:spMkLst>
            <pc:docMk/>
            <pc:sldMk cId="1843778601" sldId="2147480819"/>
            <ac:spMk id="35" creationId="{E185D034-736E-2ED2-8AE5-0F151339F38F}"/>
          </ac:spMkLst>
        </pc:spChg>
        <pc:spChg chg="add mod">
          <ac:chgData name="Takeuchi, Koichiro" userId="b3848a05-443b-4434-8fa5-7398ca0c03c9" providerId="ADAL" clId="{CB223349-29E1-400D-B419-E90CA0AB3E89}" dt="2024-06-20T03:48:19.519" v="4346"/>
          <ac:spMkLst>
            <pc:docMk/>
            <pc:sldMk cId="1843778601" sldId="2147480819"/>
            <ac:spMk id="36" creationId="{BEB2391F-0DED-593B-ECBB-E0E5AF197FA5}"/>
          </ac:spMkLst>
        </pc:spChg>
        <pc:spChg chg="add mod">
          <ac:chgData name="Takeuchi, Koichiro" userId="b3848a05-443b-4434-8fa5-7398ca0c03c9" providerId="ADAL" clId="{CB223349-29E1-400D-B419-E90CA0AB3E89}" dt="2024-06-20T03:48:19.519" v="4346"/>
          <ac:spMkLst>
            <pc:docMk/>
            <pc:sldMk cId="1843778601" sldId="2147480819"/>
            <ac:spMk id="37" creationId="{A1F45314-E46B-2016-2725-4ED97AE85A30}"/>
          </ac:spMkLst>
        </pc:spChg>
        <pc:spChg chg="add mod">
          <ac:chgData name="Takeuchi, Koichiro" userId="b3848a05-443b-4434-8fa5-7398ca0c03c9" providerId="ADAL" clId="{CB223349-29E1-400D-B419-E90CA0AB3E89}" dt="2024-06-20T03:48:19.519" v="4346"/>
          <ac:spMkLst>
            <pc:docMk/>
            <pc:sldMk cId="1843778601" sldId="2147480819"/>
            <ac:spMk id="38" creationId="{D62CFD88-EFD3-5CB2-C060-988B0D791489}"/>
          </ac:spMkLst>
        </pc:spChg>
        <pc:spChg chg="add mod">
          <ac:chgData name="Takeuchi, Koichiro" userId="b3848a05-443b-4434-8fa5-7398ca0c03c9" providerId="ADAL" clId="{CB223349-29E1-400D-B419-E90CA0AB3E89}" dt="2024-06-20T03:48:19.519" v="4346"/>
          <ac:spMkLst>
            <pc:docMk/>
            <pc:sldMk cId="1843778601" sldId="2147480819"/>
            <ac:spMk id="39" creationId="{2F346D93-7C72-134D-7597-311F56CAAC34}"/>
          </ac:spMkLst>
        </pc:spChg>
        <pc:spChg chg="add mod">
          <ac:chgData name="Takeuchi, Koichiro" userId="b3848a05-443b-4434-8fa5-7398ca0c03c9" providerId="ADAL" clId="{CB223349-29E1-400D-B419-E90CA0AB3E89}" dt="2024-06-20T03:48:19.519" v="4346"/>
          <ac:spMkLst>
            <pc:docMk/>
            <pc:sldMk cId="1843778601" sldId="2147480819"/>
            <ac:spMk id="40" creationId="{BA26FD51-D643-5726-615C-A3DDFE99599F}"/>
          </ac:spMkLst>
        </pc:spChg>
        <pc:spChg chg="add mod">
          <ac:chgData name="Takeuchi, Koichiro" userId="b3848a05-443b-4434-8fa5-7398ca0c03c9" providerId="ADAL" clId="{CB223349-29E1-400D-B419-E90CA0AB3E89}" dt="2024-06-20T03:48:19.519" v="4346"/>
          <ac:spMkLst>
            <pc:docMk/>
            <pc:sldMk cId="1843778601" sldId="2147480819"/>
            <ac:spMk id="41" creationId="{E2E9906A-D741-7A9C-F8BE-C6BF174E5FC7}"/>
          </ac:spMkLst>
        </pc:spChg>
        <pc:spChg chg="add mod">
          <ac:chgData name="Takeuchi, Koichiro" userId="b3848a05-443b-4434-8fa5-7398ca0c03c9" providerId="ADAL" clId="{CB223349-29E1-400D-B419-E90CA0AB3E89}" dt="2024-06-20T03:48:19.519" v="4346"/>
          <ac:spMkLst>
            <pc:docMk/>
            <pc:sldMk cId="1843778601" sldId="2147480819"/>
            <ac:spMk id="42" creationId="{892BEEF0-B4C9-63B7-C49F-7CD830B9712E}"/>
          </ac:spMkLst>
        </pc:spChg>
        <pc:spChg chg="add mod">
          <ac:chgData name="Takeuchi, Koichiro" userId="b3848a05-443b-4434-8fa5-7398ca0c03c9" providerId="ADAL" clId="{CB223349-29E1-400D-B419-E90CA0AB3E89}" dt="2024-06-20T03:48:19.519" v="4346"/>
          <ac:spMkLst>
            <pc:docMk/>
            <pc:sldMk cId="1843778601" sldId="2147480819"/>
            <ac:spMk id="43" creationId="{EC0BAFDD-31E0-C4F8-F218-5601A56BE807}"/>
          </ac:spMkLst>
        </pc:spChg>
        <pc:spChg chg="add mod">
          <ac:chgData name="Takeuchi, Koichiro" userId="b3848a05-443b-4434-8fa5-7398ca0c03c9" providerId="ADAL" clId="{CB223349-29E1-400D-B419-E90CA0AB3E89}" dt="2024-06-20T03:48:19.519" v="4346"/>
          <ac:spMkLst>
            <pc:docMk/>
            <pc:sldMk cId="1843778601" sldId="2147480819"/>
            <ac:spMk id="58" creationId="{855B41CE-9C02-BE04-00A9-71198A409EB9}"/>
          </ac:spMkLst>
        </pc:spChg>
        <pc:picChg chg="add mod">
          <ac:chgData name="Takeuchi, Koichiro" userId="b3848a05-443b-4434-8fa5-7398ca0c03c9" providerId="ADAL" clId="{CB223349-29E1-400D-B419-E90CA0AB3E89}" dt="2024-06-20T03:48:47.865" v="4410" actId="12788"/>
          <ac:picMkLst>
            <pc:docMk/>
            <pc:sldMk cId="1843778601" sldId="2147480819"/>
            <ac:picMk id="85" creationId="{0B577D8B-8FA7-12D3-A004-87A758ED8FF3}"/>
          </ac:picMkLst>
        </pc:picChg>
        <pc:cxnChg chg="add mod">
          <ac:chgData name="Takeuchi, Koichiro" userId="b3848a05-443b-4434-8fa5-7398ca0c03c9" providerId="ADAL" clId="{CB223349-29E1-400D-B419-E90CA0AB3E89}" dt="2024-06-20T03:48:19.519" v="4346"/>
          <ac:cxnSpMkLst>
            <pc:docMk/>
            <pc:sldMk cId="1843778601" sldId="2147480819"/>
            <ac:cxnSpMk id="25" creationId="{C0628727-67D9-90B1-30B6-1EBDB69DB491}"/>
          </ac:cxnSpMkLst>
        </pc:cxnChg>
        <pc:cxnChg chg="add mod">
          <ac:chgData name="Takeuchi, Koichiro" userId="b3848a05-443b-4434-8fa5-7398ca0c03c9" providerId="ADAL" clId="{CB223349-29E1-400D-B419-E90CA0AB3E89}" dt="2024-06-20T03:48:19.519" v="4346"/>
          <ac:cxnSpMkLst>
            <pc:docMk/>
            <pc:sldMk cId="1843778601" sldId="2147480819"/>
            <ac:cxnSpMk id="44" creationId="{925ADD59-148A-1A2C-CA43-D6F4226631E8}"/>
          </ac:cxnSpMkLst>
        </pc:cxnChg>
        <pc:cxnChg chg="add mod">
          <ac:chgData name="Takeuchi, Koichiro" userId="b3848a05-443b-4434-8fa5-7398ca0c03c9" providerId="ADAL" clId="{CB223349-29E1-400D-B419-E90CA0AB3E89}" dt="2024-06-20T03:48:19.519" v="4346"/>
          <ac:cxnSpMkLst>
            <pc:docMk/>
            <pc:sldMk cId="1843778601" sldId="2147480819"/>
            <ac:cxnSpMk id="45" creationId="{C32EC79C-C12E-6219-5320-EF7C3A9B27F5}"/>
          </ac:cxnSpMkLst>
        </pc:cxnChg>
        <pc:cxnChg chg="add mod">
          <ac:chgData name="Takeuchi, Koichiro" userId="b3848a05-443b-4434-8fa5-7398ca0c03c9" providerId="ADAL" clId="{CB223349-29E1-400D-B419-E90CA0AB3E89}" dt="2024-06-20T03:48:19.519" v="4346"/>
          <ac:cxnSpMkLst>
            <pc:docMk/>
            <pc:sldMk cId="1843778601" sldId="2147480819"/>
            <ac:cxnSpMk id="46" creationId="{00974BFE-A3AC-2950-33D6-98A3C0C5E91D}"/>
          </ac:cxnSpMkLst>
        </pc:cxnChg>
        <pc:cxnChg chg="add mod">
          <ac:chgData name="Takeuchi, Koichiro" userId="b3848a05-443b-4434-8fa5-7398ca0c03c9" providerId="ADAL" clId="{CB223349-29E1-400D-B419-E90CA0AB3E89}" dt="2024-06-20T03:48:19.519" v="4346"/>
          <ac:cxnSpMkLst>
            <pc:docMk/>
            <pc:sldMk cId="1843778601" sldId="2147480819"/>
            <ac:cxnSpMk id="47" creationId="{DC35D3B9-551B-E025-B5FA-7466BDA746E7}"/>
          </ac:cxnSpMkLst>
        </pc:cxnChg>
        <pc:cxnChg chg="add mod">
          <ac:chgData name="Takeuchi, Koichiro" userId="b3848a05-443b-4434-8fa5-7398ca0c03c9" providerId="ADAL" clId="{CB223349-29E1-400D-B419-E90CA0AB3E89}" dt="2024-06-20T03:48:19.519" v="4346"/>
          <ac:cxnSpMkLst>
            <pc:docMk/>
            <pc:sldMk cId="1843778601" sldId="2147480819"/>
            <ac:cxnSpMk id="48" creationId="{7AB18CF6-8903-01BE-4D5D-134FAEFB03FF}"/>
          </ac:cxnSpMkLst>
        </pc:cxnChg>
        <pc:cxnChg chg="add mod">
          <ac:chgData name="Takeuchi, Koichiro" userId="b3848a05-443b-4434-8fa5-7398ca0c03c9" providerId="ADAL" clId="{CB223349-29E1-400D-B419-E90CA0AB3E89}" dt="2024-06-20T03:48:19.519" v="4346"/>
          <ac:cxnSpMkLst>
            <pc:docMk/>
            <pc:sldMk cId="1843778601" sldId="2147480819"/>
            <ac:cxnSpMk id="49" creationId="{24DED846-C56C-D14C-28C6-9D180B9DD6F5}"/>
          </ac:cxnSpMkLst>
        </pc:cxnChg>
        <pc:cxnChg chg="add mod">
          <ac:chgData name="Takeuchi, Koichiro" userId="b3848a05-443b-4434-8fa5-7398ca0c03c9" providerId="ADAL" clId="{CB223349-29E1-400D-B419-E90CA0AB3E89}" dt="2024-06-20T03:48:19.519" v="4346"/>
          <ac:cxnSpMkLst>
            <pc:docMk/>
            <pc:sldMk cId="1843778601" sldId="2147480819"/>
            <ac:cxnSpMk id="50" creationId="{EC995503-5C63-6ADD-2FC0-158B16DEC374}"/>
          </ac:cxnSpMkLst>
        </pc:cxnChg>
        <pc:cxnChg chg="add mod">
          <ac:chgData name="Takeuchi, Koichiro" userId="b3848a05-443b-4434-8fa5-7398ca0c03c9" providerId="ADAL" clId="{CB223349-29E1-400D-B419-E90CA0AB3E89}" dt="2024-06-20T03:48:19.519" v="4346"/>
          <ac:cxnSpMkLst>
            <pc:docMk/>
            <pc:sldMk cId="1843778601" sldId="2147480819"/>
            <ac:cxnSpMk id="51" creationId="{92F35994-2CF7-0FB1-00C2-C5B1C2B7CEBD}"/>
          </ac:cxnSpMkLst>
        </pc:cxnChg>
        <pc:cxnChg chg="add mod">
          <ac:chgData name="Takeuchi, Koichiro" userId="b3848a05-443b-4434-8fa5-7398ca0c03c9" providerId="ADAL" clId="{CB223349-29E1-400D-B419-E90CA0AB3E89}" dt="2024-06-20T03:48:19.519" v="4346"/>
          <ac:cxnSpMkLst>
            <pc:docMk/>
            <pc:sldMk cId="1843778601" sldId="2147480819"/>
            <ac:cxnSpMk id="52" creationId="{12FAFB26-3058-1B16-6A65-69A462943A61}"/>
          </ac:cxnSpMkLst>
        </pc:cxnChg>
        <pc:cxnChg chg="add mod">
          <ac:chgData name="Takeuchi, Koichiro" userId="b3848a05-443b-4434-8fa5-7398ca0c03c9" providerId="ADAL" clId="{CB223349-29E1-400D-B419-E90CA0AB3E89}" dt="2024-06-20T03:48:19.519" v="4346"/>
          <ac:cxnSpMkLst>
            <pc:docMk/>
            <pc:sldMk cId="1843778601" sldId="2147480819"/>
            <ac:cxnSpMk id="53" creationId="{7E7390A7-73B6-77B9-2873-73B2326B53AC}"/>
          </ac:cxnSpMkLst>
        </pc:cxnChg>
        <pc:cxnChg chg="add mod">
          <ac:chgData name="Takeuchi, Koichiro" userId="b3848a05-443b-4434-8fa5-7398ca0c03c9" providerId="ADAL" clId="{CB223349-29E1-400D-B419-E90CA0AB3E89}" dt="2024-06-20T03:48:19.519" v="4346"/>
          <ac:cxnSpMkLst>
            <pc:docMk/>
            <pc:sldMk cId="1843778601" sldId="2147480819"/>
            <ac:cxnSpMk id="54" creationId="{77F93647-70BE-EAB5-E4B4-838906E6C8A1}"/>
          </ac:cxnSpMkLst>
        </pc:cxnChg>
        <pc:cxnChg chg="add mod">
          <ac:chgData name="Takeuchi, Koichiro" userId="b3848a05-443b-4434-8fa5-7398ca0c03c9" providerId="ADAL" clId="{CB223349-29E1-400D-B419-E90CA0AB3E89}" dt="2024-06-20T03:48:19.519" v="4346"/>
          <ac:cxnSpMkLst>
            <pc:docMk/>
            <pc:sldMk cId="1843778601" sldId="2147480819"/>
            <ac:cxnSpMk id="55" creationId="{44EB4AE0-83EC-A97D-29FC-27DEB312E10C}"/>
          </ac:cxnSpMkLst>
        </pc:cxnChg>
        <pc:cxnChg chg="add mod">
          <ac:chgData name="Takeuchi, Koichiro" userId="b3848a05-443b-4434-8fa5-7398ca0c03c9" providerId="ADAL" clId="{CB223349-29E1-400D-B419-E90CA0AB3E89}" dt="2024-06-20T03:48:19.519" v="4346"/>
          <ac:cxnSpMkLst>
            <pc:docMk/>
            <pc:sldMk cId="1843778601" sldId="2147480819"/>
            <ac:cxnSpMk id="56" creationId="{124A9587-CF83-7B3B-9009-6450AE7A0C25}"/>
          </ac:cxnSpMkLst>
        </pc:cxnChg>
        <pc:cxnChg chg="add mod">
          <ac:chgData name="Takeuchi, Koichiro" userId="b3848a05-443b-4434-8fa5-7398ca0c03c9" providerId="ADAL" clId="{CB223349-29E1-400D-B419-E90CA0AB3E89}" dt="2024-06-20T03:48:19.519" v="4346"/>
          <ac:cxnSpMkLst>
            <pc:docMk/>
            <pc:sldMk cId="1843778601" sldId="2147480819"/>
            <ac:cxnSpMk id="57" creationId="{BFA82194-5618-1145-6BD6-B984EED72FC5}"/>
          </ac:cxnSpMkLst>
        </pc:cxnChg>
        <pc:cxnChg chg="add mod">
          <ac:chgData name="Takeuchi, Koichiro" userId="b3848a05-443b-4434-8fa5-7398ca0c03c9" providerId="ADAL" clId="{CB223349-29E1-400D-B419-E90CA0AB3E89}" dt="2024-06-20T03:48:19.519" v="4346"/>
          <ac:cxnSpMkLst>
            <pc:docMk/>
            <pc:sldMk cId="1843778601" sldId="2147480819"/>
            <ac:cxnSpMk id="59" creationId="{B5E93299-028A-FAF1-6EB4-3387DD3A0CF7}"/>
          </ac:cxnSpMkLst>
        </pc:cxnChg>
        <pc:cxnChg chg="add mod">
          <ac:chgData name="Takeuchi, Koichiro" userId="b3848a05-443b-4434-8fa5-7398ca0c03c9" providerId="ADAL" clId="{CB223349-29E1-400D-B419-E90CA0AB3E89}" dt="2024-06-20T03:48:19.519" v="4346"/>
          <ac:cxnSpMkLst>
            <pc:docMk/>
            <pc:sldMk cId="1843778601" sldId="2147480819"/>
            <ac:cxnSpMk id="60" creationId="{B22B5B54-8F46-616C-2D88-F4F227D0D209}"/>
          </ac:cxnSpMkLst>
        </pc:cxnChg>
        <pc:cxnChg chg="add mod">
          <ac:chgData name="Takeuchi, Koichiro" userId="b3848a05-443b-4434-8fa5-7398ca0c03c9" providerId="ADAL" clId="{CB223349-29E1-400D-B419-E90CA0AB3E89}" dt="2024-06-20T03:48:19.519" v="4346"/>
          <ac:cxnSpMkLst>
            <pc:docMk/>
            <pc:sldMk cId="1843778601" sldId="2147480819"/>
            <ac:cxnSpMk id="61" creationId="{AA651ECD-4986-633B-6BCE-2805F8073B7D}"/>
          </ac:cxnSpMkLst>
        </pc:cxnChg>
        <pc:cxnChg chg="add mod">
          <ac:chgData name="Takeuchi, Koichiro" userId="b3848a05-443b-4434-8fa5-7398ca0c03c9" providerId="ADAL" clId="{CB223349-29E1-400D-B419-E90CA0AB3E89}" dt="2024-06-20T03:48:19.519" v="4346"/>
          <ac:cxnSpMkLst>
            <pc:docMk/>
            <pc:sldMk cId="1843778601" sldId="2147480819"/>
            <ac:cxnSpMk id="62" creationId="{F0A484FE-63A5-64C2-7C20-E66B7B8F5197}"/>
          </ac:cxnSpMkLst>
        </pc:cxnChg>
        <pc:cxnChg chg="add mod">
          <ac:chgData name="Takeuchi, Koichiro" userId="b3848a05-443b-4434-8fa5-7398ca0c03c9" providerId="ADAL" clId="{CB223349-29E1-400D-B419-E90CA0AB3E89}" dt="2024-06-20T03:48:19.519" v="4346"/>
          <ac:cxnSpMkLst>
            <pc:docMk/>
            <pc:sldMk cId="1843778601" sldId="2147480819"/>
            <ac:cxnSpMk id="63" creationId="{BCBD158F-D411-950B-4D96-078B2CC38ECC}"/>
          </ac:cxnSpMkLst>
        </pc:cxnChg>
        <pc:cxnChg chg="add mod">
          <ac:chgData name="Takeuchi, Koichiro" userId="b3848a05-443b-4434-8fa5-7398ca0c03c9" providerId="ADAL" clId="{CB223349-29E1-400D-B419-E90CA0AB3E89}" dt="2024-06-20T03:48:19.519" v="4346"/>
          <ac:cxnSpMkLst>
            <pc:docMk/>
            <pc:sldMk cId="1843778601" sldId="2147480819"/>
            <ac:cxnSpMk id="64" creationId="{18BC3A53-E735-91E0-9300-809DF70CF74B}"/>
          </ac:cxnSpMkLst>
        </pc:cxnChg>
        <pc:cxnChg chg="add mod">
          <ac:chgData name="Takeuchi, Koichiro" userId="b3848a05-443b-4434-8fa5-7398ca0c03c9" providerId="ADAL" clId="{CB223349-29E1-400D-B419-E90CA0AB3E89}" dt="2024-06-20T03:48:19.519" v="4346"/>
          <ac:cxnSpMkLst>
            <pc:docMk/>
            <pc:sldMk cId="1843778601" sldId="2147480819"/>
            <ac:cxnSpMk id="65" creationId="{D9B3FA31-3C4F-3B74-3E14-2D72F5EEE23F}"/>
          </ac:cxnSpMkLst>
        </pc:cxnChg>
        <pc:cxnChg chg="add mod">
          <ac:chgData name="Takeuchi, Koichiro" userId="b3848a05-443b-4434-8fa5-7398ca0c03c9" providerId="ADAL" clId="{CB223349-29E1-400D-B419-E90CA0AB3E89}" dt="2024-06-20T03:48:19.519" v="4346"/>
          <ac:cxnSpMkLst>
            <pc:docMk/>
            <pc:sldMk cId="1843778601" sldId="2147480819"/>
            <ac:cxnSpMk id="66" creationId="{04F80469-C0E8-9DF6-1F49-FE6820319892}"/>
          </ac:cxnSpMkLst>
        </pc:cxnChg>
        <pc:cxnChg chg="add mod">
          <ac:chgData name="Takeuchi, Koichiro" userId="b3848a05-443b-4434-8fa5-7398ca0c03c9" providerId="ADAL" clId="{CB223349-29E1-400D-B419-E90CA0AB3E89}" dt="2024-06-20T03:48:19.519" v="4346"/>
          <ac:cxnSpMkLst>
            <pc:docMk/>
            <pc:sldMk cId="1843778601" sldId="2147480819"/>
            <ac:cxnSpMk id="67" creationId="{13F05D0B-A26F-8E35-DF50-A720DEC8E874}"/>
          </ac:cxnSpMkLst>
        </pc:cxnChg>
        <pc:cxnChg chg="add mod">
          <ac:chgData name="Takeuchi, Koichiro" userId="b3848a05-443b-4434-8fa5-7398ca0c03c9" providerId="ADAL" clId="{CB223349-29E1-400D-B419-E90CA0AB3E89}" dt="2024-06-20T03:48:19.519" v="4346"/>
          <ac:cxnSpMkLst>
            <pc:docMk/>
            <pc:sldMk cId="1843778601" sldId="2147480819"/>
            <ac:cxnSpMk id="68" creationId="{BD16AB76-979C-9924-6CCD-EC4643C3C05E}"/>
          </ac:cxnSpMkLst>
        </pc:cxnChg>
        <pc:cxnChg chg="add mod">
          <ac:chgData name="Takeuchi, Koichiro" userId="b3848a05-443b-4434-8fa5-7398ca0c03c9" providerId="ADAL" clId="{CB223349-29E1-400D-B419-E90CA0AB3E89}" dt="2024-06-20T03:48:19.519" v="4346"/>
          <ac:cxnSpMkLst>
            <pc:docMk/>
            <pc:sldMk cId="1843778601" sldId="2147480819"/>
            <ac:cxnSpMk id="69" creationId="{14371315-0475-7AA7-D868-F463EE3D5159}"/>
          </ac:cxnSpMkLst>
        </pc:cxnChg>
        <pc:cxnChg chg="add mod">
          <ac:chgData name="Takeuchi, Koichiro" userId="b3848a05-443b-4434-8fa5-7398ca0c03c9" providerId="ADAL" clId="{CB223349-29E1-400D-B419-E90CA0AB3E89}" dt="2024-06-20T03:48:19.519" v="4346"/>
          <ac:cxnSpMkLst>
            <pc:docMk/>
            <pc:sldMk cId="1843778601" sldId="2147480819"/>
            <ac:cxnSpMk id="70" creationId="{F2A0DB7D-DD30-71BA-4562-4328D60C76BE}"/>
          </ac:cxnSpMkLst>
        </pc:cxnChg>
        <pc:cxnChg chg="add mod">
          <ac:chgData name="Takeuchi, Koichiro" userId="b3848a05-443b-4434-8fa5-7398ca0c03c9" providerId="ADAL" clId="{CB223349-29E1-400D-B419-E90CA0AB3E89}" dt="2024-06-20T03:48:19.519" v="4346"/>
          <ac:cxnSpMkLst>
            <pc:docMk/>
            <pc:sldMk cId="1843778601" sldId="2147480819"/>
            <ac:cxnSpMk id="71" creationId="{26444070-3E11-DBC9-1EB6-A75A77E7DCCC}"/>
          </ac:cxnSpMkLst>
        </pc:cxnChg>
        <pc:cxnChg chg="add mod">
          <ac:chgData name="Takeuchi, Koichiro" userId="b3848a05-443b-4434-8fa5-7398ca0c03c9" providerId="ADAL" clId="{CB223349-29E1-400D-B419-E90CA0AB3E89}" dt="2024-06-20T03:48:19.519" v="4346"/>
          <ac:cxnSpMkLst>
            <pc:docMk/>
            <pc:sldMk cId="1843778601" sldId="2147480819"/>
            <ac:cxnSpMk id="72" creationId="{C067922A-75CD-7344-AB8A-0687E4CF972F}"/>
          </ac:cxnSpMkLst>
        </pc:cxnChg>
        <pc:cxnChg chg="add mod">
          <ac:chgData name="Takeuchi, Koichiro" userId="b3848a05-443b-4434-8fa5-7398ca0c03c9" providerId="ADAL" clId="{CB223349-29E1-400D-B419-E90CA0AB3E89}" dt="2024-06-20T03:48:19.519" v="4346"/>
          <ac:cxnSpMkLst>
            <pc:docMk/>
            <pc:sldMk cId="1843778601" sldId="2147480819"/>
            <ac:cxnSpMk id="73" creationId="{C2248A74-37C8-6772-6B99-6CB57886C4CD}"/>
          </ac:cxnSpMkLst>
        </pc:cxnChg>
        <pc:cxnChg chg="add mod">
          <ac:chgData name="Takeuchi, Koichiro" userId="b3848a05-443b-4434-8fa5-7398ca0c03c9" providerId="ADAL" clId="{CB223349-29E1-400D-B419-E90CA0AB3E89}" dt="2024-06-20T03:48:19.519" v="4346"/>
          <ac:cxnSpMkLst>
            <pc:docMk/>
            <pc:sldMk cId="1843778601" sldId="2147480819"/>
            <ac:cxnSpMk id="74" creationId="{A4CE7A28-1F10-FACF-D53D-064B7A3A87F4}"/>
          </ac:cxnSpMkLst>
        </pc:cxnChg>
        <pc:cxnChg chg="add mod">
          <ac:chgData name="Takeuchi, Koichiro" userId="b3848a05-443b-4434-8fa5-7398ca0c03c9" providerId="ADAL" clId="{CB223349-29E1-400D-B419-E90CA0AB3E89}" dt="2024-06-20T03:48:19.519" v="4346"/>
          <ac:cxnSpMkLst>
            <pc:docMk/>
            <pc:sldMk cId="1843778601" sldId="2147480819"/>
            <ac:cxnSpMk id="75" creationId="{12773A69-DAA0-0739-E9EF-87C2A48443FD}"/>
          </ac:cxnSpMkLst>
        </pc:cxnChg>
        <pc:cxnChg chg="add mod">
          <ac:chgData name="Takeuchi, Koichiro" userId="b3848a05-443b-4434-8fa5-7398ca0c03c9" providerId="ADAL" clId="{CB223349-29E1-400D-B419-E90CA0AB3E89}" dt="2024-06-20T03:48:19.519" v="4346"/>
          <ac:cxnSpMkLst>
            <pc:docMk/>
            <pc:sldMk cId="1843778601" sldId="2147480819"/>
            <ac:cxnSpMk id="76" creationId="{775323CE-0621-A5B4-663A-33FC19551A95}"/>
          </ac:cxnSpMkLst>
        </pc:cxnChg>
        <pc:cxnChg chg="add mod">
          <ac:chgData name="Takeuchi, Koichiro" userId="b3848a05-443b-4434-8fa5-7398ca0c03c9" providerId="ADAL" clId="{CB223349-29E1-400D-B419-E90CA0AB3E89}" dt="2024-06-20T03:48:19.519" v="4346"/>
          <ac:cxnSpMkLst>
            <pc:docMk/>
            <pc:sldMk cId="1843778601" sldId="2147480819"/>
            <ac:cxnSpMk id="77" creationId="{9594E166-0EBC-30DC-B111-BFA5E0BBC6E5}"/>
          </ac:cxnSpMkLst>
        </pc:cxnChg>
        <pc:cxnChg chg="add mod">
          <ac:chgData name="Takeuchi, Koichiro" userId="b3848a05-443b-4434-8fa5-7398ca0c03c9" providerId="ADAL" clId="{CB223349-29E1-400D-B419-E90CA0AB3E89}" dt="2024-06-20T03:48:19.519" v="4346"/>
          <ac:cxnSpMkLst>
            <pc:docMk/>
            <pc:sldMk cId="1843778601" sldId="2147480819"/>
            <ac:cxnSpMk id="78" creationId="{F4766733-6ECD-BE7D-6CE3-47A25E416BB7}"/>
          </ac:cxnSpMkLst>
        </pc:cxnChg>
        <pc:cxnChg chg="add mod">
          <ac:chgData name="Takeuchi, Koichiro" userId="b3848a05-443b-4434-8fa5-7398ca0c03c9" providerId="ADAL" clId="{CB223349-29E1-400D-B419-E90CA0AB3E89}" dt="2024-06-20T03:48:19.519" v="4346"/>
          <ac:cxnSpMkLst>
            <pc:docMk/>
            <pc:sldMk cId="1843778601" sldId="2147480819"/>
            <ac:cxnSpMk id="79" creationId="{A87B2E7B-5772-1854-64D4-7A3DB35B8E16}"/>
          </ac:cxnSpMkLst>
        </pc:cxnChg>
        <pc:cxnChg chg="add mod">
          <ac:chgData name="Takeuchi, Koichiro" userId="b3848a05-443b-4434-8fa5-7398ca0c03c9" providerId="ADAL" clId="{CB223349-29E1-400D-B419-E90CA0AB3E89}" dt="2024-06-20T03:48:19.519" v="4346"/>
          <ac:cxnSpMkLst>
            <pc:docMk/>
            <pc:sldMk cId="1843778601" sldId="2147480819"/>
            <ac:cxnSpMk id="80" creationId="{91F763F8-9E1A-FCF2-B12E-5DE01D4146C6}"/>
          </ac:cxnSpMkLst>
        </pc:cxnChg>
        <pc:cxnChg chg="add mod">
          <ac:chgData name="Takeuchi, Koichiro" userId="b3848a05-443b-4434-8fa5-7398ca0c03c9" providerId="ADAL" clId="{CB223349-29E1-400D-B419-E90CA0AB3E89}" dt="2024-06-20T03:48:19.519" v="4346"/>
          <ac:cxnSpMkLst>
            <pc:docMk/>
            <pc:sldMk cId="1843778601" sldId="2147480819"/>
            <ac:cxnSpMk id="81" creationId="{B093C13B-FCE3-60BC-8912-216E2DE9549A}"/>
          </ac:cxnSpMkLst>
        </pc:cxnChg>
        <pc:cxnChg chg="add mod">
          <ac:chgData name="Takeuchi, Koichiro" userId="b3848a05-443b-4434-8fa5-7398ca0c03c9" providerId="ADAL" clId="{CB223349-29E1-400D-B419-E90CA0AB3E89}" dt="2024-06-20T03:48:19.519" v="4346"/>
          <ac:cxnSpMkLst>
            <pc:docMk/>
            <pc:sldMk cId="1843778601" sldId="2147480819"/>
            <ac:cxnSpMk id="82" creationId="{1E2497BA-45A6-287D-4689-2DA38B5C363E}"/>
          </ac:cxnSpMkLst>
        </pc:cxnChg>
        <pc:cxnChg chg="add mod">
          <ac:chgData name="Takeuchi, Koichiro" userId="b3848a05-443b-4434-8fa5-7398ca0c03c9" providerId="ADAL" clId="{CB223349-29E1-400D-B419-E90CA0AB3E89}" dt="2024-06-20T03:48:19.519" v="4346"/>
          <ac:cxnSpMkLst>
            <pc:docMk/>
            <pc:sldMk cId="1843778601" sldId="2147480819"/>
            <ac:cxnSpMk id="83" creationId="{604BC228-F34A-E393-4059-56E5AFF632D3}"/>
          </ac:cxnSpMkLst>
        </pc:cxnChg>
        <pc:cxnChg chg="add mod">
          <ac:chgData name="Takeuchi, Koichiro" userId="b3848a05-443b-4434-8fa5-7398ca0c03c9" providerId="ADAL" clId="{CB223349-29E1-400D-B419-E90CA0AB3E89}" dt="2024-06-20T03:48:19.519" v="4346"/>
          <ac:cxnSpMkLst>
            <pc:docMk/>
            <pc:sldMk cId="1843778601" sldId="2147480819"/>
            <ac:cxnSpMk id="84" creationId="{3318C6D9-3085-0DB1-EABA-78A2E5F7EAF0}"/>
          </ac:cxnSpMkLst>
        </pc:cxnChg>
      </pc:sldChg>
      <pc:sldChg chg="new del">
        <pc:chgData name="Takeuchi, Koichiro" userId="b3848a05-443b-4434-8fa5-7398ca0c03c9" providerId="ADAL" clId="{CB223349-29E1-400D-B419-E90CA0AB3E89}" dt="2024-06-20T03:49:51.101" v="4502" actId="680"/>
        <pc:sldMkLst>
          <pc:docMk/>
          <pc:sldMk cId="446843299" sldId="2147480820"/>
        </pc:sldMkLst>
      </pc:sldChg>
      <pc:sldChg chg="addSp delSp modSp new mod ord">
        <pc:chgData name="Takeuchi, Koichiro" userId="b3848a05-443b-4434-8fa5-7398ca0c03c9" providerId="ADAL" clId="{CB223349-29E1-400D-B419-E90CA0AB3E89}" dt="2024-06-20T04:03:29.606" v="5481" actId="1076"/>
        <pc:sldMkLst>
          <pc:docMk/>
          <pc:sldMk cId="2651279901" sldId="2147480820"/>
        </pc:sldMkLst>
        <pc:spChg chg="mod">
          <ac:chgData name="Takeuchi, Koichiro" userId="b3848a05-443b-4434-8fa5-7398ca0c03c9" providerId="ADAL" clId="{CB223349-29E1-400D-B419-E90CA0AB3E89}" dt="2024-06-20T03:52:21.170" v="4569" actId="20577"/>
          <ac:spMkLst>
            <pc:docMk/>
            <pc:sldMk cId="2651279901" sldId="2147480820"/>
            <ac:spMk id="2" creationId="{6773D6D6-FBBC-3EE2-F52D-C8260CCC2FD5}"/>
          </ac:spMkLst>
        </pc:spChg>
        <pc:spChg chg="mod">
          <ac:chgData name="Takeuchi, Koichiro" userId="b3848a05-443b-4434-8fa5-7398ca0c03c9" providerId="ADAL" clId="{CB223349-29E1-400D-B419-E90CA0AB3E89}" dt="2024-06-20T03:55:28.598" v="4975" actId="20577"/>
          <ac:spMkLst>
            <pc:docMk/>
            <pc:sldMk cId="2651279901" sldId="2147480820"/>
            <ac:spMk id="3" creationId="{07EE764C-2C89-9D5A-CAEB-FF8B33D0FE2A}"/>
          </ac:spMkLst>
        </pc:spChg>
        <pc:spChg chg="add mod">
          <ac:chgData name="Takeuchi, Koichiro" userId="b3848a05-443b-4434-8fa5-7398ca0c03c9" providerId="ADAL" clId="{CB223349-29E1-400D-B419-E90CA0AB3E89}" dt="2024-06-20T03:53:05.291" v="4590"/>
          <ac:spMkLst>
            <pc:docMk/>
            <pc:sldMk cId="2651279901" sldId="2147480820"/>
            <ac:spMk id="7" creationId="{FDF47047-12E4-A497-44B5-941BF0C95DD7}"/>
          </ac:spMkLst>
        </pc:spChg>
        <pc:spChg chg="add mod">
          <ac:chgData name="Takeuchi, Koichiro" userId="b3848a05-443b-4434-8fa5-7398ca0c03c9" providerId="ADAL" clId="{CB223349-29E1-400D-B419-E90CA0AB3E89}" dt="2024-06-20T03:53:05.291" v="4590"/>
          <ac:spMkLst>
            <pc:docMk/>
            <pc:sldMk cId="2651279901" sldId="2147480820"/>
            <ac:spMk id="8" creationId="{518C939A-4D9A-DA3E-322F-D94C5474274E}"/>
          </ac:spMkLst>
        </pc:spChg>
        <pc:spChg chg="add mod">
          <ac:chgData name="Takeuchi, Koichiro" userId="b3848a05-443b-4434-8fa5-7398ca0c03c9" providerId="ADAL" clId="{CB223349-29E1-400D-B419-E90CA0AB3E89}" dt="2024-06-20T03:53:05.291" v="4590"/>
          <ac:spMkLst>
            <pc:docMk/>
            <pc:sldMk cId="2651279901" sldId="2147480820"/>
            <ac:spMk id="9" creationId="{7A61A31A-DD34-495B-BC55-AA891AED97F2}"/>
          </ac:spMkLst>
        </pc:spChg>
        <pc:spChg chg="add mod">
          <ac:chgData name="Takeuchi, Koichiro" userId="b3848a05-443b-4434-8fa5-7398ca0c03c9" providerId="ADAL" clId="{CB223349-29E1-400D-B419-E90CA0AB3E89}" dt="2024-06-20T03:53:05.291" v="4590"/>
          <ac:spMkLst>
            <pc:docMk/>
            <pc:sldMk cId="2651279901" sldId="2147480820"/>
            <ac:spMk id="10" creationId="{26997FDD-A655-A5FA-3EB2-13799343BBB2}"/>
          </ac:spMkLst>
        </pc:spChg>
        <pc:spChg chg="add mod">
          <ac:chgData name="Takeuchi, Koichiro" userId="b3848a05-443b-4434-8fa5-7398ca0c03c9" providerId="ADAL" clId="{CB223349-29E1-400D-B419-E90CA0AB3E89}" dt="2024-06-20T03:53:05.291" v="4590"/>
          <ac:spMkLst>
            <pc:docMk/>
            <pc:sldMk cId="2651279901" sldId="2147480820"/>
            <ac:spMk id="11" creationId="{E9F8F2A2-2427-1723-8AAB-16520AFEB231}"/>
          </ac:spMkLst>
        </pc:spChg>
        <pc:spChg chg="add mod">
          <ac:chgData name="Takeuchi, Koichiro" userId="b3848a05-443b-4434-8fa5-7398ca0c03c9" providerId="ADAL" clId="{CB223349-29E1-400D-B419-E90CA0AB3E89}" dt="2024-06-20T03:53:05.291" v="4590"/>
          <ac:spMkLst>
            <pc:docMk/>
            <pc:sldMk cId="2651279901" sldId="2147480820"/>
            <ac:spMk id="12" creationId="{CF2E5D1F-8D23-F0F2-E55D-E0390FF416D9}"/>
          </ac:spMkLst>
        </pc:spChg>
        <pc:spChg chg="add mod">
          <ac:chgData name="Takeuchi, Koichiro" userId="b3848a05-443b-4434-8fa5-7398ca0c03c9" providerId="ADAL" clId="{CB223349-29E1-400D-B419-E90CA0AB3E89}" dt="2024-06-20T03:53:05.291" v="4590"/>
          <ac:spMkLst>
            <pc:docMk/>
            <pc:sldMk cId="2651279901" sldId="2147480820"/>
            <ac:spMk id="13" creationId="{F897A439-756E-0BF9-FAFC-CBB722439986}"/>
          </ac:spMkLst>
        </pc:spChg>
        <pc:spChg chg="add mod">
          <ac:chgData name="Takeuchi, Koichiro" userId="b3848a05-443b-4434-8fa5-7398ca0c03c9" providerId="ADAL" clId="{CB223349-29E1-400D-B419-E90CA0AB3E89}" dt="2024-06-20T03:53:05.291" v="4590"/>
          <ac:spMkLst>
            <pc:docMk/>
            <pc:sldMk cId="2651279901" sldId="2147480820"/>
            <ac:spMk id="14" creationId="{BB12C889-7D1B-CD8E-A873-01CAF84323BE}"/>
          </ac:spMkLst>
        </pc:spChg>
        <pc:spChg chg="add mod">
          <ac:chgData name="Takeuchi, Koichiro" userId="b3848a05-443b-4434-8fa5-7398ca0c03c9" providerId="ADAL" clId="{CB223349-29E1-400D-B419-E90CA0AB3E89}" dt="2024-06-20T03:53:05.291" v="4590"/>
          <ac:spMkLst>
            <pc:docMk/>
            <pc:sldMk cId="2651279901" sldId="2147480820"/>
            <ac:spMk id="15" creationId="{5B246C99-52B6-3731-A380-A3AF64DE8AD4}"/>
          </ac:spMkLst>
        </pc:spChg>
        <pc:spChg chg="add mod">
          <ac:chgData name="Takeuchi, Koichiro" userId="b3848a05-443b-4434-8fa5-7398ca0c03c9" providerId="ADAL" clId="{CB223349-29E1-400D-B419-E90CA0AB3E89}" dt="2024-06-20T03:56:39.261" v="5086" actId="554"/>
          <ac:spMkLst>
            <pc:docMk/>
            <pc:sldMk cId="2651279901" sldId="2147480820"/>
            <ac:spMk id="16" creationId="{4C08273A-49A8-F956-F9FF-38ED3061670A}"/>
          </ac:spMkLst>
        </pc:spChg>
        <pc:spChg chg="add mod">
          <ac:chgData name="Takeuchi, Koichiro" userId="b3848a05-443b-4434-8fa5-7398ca0c03c9" providerId="ADAL" clId="{CB223349-29E1-400D-B419-E90CA0AB3E89}" dt="2024-06-20T03:56:15.994" v="5040" actId="20577"/>
          <ac:spMkLst>
            <pc:docMk/>
            <pc:sldMk cId="2651279901" sldId="2147480820"/>
            <ac:spMk id="17" creationId="{36CA6A0A-BE4D-D213-63A0-ED52BD19C887}"/>
          </ac:spMkLst>
        </pc:spChg>
        <pc:spChg chg="add mod">
          <ac:chgData name="Takeuchi, Koichiro" userId="b3848a05-443b-4434-8fa5-7398ca0c03c9" providerId="ADAL" clId="{CB223349-29E1-400D-B419-E90CA0AB3E89}" dt="2024-06-20T03:53:52.077" v="4634" actId="555"/>
          <ac:spMkLst>
            <pc:docMk/>
            <pc:sldMk cId="2651279901" sldId="2147480820"/>
            <ac:spMk id="18" creationId="{B90BE05D-6D14-5451-9345-2215853C7B00}"/>
          </ac:spMkLst>
        </pc:spChg>
        <pc:spChg chg="add mod">
          <ac:chgData name="Takeuchi, Koichiro" userId="b3848a05-443b-4434-8fa5-7398ca0c03c9" providerId="ADAL" clId="{CB223349-29E1-400D-B419-E90CA0AB3E89}" dt="2024-06-20T03:55:57.873" v="5003" actId="552"/>
          <ac:spMkLst>
            <pc:docMk/>
            <pc:sldMk cId="2651279901" sldId="2147480820"/>
            <ac:spMk id="19" creationId="{718AE84C-99CC-2757-5D9A-0BA7D6FF7D6C}"/>
          </ac:spMkLst>
        </pc:spChg>
        <pc:spChg chg="add mod">
          <ac:chgData name="Takeuchi, Koichiro" userId="b3848a05-443b-4434-8fa5-7398ca0c03c9" providerId="ADAL" clId="{CB223349-29E1-400D-B419-E90CA0AB3E89}" dt="2024-06-20T03:53:57.511" v="4636" actId="12789"/>
          <ac:spMkLst>
            <pc:docMk/>
            <pc:sldMk cId="2651279901" sldId="2147480820"/>
            <ac:spMk id="20" creationId="{BABF7057-DA21-C418-CF06-AB8856DF8158}"/>
          </ac:spMkLst>
        </pc:spChg>
        <pc:spChg chg="add mod">
          <ac:chgData name="Takeuchi, Koichiro" userId="b3848a05-443b-4434-8fa5-7398ca0c03c9" providerId="ADAL" clId="{CB223349-29E1-400D-B419-E90CA0AB3E89}" dt="2024-06-20T03:56:00.704" v="5004" actId="12789"/>
          <ac:spMkLst>
            <pc:docMk/>
            <pc:sldMk cId="2651279901" sldId="2147480820"/>
            <ac:spMk id="21" creationId="{427714C4-2813-303B-8EA8-C7BC307352E9}"/>
          </ac:spMkLst>
        </pc:spChg>
        <pc:spChg chg="add mod">
          <ac:chgData name="Takeuchi, Koichiro" userId="b3848a05-443b-4434-8fa5-7398ca0c03c9" providerId="ADAL" clId="{CB223349-29E1-400D-B419-E90CA0AB3E89}" dt="2024-06-20T03:56:34.916" v="5085" actId="20577"/>
          <ac:spMkLst>
            <pc:docMk/>
            <pc:sldMk cId="2651279901" sldId="2147480820"/>
            <ac:spMk id="22" creationId="{16FED767-720E-CBFA-8C0D-A46030E24CA1}"/>
          </ac:spMkLst>
        </pc:spChg>
        <pc:spChg chg="add mod">
          <ac:chgData name="Takeuchi, Koichiro" userId="b3848a05-443b-4434-8fa5-7398ca0c03c9" providerId="ADAL" clId="{CB223349-29E1-400D-B419-E90CA0AB3E89}" dt="2024-06-20T03:56:48.385" v="5089" actId="12789"/>
          <ac:spMkLst>
            <pc:docMk/>
            <pc:sldMk cId="2651279901" sldId="2147480820"/>
            <ac:spMk id="23" creationId="{1AAD1154-FA36-E802-AB4B-08412244FB06}"/>
          </ac:spMkLst>
        </pc:spChg>
        <pc:spChg chg="add mod">
          <ac:chgData name="Takeuchi, Koichiro" userId="b3848a05-443b-4434-8fa5-7398ca0c03c9" providerId="ADAL" clId="{CB223349-29E1-400D-B419-E90CA0AB3E89}" dt="2024-06-20T03:58:46.858" v="5269" actId="20577"/>
          <ac:spMkLst>
            <pc:docMk/>
            <pc:sldMk cId="2651279901" sldId="2147480820"/>
            <ac:spMk id="24" creationId="{14D8B22C-DCE4-3AE7-EB3E-217058D83650}"/>
          </ac:spMkLst>
        </pc:spChg>
        <pc:spChg chg="add mod">
          <ac:chgData name="Takeuchi, Koichiro" userId="b3848a05-443b-4434-8fa5-7398ca0c03c9" providerId="ADAL" clId="{CB223349-29E1-400D-B419-E90CA0AB3E89}" dt="2024-06-20T03:55:43.903" v="4999" actId="14100"/>
          <ac:spMkLst>
            <pc:docMk/>
            <pc:sldMk cId="2651279901" sldId="2147480820"/>
            <ac:spMk id="25" creationId="{B33E6508-CCFC-497B-9AF4-49634DE2BE16}"/>
          </ac:spMkLst>
        </pc:spChg>
        <pc:spChg chg="add del mod">
          <ac:chgData name="Takeuchi, Koichiro" userId="b3848a05-443b-4434-8fa5-7398ca0c03c9" providerId="ADAL" clId="{CB223349-29E1-400D-B419-E90CA0AB3E89}" dt="2024-06-20T03:59:24.816" v="5270" actId="478"/>
          <ac:spMkLst>
            <pc:docMk/>
            <pc:sldMk cId="2651279901" sldId="2147480820"/>
            <ac:spMk id="26" creationId="{10CDE368-3FD9-0EDC-0FC4-911B315098D3}"/>
          </ac:spMkLst>
        </pc:spChg>
        <pc:spChg chg="add mod">
          <ac:chgData name="Takeuchi, Koichiro" userId="b3848a05-443b-4434-8fa5-7398ca0c03c9" providerId="ADAL" clId="{CB223349-29E1-400D-B419-E90CA0AB3E89}" dt="2024-06-20T04:03:29.606" v="5481" actId="1076"/>
          <ac:spMkLst>
            <pc:docMk/>
            <pc:sldMk cId="2651279901" sldId="2147480820"/>
            <ac:spMk id="27" creationId="{9B6CA229-56C7-3A78-C876-0D4CE1BE1B49}"/>
          </ac:spMkLst>
        </pc:spChg>
      </pc:sldChg>
      <pc:sldChg chg="addSp delSp modSp add mod">
        <pc:chgData name="Takeuchi, Koichiro" userId="b3848a05-443b-4434-8fa5-7398ca0c03c9" providerId="ADAL" clId="{CB223349-29E1-400D-B419-E90CA0AB3E89}" dt="2024-06-20T04:13:58.838" v="6228" actId="14100"/>
        <pc:sldMkLst>
          <pc:docMk/>
          <pc:sldMk cId="1893746339" sldId="2147480821"/>
        </pc:sldMkLst>
        <pc:spChg chg="mod">
          <ac:chgData name="Takeuchi, Koichiro" userId="b3848a05-443b-4434-8fa5-7398ca0c03c9" providerId="ADAL" clId="{CB223349-29E1-400D-B419-E90CA0AB3E89}" dt="2024-06-20T04:06:10.374" v="5549" actId="20577"/>
          <ac:spMkLst>
            <pc:docMk/>
            <pc:sldMk cId="1893746339" sldId="2147480821"/>
            <ac:spMk id="2" creationId="{6773D6D6-FBBC-3EE2-F52D-C8260CCC2FD5}"/>
          </ac:spMkLst>
        </pc:spChg>
        <pc:spChg chg="del">
          <ac:chgData name="Takeuchi, Koichiro" userId="b3848a05-443b-4434-8fa5-7398ca0c03c9" providerId="ADAL" clId="{CB223349-29E1-400D-B419-E90CA0AB3E89}" dt="2024-06-20T04:05:06.045" v="5530" actId="478"/>
          <ac:spMkLst>
            <pc:docMk/>
            <pc:sldMk cId="1893746339" sldId="2147480821"/>
            <ac:spMk id="3" creationId="{07EE764C-2C89-9D5A-CAEB-FF8B33D0FE2A}"/>
          </ac:spMkLst>
        </pc:spChg>
        <pc:spChg chg="del">
          <ac:chgData name="Takeuchi, Koichiro" userId="b3848a05-443b-4434-8fa5-7398ca0c03c9" providerId="ADAL" clId="{CB223349-29E1-400D-B419-E90CA0AB3E89}" dt="2024-06-20T04:06:03.276" v="5534" actId="478"/>
          <ac:spMkLst>
            <pc:docMk/>
            <pc:sldMk cId="1893746339" sldId="2147480821"/>
            <ac:spMk id="4" creationId="{5EE5056A-D6E3-6545-93AF-4C28E0238760}"/>
          </ac:spMkLst>
        </pc:spChg>
        <pc:spChg chg="add del mod">
          <ac:chgData name="Takeuchi, Koichiro" userId="b3848a05-443b-4434-8fa5-7398ca0c03c9" providerId="ADAL" clId="{CB223349-29E1-400D-B419-E90CA0AB3E89}" dt="2024-06-20T04:05:09.925" v="5531" actId="478"/>
          <ac:spMkLst>
            <pc:docMk/>
            <pc:sldMk cId="1893746339" sldId="2147480821"/>
            <ac:spMk id="8" creationId="{059D0668-2482-0B80-6AD9-89BE2B174A0E}"/>
          </ac:spMkLst>
        </pc:spChg>
        <pc:spChg chg="add mod">
          <ac:chgData name="Takeuchi, Koichiro" userId="b3848a05-443b-4434-8fa5-7398ca0c03c9" providerId="ADAL" clId="{CB223349-29E1-400D-B419-E90CA0AB3E89}" dt="2024-06-20T04:05:24.127" v="5533"/>
          <ac:spMkLst>
            <pc:docMk/>
            <pc:sldMk cId="1893746339" sldId="2147480821"/>
            <ac:spMk id="10" creationId="{11BDC453-95DE-C968-3AF4-81AFDA34027A}"/>
          </ac:spMkLst>
        </pc:spChg>
        <pc:spChg chg="add mod">
          <ac:chgData name="Takeuchi, Koichiro" userId="b3848a05-443b-4434-8fa5-7398ca0c03c9" providerId="ADAL" clId="{CB223349-29E1-400D-B419-E90CA0AB3E89}" dt="2024-06-20T04:05:24.127" v="5533"/>
          <ac:spMkLst>
            <pc:docMk/>
            <pc:sldMk cId="1893746339" sldId="2147480821"/>
            <ac:spMk id="11" creationId="{3926318C-5337-ECE0-5DB0-45CBE5BD2061}"/>
          </ac:spMkLst>
        </pc:spChg>
        <pc:spChg chg="mod">
          <ac:chgData name="Takeuchi, Koichiro" userId="b3848a05-443b-4434-8fa5-7398ca0c03c9" providerId="ADAL" clId="{CB223349-29E1-400D-B419-E90CA0AB3E89}" dt="2024-06-20T04:06:13.244" v="5550"/>
          <ac:spMkLst>
            <pc:docMk/>
            <pc:sldMk cId="1893746339" sldId="2147480821"/>
            <ac:spMk id="13" creationId="{A61A0D45-35DB-D577-A4F8-253261187066}"/>
          </ac:spMkLst>
        </pc:spChg>
        <pc:spChg chg="mod">
          <ac:chgData name="Takeuchi, Koichiro" userId="b3848a05-443b-4434-8fa5-7398ca0c03c9" providerId="ADAL" clId="{CB223349-29E1-400D-B419-E90CA0AB3E89}" dt="2024-06-20T04:06:51.539" v="5590" actId="14100"/>
          <ac:spMkLst>
            <pc:docMk/>
            <pc:sldMk cId="1893746339" sldId="2147480821"/>
            <ac:spMk id="14" creationId="{34EF388C-5D0C-FB32-CEF5-9FECE2F25097}"/>
          </ac:spMkLst>
        </pc:spChg>
        <pc:spChg chg="del">
          <ac:chgData name="Takeuchi, Koichiro" userId="b3848a05-443b-4434-8fa5-7398ca0c03c9" providerId="ADAL" clId="{CB223349-29E1-400D-B419-E90CA0AB3E89}" dt="2024-06-20T04:05:12.783" v="5532" actId="478"/>
          <ac:spMkLst>
            <pc:docMk/>
            <pc:sldMk cId="1893746339" sldId="2147480821"/>
            <ac:spMk id="16" creationId="{4C08273A-49A8-F956-F9FF-38ED3061670A}"/>
          </ac:spMkLst>
        </pc:spChg>
        <pc:spChg chg="del">
          <ac:chgData name="Takeuchi, Koichiro" userId="b3848a05-443b-4434-8fa5-7398ca0c03c9" providerId="ADAL" clId="{CB223349-29E1-400D-B419-E90CA0AB3E89}" dt="2024-06-20T04:05:12.783" v="5532" actId="478"/>
          <ac:spMkLst>
            <pc:docMk/>
            <pc:sldMk cId="1893746339" sldId="2147480821"/>
            <ac:spMk id="17" creationId="{36CA6A0A-BE4D-D213-63A0-ED52BD19C887}"/>
          </ac:spMkLst>
        </pc:spChg>
        <pc:spChg chg="del">
          <ac:chgData name="Takeuchi, Koichiro" userId="b3848a05-443b-4434-8fa5-7398ca0c03c9" providerId="ADAL" clId="{CB223349-29E1-400D-B419-E90CA0AB3E89}" dt="2024-06-20T04:05:12.783" v="5532" actId="478"/>
          <ac:spMkLst>
            <pc:docMk/>
            <pc:sldMk cId="1893746339" sldId="2147480821"/>
            <ac:spMk id="18" creationId="{B90BE05D-6D14-5451-9345-2215853C7B00}"/>
          </ac:spMkLst>
        </pc:spChg>
        <pc:spChg chg="del">
          <ac:chgData name="Takeuchi, Koichiro" userId="b3848a05-443b-4434-8fa5-7398ca0c03c9" providerId="ADAL" clId="{CB223349-29E1-400D-B419-E90CA0AB3E89}" dt="2024-06-20T04:05:12.783" v="5532" actId="478"/>
          <ac:spMkLst>
            <pc:docMk/>
            <pc:sldMk cId="1893746339" sldId="2147480821"/>
            <ac:spMk id="19" creationId="{718AE84C-99CC-2757-5D9A-0BA7D6FF7D6C}"/>
          </ac:spMkLst>
        </pc:spChg>
        <pc:spChg chg="del">
          <ac:chgData name="Takeuchi, Koichiro" userId="b3848a05-443b-4434-8fa5-7398ca0c03c9" providerId="ADAL" clId="{CB223349-29E1-400D-B419-E90CA0AB3E89}" dt="2024-06-20T04:05:12.783" v="5532" actId="478"/>
          <ac:spMkLst>
            <pc:docMk/>
            <pc:sldMk cId="1893746339" sldId="2147480821"/>
            <ac:spMk id="20" creationId="{BABF7057-DA21-C418-CF06-AB8856DF8158}"/>
          </ac:spMkLst>
        </pc:spChg>
        <pc:spChg chg="del">
          <ac:chgData name="Takeuchi, Koichiro" userId="b3848a05-443b-4434-8fa5-7398ca0c03c9" providerId="ADAL" clId="{CB223349-29E1-400D-B419-E90CA0AB3E89}" dt="2024-06-20T04:05:12.783" v="5532" actId="478"/>
          <ac:spMkLst>
            <pc:docMk/>
            <pc:sldMk cId="1893746339" sldId="2147480821"/>
            <ac:spMk id="21" creationId="{427714C4-2813-303B-8EA8-C7BC307352E9}"/>
          </ac:spMkLst>
        </pc:spChg>
        <pc:spChg chg="del">
          <ac:chgData name="Takeuchi, Koichiro" userId="b3848a05-443b-4434-8fa5-7398ca0c03c9" providerId="ADAL" clId="{CB223349-29E1-400D-B419-E90CA0AB3E89}" dt="2024-06-20T04:05:12.783" v="5532" actId="478"/>
          <ac:spMkLst>
            <pc:docMk/>
            <pc:sldMk cId="1893746339" sldId="2147480821"/>
            <ac:spMk id="22" creationId="{16FED767-720E-CBFA-8C0D-A46030E24CA1}"/>
          </ac:spMkLst>
        </pc:spChg>
        <pc:spChg chg="del">
          <ac:chgData name="Takeuchi, Koichiro" userId="b3848a05-443b-4434-8fa5-7398ca0c03c9" providerId="ADAL" clId="{CB223349-29E1-400D-B419-E90CA0AB3E89}" dt="2024-06-20T04:05:12.783" v="5532" actId="478"/>
          <ac:spMkLst>
            <pc:docMk/>
            <pc:sldMk cId="1893746339" sldId="2147480821"/>
            <ac:spMk id="23" creationId="{1AAD1154-FA36-E802-AB4B-08412244FB06}"/>
          </ac:spMkLst>
        </pc:spChg>
        <pc:spChg chg="del">
          <ac:chgData name="Takeuchi, Koichiro" userId="b3848a05-443b-4434-8fa5-7398ca0c03c9" providerId="ADAL" clId="{CB223349-29E1-400D-B419-E90CA0AB3E89}" dt="2024-06-20T04:05:12.783" v="5532" actId="478"/>
          <ac:spMkLst>
            <pc:docMk/>
            <pc:sldMk cId="1893746339" sldId="2147480821"/>
            <ac:spMk id="24" creationId="{14D8B22C-DCE4-3AE7-EB3E-217058D83650}"/>
          </ac:spMkLst>
        </pc:spChg>
        <pc:spChg chg="del">
          <ac:chgData name="Takeuchi, Koichiro" userId="b3848a05-443b-4434-8fa5-7398ca0c03c9" providerId="ADAL" clId="{CB223349-29E1-400D-B419-E90CA0AB3E89}" dt="2024-06-20T04:05:12.783" v="5532" actId="478"/>
          <ac:spMkLst>
            <pc:docMk/>
            <pc:sldMk cId="1893746339" sldId="2147480821"/>
            <ac:spMk id="25" creationId="{B33E6508-CCFC-497B-9AF4-49634DE2BE16}"/>
          </ac:spMkLst>
        </pc:spChg>
        <pc:spChg chg="mod topLvl">
          <ac:chgData name="Takeuchi, Koichiro" userId="b3848a05-443b-4434-8fa5-7398ca0c03c9" providerId="ADAL" clId="{CB223349-29E1-400D-B419-E90CA0AB3E89}" dt="2024-06-20T04:09:40.826" v="5876" actId="164"/>
          <ac:spMkLst>
            <pc:docMk/>
            <pc:sldMk cId="1893746339" sldId="2147480821"/>
            <ac:spMk id="26" creationId="{DB164C8C-C05C-2275-C4CD-FFFC1A91D2AA}"/>
          </ac:spMkLst>
        </pc:spChg>
        <pc:spChg chg="del">
          <ac:chgData name="Takeuchi, Koichiro" userId="b3848a05-443b-4434-8fa5-7398ca0c03c9" providerId="ADAL" clId="{CB223349-29E1-400D-B419-E90CA0AB3E89}" dt="2024-06-20T04:05:12.783" v="5532" actId="478"/>
          <ac:spMkLst>
            <pc:docMk/>
            <pc:sldMk cId="1893746339" sldId="2147480821"/>
            <ac:spMk id="27" creationId="{9B6CA229-56C7-3A78-C876-0D4CE1BE1B49}"/>
          </ac:spMkLst>
        </pc:spChg>
        <pc:spChg chg="mod topLvl">
          <ac:chgData name="Takeuchi, Koichiro" userId="b3848a05-443b-4434-8fa5-7398ca0c03c9" providerId="ADAL" clId="{CB223349-29E1-400D-B419-E90CA0AB3E89}" dt="2024-06-20T04:09:40.826" v="5876" actId="164"/>
          <ac:spMkLst>
            <pc:docMk/>
            <pc:sldMk cId="1893746339" sldId="2147480821"/>
            <ac:spMk id="28" creationId="{DE1912D2-A8B7-196D-8C16-E7A8954495EB}"/>
          </ac:spMkLst>
        </pc:spChg>
        <pc:spChg chg="mod topLvl">
          <ac:chgData name="Takeuchi, Koichiro" userId="b3848a05-443b-4434-8fa5-7398ca0c03c9" providerId="ADAL" clId="{CB223349-29E1-400D-B419-E90CA0AB3E89}" dt="2024-06-20T04:09:39.649" v="5875" actId="164"/>
          <ac:spMkLst>
            <pc:docMk/>
            <pc:sldMk cId="1893746339" sldId="2147480821"/>
            <ac:spMk id="30" creationId="{8D391709-0CAF-60C0-1914-68E326F47D8F}"/>
          </ac:spMkLst>
        </pc:spChg>
        <pc:spChg chg="mod topLvl">
          <ac:chgData name="Takeuchi, Koichiro" userId="b3848a05-443b-4434-8fa5-7398ca0c03c9" providerId="ADAL" clId="{CB223349-29E1-400D-B419-E90CA0AB3E89}" dt="2024-06-20T04:11:37.261" v="5943" actId="113"/>
          <ac:spMkLst>
            <pc:docMk/>
            <pc:sldMk cId="1893746339" sldId="2147480821"/>
            <ac:spMk id="31" creationId="{BA251428-C707-C629-9F63-91FE15DDFDF9}"/>
          </ac:spMkLst>
        </pc:spChg>
        <pc:spChg chg="mod topLvl">
          <ac:chgData name="Takeuchi, Koichiro" userId="b3848a05-443b-4434-8fa5-7398ca0c03c9" providerId="ADAL" clId="{CB223349-29E1-400D-B419-E90CA0AB3E89}" dt="2024-06-20T04:09:38.226" v="5874" actId="164"/>
          <ac:spMkLst>
            <pc:docMk/>
            <pc:sldMk cId="1893746339" sldId="2147480821"/>
            <ac:spMk id="33" creationId="{30FA2BF0-A341-96A1-D985-6C18EF2310CE}"/>
          </ac:spMkLst>
        </pc:spChg>
        <pc:spChg chg="mod topLvl">
          <ac:chgData name="Takeuchi, Koichiro" userId="b3848a05-443b-4434-8fa5-7398ca0c03c9" providerId="ADAL" clId="{CB223349-29E1-400D-B419-E90CA0AB3E89}" dt="2024-06-20T04:09:38.226" v="5874" actId="164"/>
          <ac:spMkLst>
            <pc:docMk/>
            <pc:sldMk cId="1893746339" sldId="2147480821"/>
            <ac:spMk id="34" creationId="{292C09F4-B267-B029-DC3D-3C75467C88B8}"/>
          </ac:spMkLst>
        </pc:spChg>
        <pc:spChg chg="mod">
          <ac:chgData name="Takeuchi, Koichiro" userId="b3848a05-443b-4434-8fa5-7398ca0c03c9" providerId="ADAL" clId="{CB223349-29E1-400D-B419-E90CA0AB3E89}" dt="2024-06-20T04:10:27.879" v="5921" actId="20577"/>
          <ac:spMkLst>
            <pc:docMk/>
            <pc:sldMk cId="1893746339" sldId="2147480821"/>
            <ac:spMk id="36" creationId="{D7C21D3A-67B9-EFAE-5777-6B03AFFC674E}"/>
          </ac:spMkLst>
        </pc:spChg>
        <pc:spChg chg="mod">
          <ac:chgData name="Takeuchi, Koichiro" userId="b3848a05-443b-4434-8fa5-7398ca0c03c9" providerId="ADAL" clId="{CB223349-29E1-400D-B419-E90CA0AB3E89}" dt="2024-06-20T04:06:13.244" v="5550"/>
          <ac:spMkLst>
            <pc:docMk/>
            <pc:sldMk cId="1893746339" sldId="2147480821"/>
            <ac:spMk id="37" creationId="{DC67FB5E-E9D1-A3BA-C9E1-818F1F818D92}"/>
          </ac:spMkLst>
        </pc:spChg>
        <pc:spChg chg="mod">
          <ac:chgData name="Takeuchi, Koichiro" userId="b3848a05-443b-4434-8fa5-7398ca0c03c9" providerId="ADAL" clId="{CB223349-29E1-400D-B419-E90CA0AB3E89}" dt="2024-06-20T04:06:13.244" v="5550"/>
          <ac:spMkLst>
            <pc:docMk/>
            <pc:sldMk cId="1893746339" sldId="2147480821"/>
            <ac:spMk id="39" creationId="{34C47894-76E0-6CA7-0F21-8ECC1EA77833}"/>
          </ac:spMkLst>
        </pc:spChg>
        <pc:spChg chg="mod">
          <ac:chgData name="Takeuchi, Koichiro" userId="b3848a05-443b-4434-8fa5-7398ca0c03c9" providerId="ADAL" clId="{CB223349-29E1-400D-B419-E90CA0AB3E89}" dt="2024-06-20T04:06:13.244" v="5550"/>
          <ac:spMkLst>
            <pc:docMk/>
            <pc:sldMk cId="1893746339" sldId="2147480821"/>
            <ac:spMk id="40" creationId="{04C11DD0-9300-6909-A3DE-3A412836C9F5}"/>
          </ac:spMkLst>
        </pc:spChg>
        <pc:spChg chg="add del mod">
          <ac:chgData name="Takeuchi, Koichiro" userId="b3848a05-443b-4434-8fa5-7398ca0c03c9" providerId="ADAL" clId="{CB223349-29E1-400D-B419-E90CA0AB3E89}" dt="2024-06-20T04:06:27.082" v="5552" actId="478"/>
          <ac:spMkLst>
            <pc:docMk/>
            <pc:sldMk cId="1893746339" sldId="2147480821"/>
            <ac:spMk id="41" creationId="{97ECAF50-97F7-022C-CF10-60628EDF692C}"/>
          </ac:spMkLst>
        </pc:spChg>
        <pc:spChg chg="add del mod">
          <ac:chgData name="Takeuchi, Koichiro" userId="b3848a05-443b-4434-8fa5-7398ca0c03c9" providerId="ADAL" clId="{CB223349-29E1-400D-B419-E90CA0AB3E89}" dt="2024-06-20T04:06:27.082" v="5552" actId="478"/>
          <ac:spMkLst>
            <pc:docMk/>
            <pc:sldMk cId="1893746339" sldId="2147480821"/>
            <ac:spMk id="43" creationId="{17EB2ACF-5EC4-A1C8-DB41-FA8B6693DB3D}"/>
          </ac:spMkLst>
        </pc:spChg>
        <pc:spChg chg="add del mod">
          <ac:chgData name="Takeuchi, Koichiro" userId="b3848a05-443b-4434-8fa5-7398ca0c03c9" providerId="ADAL" clId="{CB223349-29E1-400D-B419-E90CA0AB3E89}" dt="2024-06-20T04:06:27.082" v="5552" actId="478"/>
          <ac:spMkLst>
            <pc:docMk/>
            <pc:sldMk cId="1893746339" sldId="2147480821"/>
            <ac:spMk id="45" creationId="{1030A8D6-FD02-AC83-6797-82B0D104003E}"/>
          </ac:spMkLst>
        </pc:spChg>
        <pc:spChg chg="add del mod">
          <ac:chgData name="Takeuchi, Koichiro" userId="b3848a05-443b-4434-8fa5-7398ca0c03c9" providerId="ADAL" clId="{CB223349-29E1-400D-B419-E90CA0AB3E89}" dt="2024-06-20T04:09:57.625" v="5881" actId="478"/>
          <ac:spMkLst>
            <pc:docMk/>
            <pc:sldMk cId="1893746339" sldId="2147480821"/>
            <ac:spMk id="47" creationId="{6AA969E7-B75E-DD51-37F0-B4ACD23E98CD}"/>
          </ac:spMkLst>
        </pc:spChg>
        <pc:spChg chg="add del mod">
          <ac:chgData name="Takeuchi, Koichiro" userId="b3848a05-443b-4434-8fa5-7398ca0c03c9" providerId="ADAL" clId="{CB223349-29E1-400D-B419-E90CA0AB3E89}" dt="2024-06-20T04:06:35.797" v="5554" actId="478"/>
          <ac:spMkLst>
            <pc:docMk/>
            <pc:sldMk cId="1893746339" sldId="2147480821"/>
            <ac:spMk id="49" creationId="{F8B183AE-41D7-F53C-EA89-A47E3FCB6C7B}"/>
          </ac:spMkLst>
        </pc:spChg>
        <pc:spChg chg="add del mod">
          <ac:chgData name="Takeuchi, Koichiro" userId="b3848a05-443b-4434-8fa5-7398ca0c03c9" providerId="ADAL" clId="{CB223349-29E1-400D-B419-E90CA0AB3E89}" dt="2024-06-20T04:06:31.815" v="5553" actId="478"/>
          <ac:spMkLst>
            <pc:docMk/>
            <pc:sldMk cId="1893746339" sldId="2147480821"/>
            <ac:spMk id="51" creationId="{E9631E20-480A-4A7E-6259-1EF97EB683F4}"/>
          </ac:spMkLst>
        </pc:spChg>
        <pc:spChg chg="add del mod">
          <ac:chgData name="Takeuchi, Koichiro" userId="b3848a05-443b-4434-8fa5-7398ca0c03c9" providerId="ADAL" clId="{CB223349-29E1-400D-B419-E90CA0AB3E89}" dt="2024-06-20T04:06:31.815" v="5553" actId="478"/>
          <ac:spMkLst>
            <pc:docMk/>
            <pc:sldMk cId="1893746339" sldId="2147480821"/>
            <ac:spMk id="53" creationId="{9AA35C45-2568-79EB-31CD-71C00A6BC7B6}"/>
          </ac:spMkLst>
        </pc:spChg>
        <pc:spChg chg="add del mod">
          <ac:chgData name="Takeuchi, Koichiro" userId="b3848a05-443b-4434-8fa5-7398ca0c03c9" providerId="ADAL" clId="{CB223349-29E1-400D-B419-E90CA0AB3E89}" dt="2024-06-20T04:10:16.800" v="5913" actId="478"/>
          <ac:spMkLst>
            <pc:docMk/>
            <pc:sldMk cId="1893746339" sldId="2147480821"/>
            <ac:spMk id="55" creationId="{CBF88DC7-E4D2-DD11-7C59-653DE1449327}"/>
          </ac:spMkLst>
        </pc:spChg>
        <pc:spChg chg="add mod">
          <ac:chgData name="Takeuchi, Koichiro" userId="b3848a05-443b-4434-8fa5-7398ca0c03c9" providerId="ADAL" clId="{CB223349-29E1-400D-B419-E90CA0AB3E89}" dt="2024-06-20T04:07:38.970" v="5619" actId="14100"/>
          <ac:spMkLst>
            <pc:docMk/>
            <pc:sldMk cId="1893746339" sldId="2147480821"/>
            <ac:spMk id="57" creationId="{DB93E31A-8906-B7AD-9D0B-E05778922043}"/>
          </ac:spMkLst>
        </pc:spChg>
        <pc:spChg chg="add mod">
          <ac:chgData name="Takeuchi, Koichiro" userId="b3848a05-443b-4434-8fa5-7398ca0c03c9" providerId="ADAL" clId="{CB223349-29E1-400D-B419-E90CA0AB3E89}" dt="2024-06-20T04:08:36.277" v="5794" actId="1037"/>
          <ac:spMkLst>
            <pc:docMk/>
            <pc:sldMk cId="1893746339" sldId="2147480821"/>
            <ac:spMk id="58" creationId="{14E207EF-A96F-26F1-BADE-908FD601434B}"/>
          </ac:spMkLst>
        </pc:spChg>
        <pc:spChg chg="add mod">
          <ac:chgData name="Takeuchi, Koichiro" userId="b3848a05-443b-4434-8fa5-7398ca0c03c9" providerId="ADAL" clId="{CB223349-29E1-400D-B419-E90CA0AB3E89}" dt="2024-06-20T04:12:14.549" v="5993" actId="14100"/>
          <ac:spMkLst>
            <pc:docMk/>
            <pc:sldMk cId="1893746339" sldId="2147480821"/>
            <ac:spMk id="79" creationId="{BCD22273-24E4-835D-C809-402809125B1B}"/>
          </ac:spMkLst>
        </pc:spChg>
        <pc:spChg chg="add mod">
          <ac:chgData name="Takeuchi, Koichiro" userId="b3848a05-443b-4434-8fa5-7398ca0c03c9" providerId="ADAL" clId="{CB223349-29E1-400D-B419-E90CA0AB3E89}" dt="2024-06-20T04:12:51.136" v="6034" actId="20577"/>
          <ac:spMkLst>
            <pc:docMk/>
            <pc:sldMk cId="1893746339" sldId="2147480821"/>
            <ac:spMk id="82" creationId="{A349E4FA-5E44-9B06-4AE8-77DE7D934DBD}"/>
          </ac:spMkLst>
        </pc:spChg>
        <pc:spChg chg="add mod">
          <ac:chgData name="Takeuchi, Koichiro" userId="b3848a05-443b-4434-8fa5-7398ca0c03c9" providerId="ADAL" clId="{CB223349-29E1-400D-B419-E90CA0AB3E89}" dt="2024-06-20T04:13:16.055" v="6093" actId="20577"/>
          <ac:spMkLst>
            <pc:docMk/>
            <pc:sldMk cId="1893746339" sldId="2147480821"/>
            <ac:spMk id="86" creationId="{A5BD3B82-F0BA-A709-D655-318F6A95A239}"/>
          </ac:spMkLst>
        </pc:spChg>
        <pc:spChg chg="add mod">
          <ac:chgData name="Takeuchi, Koichiro" userId="b3848a05-443b-4434-8fa5-7398ca0c03c9" providerId="ADAL" clId="{CB223349-29E1-400D-B419-E90CA0AB3E89}" dt="2024-06-20T04:13:51.156" v="6225" actId="14100"/>
          <ac:spMkLst>
            <pc:docMk/>
            <pc:sldMk cId="1893746339" sldId="2147480821"/>
            <ac:spMk id="89" creationId="{571663E2-C0D2-BDF6-917F-F01987C397E5}"/>
          </ac:spMkLst>
        </pc:spChg>
        <pc:grpChg chg="add mod">
          <ac:chgData name="Takeuchi, Koichiro" userId="b3848a05-443b-4434-8fa5-7398ca0c03c9" providerId="ADAL" clId="{CB223349-29E1-400D-B419-E90CA0AB3E89}" dt="2024-06-20T04:10:32.710" v="5922" actId="12788"/>
          <ac:grpSpMkLst>
            <pc:docMk/>
            <pc:sldMk cId="1893746339" sldId="2147480821"/>
            <ac:grpSpMk id="12" creationId="{0F368D00-096E-CE4C-3B34-E46469058135}"/>
          </ac:grpSpMkLst>
        </pc:grpChg>
        <pc:grpChg chg="add del mod">
          <ac:chgData name="Takeuchi, Koichiro" userId="b3848a05-443b-4434-8fa5-7398ca0c03c9" providerId="ADAL" clId="{CB223349-29E1-400D-B419-E90CA0AB3E89}" dt="2024-06-20T04:09:29.255" v="5870" actId="165"/>
          <ac:grpSpMkLst>
            <pc:docMk/>
            <pc:sldMk cId="1893746339" sldId="2147480821"/>
            <ac:grpSpMk id="15" creationId="{AE83C852-6301-C82C-7AE8-00699B5F023E}"/>
          </ac:grpSpMkLst>
        </pc:grpChg>
        <pc:grpChg chg="add del mod">
          <ac:chgData name="Takeuchi, Koichiro" userId="b3848a05-443b-4434-8fa5-7398ca0c03c9" providerId="ADAL" clId="{CB223349-29E1-400D-B419-E90CA0AB3E89}" dt="2024-06-20T04:09:24.740" v="5868" actId="165"/>
          <ac:grpSpMkLst>
            <pc:docMk/>
            <pc:sldMk cId="1893746339" sldId="2147480821"/>
            <ac:grpSpMk id="29" creationId="{B0EE9ACA-89E1-9DF9-EB26-D32A9E63B654}"/>
          </ac:grpSpMkLst>
        </pc:grpChg>
        <pc:grpChg chg="add del mod">
          <ac:chgData name="Takeuchi, Koichiro" userId="b3848a05-443b-4434-8fa5-7398ca0c03c9" providerId="ADAL" clId="{CB223349-29E1-400D-B419-E90CA0AB3E89}" dt="2024-06-20T04:09:12.629" v="5864" actId="165"/>
          <ac:grpSpMkLst>
            <pc:docMk/>
            <pc:sldMk cId="1893746339" sldId="2147480821"/>
            <ac:grpSpMk id="32" creationId="{0BDF451D-1755-DC1B-9781-4F2FE66E4F68}"/>
          </ac:grpSpMkLst>
        </pc:grpChg>
        <pc:grpChg chg="add mod">
          <ac:chgData name="Takeuchi, Koichiro" userId="b3848a05-443b-4434-8fa5-7398ca0c03c9" providerId="ADAL" clId="{CB223349-29E1-400D-B419-E90CA0AB3E89}" dt="2024-06-20T04:10:39.372" v="5924" actId="164"/>
          <ac:grpSpMkLst>
            <pc:docMk/>
            <pc:sldMk cId="1893746339" sldId="2147480821"/>
            <ac:grpSpMk id="35" creationId="{CF5B3AFC-F58B-6225-274D-33676506F60F}"/>
          </ac:grpSpMkLst>
        </pc:grpChg>
        <pc:grpChg chg="add mod">
          <ac:chgData name="Takeuchi, Koichiro" userId="b3848a05-443b-4434-8fa5-7398ca0c03c9" providerId="ADAL" clId="{CB223349-29E1-400D-B419-E90CA0AB3E89}" dt="2024-06-20T04:10:39.372" v="5924" actId="164"/>
          <ac:grpSpMkLst>
            <pc:docMk/>
            <pc:sldMk cId="1893746339" sldId="2147480821"/>
            <ac:grpSpMk id="38" creationId="{45416343-BC28-1091-82B5-B32CADD32CBD}"/>
          </ac:grpSpMkLst>
        </pc:grpChg>
        <pc:grpChg chg="add mod">
          <ac:chgData name="Takeuchi, Koichiro" userId="b3848a05-443b-4434-8fa5-7398ca0c03c9" providerId="ADAL" clId="{CB223349-29E1-400D-B419-E90CA0AB3E89}" dt="2024-06-20T04:09:48.866" v="5879" actId="164"/>
          <ac:grpSpMkLst>
            <pc:docMk/>
            <pc:sldMk cId="1893746339" sldId="2147480821"/>
            <ac:grpSpMk id="59" creationId="{3967C81B-EC18-62E2-7C0C-103877508720}"/>
          </ac:grpSpMkLst>
        </pc:grpChg>
        <pc:grpChg chg="add mod">
          <ac:chgData name="Takeuchi, Koichiro" userId="b3848a05-443b-4434-8fa5-7398ca0c03c9" providerId="ADAL" clId="{CB223349-29E1-400D-B419-E90CA0AB3E89}" dt="2024-06-20T04:09:48.866" v="5879" actId="164"/>
          <ac:grpSpMkLst>
            <pc:docMk/>
            <pc:sldMk cId="1893746339" sldId="2147480821"/>
            <ac:grpSpMk id="60" creationId="{C8D4ECDB-3215-7676-E8A0-119D6C86A1BA}"/>
          </ac:grpSpMkLst>
        </pc:grpChg>
        <pc:grpChg chg="add mod">
          <ac:chgData name="Takeuchi, Koichiro" userId="b3848a05-443b-4434-8fa5-7398ca0c03c9" providerId="ADAL" clId="{CB223349-29E1-400D-B419-E90CA0AB3E89}" dt="2024-06-20T04:09:48.866" v="5879" actId="164"/>
          <ac:grpSpMkLst>
            <pc:docMk/>
            <pc:sldMk cId="1893746339" sldId="2147480821"/>
            <ac:grpSpMk id="61" creationId="{3C3B6F98-3CAF-D86C-8794-B3A0791654D2}"/>
          </ac:grpSpMkLst>
        </pc:grpChg>
        <pc:grpChg chg="add mod">
          <ac:chgData name="Takeuchi, Koichiro" userId="b3848a05-443b-4434-8fa5-7398ca0c03c9" providerId="ADAL" clId="{CB223349-29E1-400D-B419-E90CA0AB3E89}" dt="2024-06-20T04:10:36.347" v="5923" actId="12788"/>
          <ac:grpSpMkLst>
            <pc:docMk/>
            <pc:sldMk cId="1893746339" sldId="2147480821"/>
            <ac:grpSpMk id="62" creationId="{6BCFDABF-C444-33BC-2CE7-7AF9B24DB18B}"/>
          </ac:grpSpMkLst>
        </pc:grpChg>
        <pc:grpChg chg="add mod">
          <ac:chgData name="Takeuchi, Koichiro" userId="b3848a05-443b-4434-8fa5-7398ca0c03c9" providerId="ADAL" clId="{CB223349-29E1-400D-B419-E90CA0AB3E89}" dt="2024-06-20T04:10:40.881" v="5925" actId="12788"/>
          <ac:grpSpMkLst>
            <pc:docMk/>
            <pc:sldMk cId="1893746339" sldId="2147480821"/>
            <ac:grpSpMk id="63" creationId="{E8F9543C-9F85-F2AA-E2EA-BFCEC1057E33}"/>
          </ac:grpSpMkLst>
        </pc:grpChg>
        <pc:picChg chg="add mod">
          <ac:chgData name="Takeuchi, Koichiro" userId="b3848a05-443b-4434-8fa5-7398ca0c03c9" providerId="ADAL" clId="{CB223349-29E1-400D-B419-E90CA0AB3E89}" dt="2024-06-20T04:05:24.127" v="5533"/>
          <ac:picMkLst>
            <pc:docMk/>
            <pc:sldMk cId="1893746339" sldId="2147480821"/>
            <ac:picMk id="9" creationId="{5DE1C007-4E23-4542-2639-EC45DDCFA609}"/>
          </ac:picMkLst>
        </pc:picChg>
        <pc:cxnChg chg="add del mod">
          <ac:chgData name="Takeuchi, Koichiro" userId="b3848a05-443b-4434-8fa5-7398ca0c03c9" providerId="ADAL" clId="{CB223349-29E1-400D-B419-E90CA0AB3E89}" dt="2024-06-20T04:06:27.082" v="5552" actId="478"/>
          <ac:cxnSpMkLst>
            <pc:docMk/>
            <pc:sldMk cId="1893746339" sldId="2147480821"/>
            <ac:cxnSpMk id="42" creationId="{2CA2B76F-3E7B-527D-8515-0039B3FA378D}"/>
          </ac:cxnSpMkLst>
        </pc:cxnChg>
        <pc:cxnChg chg="add del mod">
          <ac:chgData name="Takeuchi, Koichiro" userId="b3848a05-443b-4434-8fa5-7398ca0c03c9" providerId="ADAL" clId="{CB223349-29E1-400D-B419-E90CA0AB3E89}" dt="2024-06-20T04:06:27.082" v="5552" actId="478"/>
          <ac:cxnSpMkLst>
            <pc:docMk/>
            <pc:sldMk cId="1893746339" sldId="2147480821"/>
            <ac:cxnSpMk id="44" creationId="{690602EB-DC43-3986-0A75-DA315B262B91}"/>
          </ac:cxnSpMkLst>
        </pc:cxnChg>
        <pc:cxnChg chg="add del mod">
          <ac:chgData name="Takeuchi, Koichiro" userId="b3848a05-443b-4434-8fa5-7398ca0c03c9" providerId="ADAL" clId="{CB223349-29E1-400D-B419-E90CA0AB3E89}" dt="2024-06-20T04:06:27.082" v="5552" actId="478"/>
          <ac:cxnSpMkLst>
            <pc:docMk/>
            <pc:sldMk cId="1893746339" sldId="2147480821"/>
            <ac:cxnSpMk id="46" creationId="{0E3D1F90-412A-E8FF-DA81-AB75685176F8}"/>
          </ac:cxnSpMkLst>
        </pc:cxnChg>
        <pc:cxnChg chg="add del mod">
          <ac:chgData name="Takeuchi, Koichiro" userId="b3848a05-443b-4434-8fa5-7398ca0c03c9" providerId="ADAL" clId="{CB223349-29E1-400D-B419-E90CA0AB3E89}" dt="2024-06-20T04:09:57.625" v="5881" actId="478"/>
          <ac:cxnSpMkLst>
            <pc:docMk/>
            <pc:sldMk cId="1893746339" sldId="2147480821"/>
            <ac:cxnSpMk id="48" creationId="{3786D75E-CD60-3254-4840-95190626648F}"/>
          </ac:cxnSpMkLst>
        </pc:cxnChg>
        <pc:cxnChg chg="add del mod">
          <ac:chgData name="Takeuchi, Koichiro" userId="b3848a05-443b-4434-8fa5-7398ca0c03c9" providerId="ADAL" clId="{CB223349-29E1-400D-B419-E90CA0AB3E89}" dt="2024-06-20T04:06:35.797" v="5554" actId="478"/>
          <ac:cxnSpMkLst>
            <pc:docMk/>
            <pc:sldMk cId="1893746339" sldId="2147480821"/>
            <ac:cxnSpMk id="50" creationId="{5F2BFE2D-E70E-8C4A-AAFA-079502C7209E}"/>
          </ac:cxnSpMkLst>
        </pc:cxnChg>
        <pc:cxnChg chg="add del mod">
          <ac:chgData name="Takeuchi, Koichiro" userId="b3848a05-443b-4434-8fa5-7398ca0c03c9" providerId="ADAL" clId="{CB223349-29E1-400D-B419-E90CA0AB3E89}" dt="2024-06-20T04:06:31.815" v="5553" actId="478"/>
          <ac:cxnSpMkLst>
            <pc:docMk/>
            <pc:sldMk cId="1893746339" sldId="2147480821"/>
            <ac:cxnSpMk id="52" creationId="{95496DE2-11DF-5642-53EE-4918E140CC83}"/>
          </ac:cxnSpMkLst>
        </pc:cxnChg>
        <pc:cxnChg chg="add del mod">
          <ac:chgData name="Takeuchi, Koichiro" userId="b3848a05-443b-4434-8fa5-7398ca0c03c9" providerId="ADAL" clId="{CB223349-29E1-400D-B419-E90CA0AB3E89}" dt="2024-06-20T04:06:31.815" v="5553" actId="478"/>
          <ac:cxnSpMkLst>
            <pc:docMk/>
            <pc:sldMk cId="1893746339" sldId="2147480821"/>
            <ac:cxnSpMk id="54" creationId="{554B885E-58EE-7AB6-DDDE-3B688F103DD2}"/>
          </ac:cxnSpMkLst>
        </pc:cxnChg>
        <pc:cxnChg chg="add del mod">
          <ac:chgData name="Takeuchi, Koichiro" userId="b3848a05-443b-4434-8fa5-7398ca0c03c9" providerId="ADAL" clId="{CB223349-29E1-400D-B419-E90CA0AB3E89}" dt="2024-06-20T04:10:16.800" v="5913" actId="478"/>
          <ac:cxnSpMkLst>
            <pc:docMk/>
            <pc:sldMk cId="1893746339" sldId="2147480821"/>
            <ac:cxnSpMk id="56" creationId="{572A0F43-01B3-1D76-7512-5C9F9FA4C66C}"/>
          </ac:cxnSpMkLst>
        </pc:cxnChg>
        <pc:cxnChg chg="add">
          <ac:chgData name="Takeuchi, Koichiro" userId="b3848a05-443b-4434-8fa5-7398ca0c03c9" providerId="ADAL" clId="{CB223349-29E1-400D-B419-E90CA0AB3E89}" dt="2024-06-20T04:10:54.867" v="5926" actId="11529"/>
          <ac:cxnSpMkLst>
            <pc:docMk/>
            <pc:sldMk cId="1893746339" sldId="2147480821"/>
            <ac:cxnSpMk id="65" creationId="{AD49BB89-D907-AA1F-EFC2-3D32661F8F57}"/>
          </ac:cxnSpMkLst>
        </pc:cxnChg>
        <pc:cxnChg chg="add mod">
          <ac:chgData name="Takeuchi, Koichiro" userId="b3848a05-443b-4434-8fa5-7398ca0c03c9" providerId="ADAL" clId="{CB223349-29E1-400D-B419-E90CA0AB3E89}" dt="2024-06-20T04:10:59.534" v="5929" actId="14100"/>
          <ac:cxnSpMkLst>
            <pc:docMk/>
            <pc:sldMk cId="1893746339" sldId="2147480821"/>
            <ac:cxnSpMk id="66" creationId="{AD165A5C-BDD2-4F81-8D76-BE7579354A60}"/>
          </ac:cxnSpMkLst>
        </pc:cxnChg>
        <pc:cxnChg chg="add mod">
          <ac:chgData name="Takeuchi, Koichiro" userId="b3848a05-443b-4434-8fa5-7398ca0c03c9" providerId="ADAL" clId="{CB223349-29E1-400D-B419-E90CA0AB3E89}" dt="2024-06-20T04:11:05.495" v="5932" actId="14100"/>
          <ac:cxnSpMkLst>
            <pc:docMk/>
            <pc:sldMk cId="1893746339" sldId="2147480821"/>
            <ac:cxnSpMk id="69" creationId="{CF3F2D4B-4CAB-2913-691C-785F06F59C6B}"/>
          </ac:cxnSpMkLst>
        </pc:cxnChg>
        <pc:cxnChg chg="add mod">
          <ac:chgData name="Takeuchi, Koichiro" userId="b3848a05-443b-4434-8fa5-7398ca0c03c9" providerId="ADAL" clId="{CB223349-29E1-400D-B419-E90CA0AB3E89}" dt="2024-06-20T04:11:14.309" v="5936" actId="14100"/>
          <ac:cxnSpMkLst>
            <pc:docMk/>
            <pc:sldMk cId="1893746339" sldId="2147480821"/>
            <ac:cxnSpMk id="72" creationId="{C0275373-A890-F909-3F8F-44C297F4ED3E}"/>
          </ac:cxnSpMkLst>
        </pc:cxnChg>
        <pc:cxnChg chg="add mod">
          <ac:chgData name="Takeuchi, Koichiro" userId="b3848a05-443b-4434-8fa5-7398ca0c03c9" providerId="ADAL" clId="{CB223349-29E1-400D-B419-E90CA0AB3E89}" dt="2024-06-20T04:11:19.028" v="5939" actId="14100"/>
          <ac:cxnSpMkLst>
            <pc:docMk/>
            <pc:sldMk cId="1893746339" sldId="2147480821"/>
            <ac:cxnSpMk id="76" creationId="{E4489E18-0CAC-21DC-D771-19A473400CEF}"/>
          </ac:cxnSpMkLst>
        </pc:cxnChg>
        <pc:cxnChg chg="add mod">
          <ac:chgData name="Takeuchi, Koichiro" userId="b3848a05-443b-4434-8fa5-7398ca0c03c9" providerId="ADAL" clId="{CB223349-29E1-400D-B419-E90CA0AB3E89}" dt="2024-06-20T04:12:35.094" v="5999" actId="14100"/>
          <ac:cxnSpMkLst>
            <pc:docMk/>
            <pc:sldMk cId="1893746339" sldId="2147480821"/>
            <ac:cxnSpMk id="80" creationId="{5C8F5460-2F5F-B46E-F849-C1BA286371C2}"/>
          </ac:cxnSpMkLst>
        </pc:cxnChg>
        <pc:cxnChg chg="add mod">
          <ac:chgData name="Takeuchi, Koichiro" userId="b3848a05-443b-4434-8fa5-7398ca0c03c9" providerId="ADAL" clId="{CB223349-29E1-400D-B419-E90CA0AB3E89}" dt="2024-06-20T04:12:57.606" v="6037" actId="14100"/>
          <ac:cxnSpMkLst>
            <pc:docMk/>
            <pc:sldMk cId="1893746339" sldId="2147480821"/>
            <ac:cxnSpMk id="83" creationId="{39D2DAA4-D84A-C78B-125B-EB3DF2AF494E}"/>
          </ac:cxnSpMkLst>
        </pc:cxnChg>
        <pc:cxnChg chg="add mod">
          <ac:chgData name="Takeuchi, Koichiro" userId="b3848a05-443b-4434-8fa5-7398ca0c03c9" providerId="ADAL" clId="{CB223349-29E1-400D-B419-E90CA0AB3E89}" dt="2024-06-20T04:13:23.207" v="6096" actId="14100"/>
          <ac:cxnSpMkLst>
            <pc:docMk/>
            <pc:sldMk cId="1893746339" sldId="2147480821"/>
            <ac:cxnSpMk id="87" creationId="{DFB8B033-618C-DD13-32A4-063745C2A4B0}"/>
          </ac:cxnSpMkLst>
        </pc:cxnChg>
        <pc:cxnChg chg="add mod">
          <ac:chgData name="Takeuchi, Koichiro" userId="b3848a05-443b-4434-8fa5-7398ca0c03c9" providerId="ADAL" clId="{CB223349-29E1-400D-B419-E90CA0AB3E89}" dt="2024-06-20T04:13:58.838" v="6228" actId="14100"/>
          <ac:cxnSpMkLst>
            <pc:docMk/>
            <pc:sldMk cId="1893746339" sldId="2147480821"/>
            <ac:cxnSpMk id="90" creationId="{626F2EDA-678B-C9CC-8E9D-2A824B7B5CBA}"/>
          </ac:cxnSpMkLst>
        </pc:cxnChg>
      </pc:sldChg>
      <pc:sldChg chg="addSp delSp modSp new mod">
        <pc:chgData name="Takeuchi, Koichiro" userId="b3848a05-443b-4434-8fa5-7398ca0c03c9" providerId="ADAL" clId="{CB223349-29E1-400D-B419-E90CA0AB3E89}" dt="2024-06-20T04:18:55.483" v="6325" actId="12788"/>
        <pc:sldMkLst>
          <pc:docMk/>
          <pc:sldMk cId="4135958825" sldId="2147480822"/>
        </pc:sldMkLst>
        <pc:spChg chg="mod">
          <ac:chgData name="Takeuchi, Koichiro" userId="b3848a05-443b-4434-8fa5-7398ca0c03c9" providerId="ADAL" clId="{CB223349-29E1-400D-B419-E90CA0AB3E89}" dt="2024-06-20T04:18:42.130" v="6300" actId="20577"/>
          <ac:spMkLst>
            <pc:docMk/>
            <pc:sldMk cId="4135958825" sldId="2147480822"/>
            <ac:spMk id="2" creationId="{1BBCF16B-B591-E922-E594-2E87EAADFBF5}"/>
          </ac:spMkLst>
        </pc:spChg>
        <pc:spChg chg="del">
          <ac:chgData name="Takeuchi, Koichiro" userId="b3848a05-443b-4434-8fa5-7398ca0c03c9" providerId="ADAL" clId="{CB223349-29E1-400D-B419-E90CA0AB3E89}" dt="2024-06-20T04:18:06.521" v="6230" actId="478"/>
          <ac:spMkLst>
            <pc:docMk/>
            <pc:sldMk cId="4135958825" sldId="2147480822"/>
            <ac:spMk id="3" creationId="{359C7521-848F-9F6E-FF01-356DFD5C2D0E}"/>
          </ac:spMkLst>
        </pc:spChg>
        <pc:picChg chg="add mod">
          <ac:chgData name="Takeuchi, Koichiro" userId="b3848a05-443b-4434-8fa5-7398ca0c03c9" providerId="ADAL" clId="{CB223349-29E1-400D-B419-E90CA0AB3E89}" dt="2024-06-20T04:18:55.483" v="6325" actId="12788"/>
          <ac:picMkLst>
            <pc:docMk/>
            <pc:sldMk cId="4135958825" sldId="2147480822"/>
            <ac:picMk id="8" creationId="{3C455565-A480-2BEB-3663-544AE263D635}"/>
          </ac:picMkLst>
        </pc:picChg>
      </pc:sldChg>
      <pc:sldChg chg="modSp add mod">
        <pc:chgData name="Takeuchi, Koichiro" userId="b3848a05-443b-4434-8fa5-7398ca0c03c9" providerId="ADAL" clId="{CB223349-29E1-400D-B419-E90CA0AB3E89}" dt="2024-06-20T04:34:52.429" v="6938" actId="20577"/>
        <pc:sldMkLst>
          <pc:docMk/>
          <pc:sldMk cId="982874196" sldId="2147480823"/>
        </pc:sldMkLst>
        <pc:spChg chg="mod">
          <ac:chgData name="Takeuchi, Koichiro" userId="b3848a05-443b-4434-8fa5-7398ca0c03c9" providerId="ADAL" clId="{CB223349-29E1-400D-B419-E90CA0AB3E89}" dt="2024-06-20T04:21:27.544" v="6510" actId="1035"/>
          <ac:spMkLst>
            <pc:docMk/>
            <pc:sldMk cId="982874196" sldId="2147480823"/>
            <ac:spMk id="3" creationId="{B5E6072F-7729-76F7-2DA0-373762A10571}"/>
          </ac:spMkLst>
        </pc:spChg>
        <pc:spChg chg="mod">
          <ac:chgData name="Takeuchi, Koichiro" userId="b3848a05-443b-4434-8fa5-7398ca0c03c9" providerId="ADAL" clId="{CB223349-29E1-400D-B419-E90CA0AB3E89}" dt="2024-06-20T04:34:52.429" v="6938" actId="20577"/>
          <ac:spMkLst>
            <pc:docMk/>
            <pc:sldMk cId="982874196" sldId="2147480823"/>
            <ac:spMk id="7" creationId="{4C331423-D31E-54C6-B603-3A2DCE7DE991}"/>
          </ac:spMkLst>
        </pc:spChg>
      </pc:sldChg>
      <pc:sldChg chg="addSp delSp modSp new mod">
        <pc:chgData name="Takeuchi, Koichiro" userId="b3848a05-443b-4434-8fa5-7398ca0c03c9" providerId="ADAL" clId="{CB223349-29E1-400D-B419-E90CA0AB3E89}" dt="2024-06-20T04:34:19.775" v="6903" actId="20577"/>
        <pc:sldMkLst>
          <pc:docMk/>
          <pc:sldMk cId="1281262462" sldId="2147480824"/>
        </pc:sldMkLst>
        <pc:spChg chg="mod">
          <ac:chgData name="Takeuchi, Koichiro" userId="b3848a05-443b-4434-8fa5-7398ca0c03c9" providerId="ADAL" clId="{CB223349-29E1-400D-B419-E90CA0AB3E89}" dt="2024-06-20T04:32:29.337" v="6546" actId="255"/>
          <ac:spMkLst>
            <pc:docMk/>
            <pc:sldMk cId="1281262462" sldId="2147480824"/>
            <ac:spMk id="2" creationId="{DE1B0F54-6069-27E5-FD60-B823E9F06049}"/>
          </ac:spMkLst>
        </pc:spChg>
        <pc:spChg chg="del">
          <ac:chgData name="Takeuchi, Koichiro" userId="b3848a05-443b-4434-8fa5-7398ca0c03c9" providerId="ADAL" clId="{CB223349-29E1-400D-B419-E90CA0AB3E89}" dt="2024-06-20T04:32:39.616" v="6548" actId="478"/>
          <ac:spMkLst>
            <pc:docMk/>
            <pc:sldMk cId="1281262462" sldId="2147480824"/>
            <ac:spMk id="3" creationId="{F9C520F5-F30C-222E-31A1-9E636A8D1E17}"/>
          </ac:spMkLst>
        </pc:spChg>
        <pc:spChg chg="del">
          <ac:chgData name="Takeuchi, Koichiro" userId="b3848a05-443b-4434-8fa5-7398ca0c03c9" providerId="ADAL" clId="{CB223349-29E1-400D-B419-E90CA0AB3E89}" dt="2024-06-20T04:32:35.601" v="6547" actId="478"/>
          <ac:spMkLst>
            <pc:docMk/>
            <pc:sldMk cId="1281262462" sldId="2147480824"/>
            <ac:spMk id="4" creationId="{ACFE8492-A75E-5FFF-2755-C75384B1211C}"/>
          </ac:spMkLst>
        </pc:spChg>
        <pc:spChg chg="add mod">
          <ac:chgData name="Takeuchi, Koichiro" userId="b3848a05-443b-4434-8fa5-7398ca0c03c9" providerId="ADAL" clId="{CB223349-29E1-400D-B419-E90CA0AB3E89}" dt="2024-06-20T04:34:19.775" v="6903" actId="20577"/>
          <ac:spMkLst>
            <pc:docMk/>
            <pc:sldMk cId="1281262462" sldId="2147480824"/>
            <ac:spMk id="9" creationId="{5266863F-C8D1-3AEB-0EDC-891262C12E40}"/>
          </ac:spMkLst>
        </pc:spChg>
        <pc:picChg chg="add mod">
          <ac:chgData name="Takeuchi, Koichiro" userId="b3848a05-443b-4434-8fa5-7398ca0c03c9" providerId="ADAL" clId="{CB223349-29E1-400D-B419-E90CA0AB3E89}" dt="2024-06-20T04:32:08.096" v="6524" actId="1035"/>
          <ac:picMkLst>
            <pc:docMk/>
            <pc:sldMk cId="1281262462" sldId="2147480824"/>
            <ac:picMk id="8" creationId="{F8E4A922-783D-9F68-146B-1521064CCD75}"/>
          </ac:picMkLst>
        </pc:picChg>
      </pc:sldChg>
      <pc:sldChg chg="modSp add mod">
        <pc:chgData name="Takeuchi, Koichiro" userId="b3848a05-443b-4434-8fa5-7398ca0c03c9" providerId="ADAL" clId="{CB223349-29E1-400D-B419-E90CA0AB3E89}" dt="2024-06-20T04:34:47.881" v="6931" actId="20577"/>
        <pc:sldMkLst>
          <pc:docMk/>
          <pc:sldMk cId="1860587498" sldId="2147480825"/>
        </pc:sldMkLst>
        <pc:spChg chg="mod">
          <ac:chgData name="Takeuchi, Koichiro" userId="b3848a05-443b-4434-8fa5-7398ca0c03c9" providerId="ADAL" clId="{CB223349-29E1-400D-B419-E90CA0AB3E89}" dt="2024-06-20T04:34:44.648" v="6924" actId="1035"/>
          <ac:spMkLst>
            <pc:docMk/>
            <pc:sldMk cId="1860587498" sldId="2147480825"/>
            <ac:spMk id="3" creationId="{B5E6072F-7729-76F7-2DA0-373762A10571}"/>
          </ac:spMkLst>
        </pc:spChg>
        <pc:spChg chg="mod">
          <ac:chgData name="Takeuchi, Koichiro" userId="b3848a05-443b-4434-8fa5-7398ca0c03c9" providerId="ADAL" clId="{CB223349-29E1-400D-B419-E90CA0AB3E89}" dt="2024-06-20T04:34:47.881" v="6931" actId="20577"/>
          <ac:spMkLst>
            <pc:docMk/>
            <pc:sldMk cId="1860587498" sldId="2147480825"/>
            <ac:spMk id="7" creationId="{4C331423-D31E-54C6-B603-3A2DCE7DE991}"/>
          </ac:spMkLst>
        </pc:spChg>
      </pc:sldChg>
      <pc:sldChg chg="addSp delSp modSp new mod">
        <pc:chgData name="Takeuchi, Koichiro" userId="b3848a05-443b-4434-8fa5-7398ca0c03c9" providerId="ADAL" clId="{CB223349-29E1-400D-B419-E90CA0AB3E89}" dt="2024-06-20T04:48:29.852" v="7694" actId="948"/>
        <pc:sldMkLst>
          <pc:docMk/>
          <pc:sldMk cId="2654425851" sldId="2147480826"/>
        </pc:sldMkLst>
        <pc:spChg chg="mod">
          <ac:chgData name="Takeuchi, Koichiro" userId="b3848a05-443b-4434-8fa5-7398ca0c03c9" providerId="ADAL" clId="{CB223349-29E1-400D-B419-E90CA0AB3E89}" dt="2024-06-20T04:39:13.049" v="7031" actId="404"/>
          <ac:spMkLst>
            <pc:docMk/>
            <pc:sldMk cId="2654425851" sldId="2147480826"/>
            <ac:spMk id="2" creationId="{C48FEF3C-FDEA-5C42-6201-82A2ADF1F5CC}"/>
          </ac:spMkLst>
        </pc:spChg>
        <pc:spChg chg="mod">
          <ac:chgData name="Takeuchi, Koichiro" userId="b3848a05-443b-4434-8fa5-7398ca0c03c9" providerId="ADAL" clId="{CB223349-29E1-400D-B419-E90CA0AB3E89}" dt="2024-06-20T04:40:00.326" v="7209" actId="20577"/>
          <ac:spMkLst>
            <pc:docMk/>
            <pc:sldMk cId="2654425851" sldId="2147480826"/>
            <ac:spMk id="3" creationId="{8F0E7406-6785-D4F2-079F-F71C63FACC58}"/>
          </ac:spMkLst>
        </pc:spChg>
        <pc:spChg chg="add del mod">
          <ac:chgData name="Takeuchi, Koichiro" userId="b3848a05-443b-4434-8fa5-7398ca0c03c9" providerId="ADAL" clId="{CB223349-29E1-400D-B419-E90CA0AB3E89}" dt="2024-06-20T04:40:03.273" v="7210" actId="478"/>
          <ac:spMkLst>
            <pc:docMk/>
            <pc:sldMk cId="2654425851" sldId="2147480826"/>
            <ac:spMk id="7" creationId="{13942DAC-C138-18F0-6745-E708556712CB}"/>
          </ac:spMkLst>
        </pc:spChg>
        <pc:spChg chg="add mod">
          <ac:chgData name="Takeuchi, Koichiro" userId="b3848a05-443b-4434-8fa5-7398ca0c03c9" providerId="ADAL" clId="{CB223349-29E1-400D-B419-E90CA0AB3E89}" dt="2024-06-20T04:40:49.633" v="7211"/>
          <ac:spMkLst>
            <pc:docMk/>
            <pc:sldMk cId="2654425851" sldId="2147480826"/>
            <ac:spMk id="8" creationId="{AEE3E8D9-2850-C13C-C18A-74AF840208B8}"/>
          </ac:spMkLst>
        </pc:spChg>
        <pc:spChg chg="add mod">
          <ac:chgData name="Takeuchi, Koichiro" userId="b3848a05-443b-4434-8fa5-7398ca0c03c9" providerId="ADAL" clId="{CB223349-29E1-400D-B419-E90CA0AB3E89}" dt="2024-06-20T04:48:29.852" v="7694" actId="948"/>
          <ac:spMkLst>
            <pc:docMk/>
            <pc:sldMk cId="2654425851" sldId="2147480826"/>
            <ac:spMk id="9" creationId="{0F43399E-64F5-49DB-5661-038B37BF014F}"/>
          </ac:spMkLst>
        </pc:spChg>
        <pc:picChg chg="add mod">
          <ac:chgData name="Takeuchi, Koichiro" userId="b3848a05-443b-4434-8fa5-7398ca0c03c9" providerId="ADAL" clId="{CB223349-29E1-400D-B419-E90CA0AB3E89}" dt="2024-06-20T04:48:01.562" v="7691" actId="1076"/>
          <ac:picMkLst>
            <pc:docMk/>
            <pc:sldMk cId="2654425851" sldId="2147480826"/>
            <ac:picMk id="10" creationId="{46A36C21-B699-6A72-390D-C310FE15CD91}"/>
          </ac:picMkLst>
        </pc:picChg>
      </pc:sldChg>
      <pc:sldChg chg="delSp add mod">
        <pc:chgData name="Takeuchi, Koichiro" userId="b3848a05-443b-4434-8fa5-7398ca0c03c9" providerId="ADAL" clId="{CB223349-29E1-400D-B419-E90CA0AB3E89}" dt="2024-06-20T05:29:37.816" v="7835" actId="478"/>
        <pc:sldMkLst>
          <pc:docMk/>
          <pc:sldMk cId="3882822137" sldId="2147480827"/>
        </pc:sldMkLst>
        <pc:spChg chg="del">
          <ac:chgData name="Takeuchi, Koichiro" userId="b3848a05-443b-4434-8fa5-7398ca0c03c9" providerId="ADAL" clId="{CB223349-29E1-400D-B419-E90CA0AB3E89}" dt="2024-06-20T05:29:37.816" v="7835" actId="478"/>
          <ac:spMkLst>
            <pc:docMk/>
            <pc:sldMk cId="3882822137" sldId="2147480827"/>
            <ac:spMk id="75" creationId="{259D5601-F7A4-9E37-5B38-041897564AC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D25FFA-04D6-4E43-8CAB-8F9E96954BCF}" type="datetimeFigureOut">
              <a:rPr kumimoji="1" lang="ja-JP" altLang="en-US" smtClean="0"/>
              <a:t>2026/3/12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26EB9A-E095-4C20-A56C-1F5F53DBB951}" type="slidenum">
              <a:rPr kumimoji="1" lang="ja-JP" altLang="en-US" smtClean="0"/>
              <a:t>‹#›</a:t>
            </a:fld>
            <a:endParaRPr kumimoji="1" lang="ja-JP" altLang="en-US"/>
          </a:p>
        </p:txBody>
      </p:sp>
    </p:spTree>
    <p:extLst>
      <p:ext uri="{BB962C8B-B14F-4D97-AF65-F5344CB8AC3E}">
        <p14:creationId xmlns:p14="http://schemas.microsoft.com/office/powerpoint/2010/main" val="413336669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tags" Target="../tags/tag4.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1.emf"/><Relationship Id="rId6"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slideMaster" Target="../slideMasters/slideMaster1.xml"/><Relationship Id="rId4" Type="http://schemas.openxmlformats.org/officeDocument/2006/relationships/oleObject" Target="../embeddings/oleObject3.bin"/><Relationship Id="rId5" Type="http://schemas.openxmlformats.org/officeDocument/2006/relationships/image" Target="../media/image6.emf"/><Relationship Id="rId6"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emf"/><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8.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hite3+Image">
    <p:bg>
      <p:bgRef idx="1001">
        <a:schemeClr val="bg1"/>
      </p:bgRef>
    </p:bg>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8789632" cy="1769720"/>
          </a:xfrm>
          <a:prstGeom prst="rect">
            <a:avLst/>
          </a:prstGeom>
        </p:spPr>
        <p:txBody>
          <a:bodyPr anchor="b"/>
          <a:lstStyle>
            <a:lvl1pPr algn="l">
              <a:lnSpc>
                <a:spcPct val="90000"/>
              </a:lnSpc>
              <a:defRPr sz="4800">
                <a:solidFill>
                  <a:schemeClr val="tx1"/>
                </a:solidFill>
              </a:defRPr>
            </a:lvl1pPr>
          </a:lstStyle>
          <a:p>
            <a:r>
              <a:rPr lang="en-US" dirty="0"/>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7653290" cy="1092845"/>
          </a:xfrm>
          <a:prstGeom prst="rect">
            <a:avLst/>
          </a:prstGeom>
        </p:spPr>
        <p:txBody>
          <a:bodyPr/>
          <a:lstStyle>
            <a:lvl1pPr marL="0" indent="0" algn="l">
              <a:lnSpc>
                <a:spcPct val="90000"/>
              </a:lnSpc>
              <a:spcAft>
                <a:spcPts val="0"/>
              </a:spcAft>
              <a:buNone/>
              <a:defRPr sz="2400" b="0" i="0" spc="0">
                <a:solidFill>
                  <a:schemeClr val="tx1"/>
                </a:solidFill>
                <a:latin typeface="Meiryo UI" panose="020B0604030504040204" pitchFamily="50" charset="-128"/>
                <a:ea typeface="Meiryo UI"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a:prstGeom prst="rect">
            <a:avLst/>
          </a:prstGeom>
        </p:spPr>
        <p:txBody>
          <a:bodyPr/>
          <a:lstStyle>
            <a:lvl1pPr marL="0" indent="0" algn="l" defTabSz="914400" rtl="0" eaLnBrk="1" latinLnBrk="0" hangingPunct="1">
              <a:spcAft>
                <a:spcPts val="0"/>
              </a:spcAft>
              <a:buNone/>
              <a:defRPr lang="en-US" sz="1400" b="0" kern="1200" dirty="0" smtClean="0">
                <a:solidFill>
                  <a:schemeClr val="tx1"/>
                </a:solidFill>
                <a:latin typeface="Meiryo UI" panose="020B0604030504040204" pitchFamily="50" charset="-128"/>
                <a:ea typeface="Meiryo UI" panose="020B0604030504040204" pitchFamily="50" charset="-128"/>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eiryo UI" panose="020B0604030504040204" pitchFamily="50" charset="-128"/>
                <a:ea typeface="Meiryo UI" panose="020B0604030504040204" pitchFamily="50" charset="-128"/>
                <a:cs typeface="+mn-cs"/>
              </a:defRPr>
            </a:lvl1pPr>
          </a:lstStyle>
          <a:p>
            <a:endParaRPr lang="ja-JP" altLang="en-US" dirty="0">
              <a:latin typeface="Meiryo UI" panose="020B0604030504040204" pitchFamily="50" charset="-128"/>
              <a:ea typeface="Meiryo UI" panose="020B0604030504040204" pitchFamily="50" charset="-128"/>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2636" y="382725"/>
            <a:ext cx="641502" cy="704088"/>
          </a:xfrm>
          <a:prstGeom prst="rect">
            <a:avLst/>
          </a:prstGeom>
        </p:spPr>
      </p:pic>
      <p:pic>
        <p:nvPicPr>
          <p:cNvPr id="2" name="図 1" descr="挿絵 が含まれている画像&#10;&#10;自動的に生成された説明">
            <a:extLst>
              <a:ext uri="{FF2B5EF4-FFF2-40B4-BE49-F238E27FC236}">
                <a16:creationId xmlns:a16="http://schemas.microsoft.com/office/drawing/2014/main" id="{17190BCB-160E-4CDD-0B45-62CCCDD7670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95300" y="5765459"/>
            <a:ext cx="1959851" cy="516690"/>
          </a:xfrm>
          <a:prstGeom prst="rect">
            <a:avLst/>
          </a:prstGeom>
        </p:spPr>
      </p:pic>
    </p:spTree>
    <p:extLst>
      <p:ext uri="{BB962C8B-B14F-4D97-AF65-F5344CB8AC3E}">
        <p14:creationId xmlns:p14="http://schemas.microsoft.com/office/powerpoint/2010/main" val="9050507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hort Headline and 1 Column">
    <p:spTree>
      <p:nvGrpSpPr>
        <p:cNvPr id="1" name=""/>
        <p:cNvGrpSpPr/>
        <p:nvPr/>
      </p:nvGrpSpPr>
      <p:grpSpPr>
        <a:xfrm>
          <a:off x="0" y="0"/>
          <a:ext cx="0" cy="0"/>
          <a:chOff x="0" y="0"/>
          <a:chExt cx="0" cy="0"/>
        </a:xfrm>
      </p:grpSpPr>
      <p:sp>
        <p:nvSpPr>
          <p:cNvPr id="6" name="Content Placeholder 5"/>
          <p:cNvSpPr>
            <a:spLocks noGrp="1"/>
          </p:cNvSpPr>
          <p:nvPr>
            <p:ph sz="quarter" idx="18"/>
          </p:nvPr>
        </p:nvSpPr>
        <p:spPr>
          <a:xfrm>
            <a:off x="381000" y="993126"/>
            <a:ext cx="10912747" cy="1604740"/>
          </a:xfrm>
        </p:spPr>
        <p:txBody>
          <a:bodyPr>
            <a:normAutofit/>
          </a:bodyPr>
          <a:lstStyle>
            <a:lvl1pPr>
              <a:defRPr sz="1999" b="0">
                <a:solidFill>
                  <a:schemeClr val="tx1">
                    <a:lumMod val="75000"/>
                    <a:lumOff val="25000"/>
                  </a:schemeClr>
                </a:solidFill>
              </a:defRPr>
            </a:lvl1pPr>
            <a:lvl2pPr>
              <a:defRPr sz="1800">
                <a:solidFill>
                  <a:schemeClr val="tx1">
                    <a:lumMod val="75000"/>
                    <a:lumOff val="25000"/>
                  </a:schemeClr>
                </a:solidFill>
              </a:defRPr>
            </a:lvl2pPr>
            <a:lvl3pPr marL="514302" indent="-230166">
              <a:buFont typeface="Graphik" panose="020B0503030202060203" pitchFamily="34" charset="0"/>
              <a:buChar char="–"/>
              <a:defRPr sz="1400">
                <a:solidFill>
                  <a:schemeClr val="tx1">
                    <a:lumMod val="75000"/>
                    <a:lumOff val="25000"/>
                  </a:schemeClr>
                </a:solidFill>
              </a:defRPr>
            </a:lvl3pPr>
            <a:lvl5pPr marL="857167" indent="-177784">
              <a:buFont typeface="Graphik" panose="020B0503030202060203" pitchFamily="34" charset="0"/>
              <a:buChar char="–"/>
              <a:defRPr/>
            </a:lvl5pPr>
          </a:lstStyle>
          <a:p>
            <a:pPr lvl="0"/>
            <a:r>
              <a:rPr lang="en-US" dirty="0"/>
              <a:t>Edit Master text styles</a:t>
            </a:r>
          </a:p>
          <a:p>
            <a:pPr lvl="1"/>
            <a:r>
              <a:rPr lang="en-US" dirty="0"/>
              <a:t>Second level</a:t>
            </a:r>
          </a:p>
          <a:p>
            <a:pPr lvl="2"/>
            <a:r>
              <a:rPr lang="en-US" dirty="0"/>
              <a:t>Third level</a:t>
            </a:r>
          </a:p>
        </p:txBody>
      </p:sp>
      <p:sp>
        <p:nvSpPr>
          <p:cNvPr id="11" name="Title 10"/>
          <p:cNvSpPr>
            <a:spLocks noGrp="1"/>
          </p:cNvSpPr>
          <p:nvPr>
            <p:ph type="title"/>
          </p:nvPr>
        </p:nvSpPr>
        <p:spPr>
          <a:xfrm>
            <a:off x="380999" y="381000"/>
            <a:ext cx="11494089" cy="545512"/>
          </a:xfrm>
        </p:spPr>
        <p:txBody>
          <a:bodyPr>
            <a:normAutofit/>
          </a:bodyPr>
          <a:lstStyle>
            <a:lvl1pPr>
              <a:defRPr sz="3600" b="1"/>
            </a:lvl1pPr>
          </a:lstStyle>
          <a:p>
            <a:r>
              <a:rPr lang="en-US" dirty="0"/>
              <a:t>Click to edit Master title style</a:t>
            </a:r>
          </a:p>
        </p:txBody>
      </p:sp>
      <p:sp>
        <p:nvSpPr>
          <p:cNvPr id="3" name="Footer Placeholder 2"/>
          <p:cNvSpPr>
            <a:spLocks noGrp="1"/>
          </p:cNvSpPr>
          <p:nvPr>
            <p:ph type="ftr" sz="quarter" idx="20"/>
          </p:nvPr>
        </p:nvSpPr>
        <p:spPr/>
        <p:txBody>
          <a:bodyPr/>
          <a:lstStyle/>
          <a:p>
            <a:r>
              <a:rPr lang="en-US" dirty="0"/>
              <a:t>Copyright © 20</a:t>
            </a:r>
            <a:r>
              <a:rPr lang="en-US" altLang="ja-JP" dirty="0"/>
              <a:t>26</a:t>
            </a:r>
            <a:r>
              <a:rPr lang="en-US" dirty="0"/>
              <a:t> Accenture. All rights reserved.</a:t>
            </a:r>
          </a:p>
        </p:txBody>
      </p:sp>
      <p:sp>
        <p:nvSpPr>
          <p:cNvPr id="4" name="Slide Number Placeholder 3"/>
          <p:cNvSpPr>
            <a:spLocks noGrp="1"/>
          </p:cNvSpPr>
          <p:nvPr>
            <p:ph type="sldNum" sz="quarter" idx="21"/>
          </p:nvPr>
        </p:nvSpPr>
        <p:spPr/>
        <p:txBody>
          <a:bodyPr/>
          <a:lstStyle/>
          <a:p>
            <a:fld id="{4F9AC08D-23A9-440E-BCB9-AA1E9877CC38}" type="slidenum">
              <a:rPr lang="en-US" smtClean="0"/>
              <a:pPr/>
              <a:t>‹#›</a:t>
            </a:fld>
            <a:endParaRPr lang="en-US"/>
          </a:p>
        </p:txBody>
      </p:sp>
      <p:pic>
        <p:nvPicPr>
          <p:cNvPr id="2" name="Picture 23" descr="Acc_GT_Solid_P1_RGB.png">
            <a:extLst>
              <a:ext uri="{FF2B5EF4-FFF2-40B4-BE49-F238E27FC236}">
                <a16:creationId xmlns:a16="http://schemas.microsoft.com/office/drawing/2014/main" id="{DC371967-DB4D-A895-196C-FB4DAE54ED77}"/>
              </a:ext>
            </a:extLst>
          </p:cNvPr>
          <p:cNvPicPr>
            <a:picLocks noChangeAspect="1"/>
          </p:cNvPicPr>
          <p:nvPr userDrawn="1"/>
        </p:nvPicPr>
        <p:blipFill>
          <a:blip r:embed="rId2"/>
          <a:stretch>
            <a:fillRect/>
          </a:stretch>
        </p:blipFill>
        <p:spPr>
          <a:xfrm>
            <a:off x="561601" y="6384000"/>
            <a:ext cx="183295" cy="201128"/>
          </a:xfrm>
          <a:prstGeom prst="rect">
            <a:avLst/>
          </a:prstGeom>
        </p:spPr>
      </p:pic>
    </p:spTree>
    <p:extLst>
      <p:ext uri="{BB962C8B-B14F-4D97-AF65-F5344CB8AC3E}">
        <p14:creationId xmlns:p14="http://schemas.microsoft.com/office/powerpoint/2010/main" val="225954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Blank - Light">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9A03948D-E884-41CC-B043-B627FCBF6B42}"/>
              </a:ext>
            </a:extLst>
          </p:cNvPr>
          <p:cNvGraphicFramePr>
            <a:graphicFrameLocks noChangeAspect="1"/>
          </p:cNvGraphicFramePr>
          <p:nvPr userDrawn="1">
            <p:custDataLst>
              <p:tags r:id="rId1"/>
            </p:custDataLst>
            <p:extLst>
              <p:ext uri="{D42A27DB-BD31-4B8C-83A1-F6EECF244321}">
                <p14:modId xmlns:p14="http://schemas.microsoft.com/office/powerpoint/2010/main" val="3733856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4" name="オブジェクト 3" hidden="1">
                        <a:extLst>
                          <a:ext uri="{FF2B5EF4-FFF2-40B4-BE49-F238E27FC236}">
                            <a16:creationId xmlns:a16="http://schemas.microsoft.com/office/drawing/2014/main" id="{9A03948D-E884-41CC-B043-B627FCBF6B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B696379C-6F57-45A8-A934-16883A72ED37}"/>
              </a:ext>
            </a:extLst>
          </p:cNvPr>
          <p:cNvSpPr/>
          <p:nvPr userDrawn="1">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GB" altLang="ja-JP" sz="3600" b="1" i="0" baseline="0" err="1">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1"/>
            <a:ext cx="11430000" cy="435429"/>
          </a:xfrm>
        </p:spPr>
        <p:txBody>
          <a:bodyPr anchor="ctr">
            <a:normAutofit/>
          </a:bodyPr>
          <a:lstStyle>
            <a:lvl1pPr>
              <a:defRPr sz="2800" cap="none" baseline="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1pPr>
          </a:lstStyle>
          <a:p>
            <a:r>
              <a:rPr lang="en-GB" dirty="0"/>
              <a:t>Place headline here (28pt, min 26pt)</a:t>
            </a:r>
            <a:endParaRPr lang="en-US" dirty="0"/>
          </a:p>
        </p:txBody>
      </p:sp>
      <p:sp>
        <p:nvSpPr>
          <p:cNvPr id="7" name="テキスト プレースホルダー 6">
            <a:extLst>
              <a:ext uri="{FF2B5EF4-FFF2-40B4-BE49-F238E27FC236}">
                <a16:creationId xmlns:a16="http://schemas.microsoft.com/office/drawing/2014/main" id="{9B06FFC7-D274-4E2D-BA29-31E425A92317}"/>
              </a:ext>
            </a:extLst>
          </p:cNvPr>
          <p:cNvSpPr>
            <a:spLocks noGrp="1"/>
          </p:cNvSpPr>
          <p:nvPr>
            <p:ph type="body" sz="quarter" idx="10"/>
          </p:nvPr>
        </p:nvSpPr>
        <p:spPr>
          <a:xfrm>
            <a:off x="381002" y="794588"/>
            <a:ext cx="11429999" cy="636814"/>
          </a:xfrm>
        </p:spPr>
        <p:txBody>
          <a:bodyPr>
            <a:noAutofit/>
          </a:bodyPr>
          <a:lstStyle>
            <a:lvl1pPr>
              <a:lnSpc>
                <a:spcPct val="100000"/>
              </a:lnSpc>
              <a:spcBef>
                <a:spcPts val="0"/>
              </a:spcBef>
              <a:spcAft>
                <a:spcPts val="600"/>
              </a:spcAft>
              <a:defRPr sz="1800" b="0">
                <a:latin typeface="Meiryo UI" panose="020B0604030504040204" pitchFamily="50" charset="-128"/>
                <a:ea typeface="Meiryo UI" panose="020B0604030504040204" pitchFamily="50" charset="-128"/>
              </a:defRPr>
            </a:lvl1pPr>
            <a:lvl2pPr>
              <a:lnSpc>
                <a:spcPct val="100000"/>
              </a:lnSpc>
              <a:spcBef>
                <a:spcPts val="0"/>
              </a:spcBef>
              <a:spcAft>
                <a:spcPts val="600"/>
              </a:spcAft>
              <a:defRPr sz="1800" b="0">
                <a:latin typeface="Meiryo UI" panose="020B0604030504040204" pitchFamily="50" charset="-128"/>
                <a:ea typeface="Meiryo UI" panose="020B0604030504040204" pitchFamily="50" charset="-128"/>
              </a:defRPr>
            </a:lvl2pPr>
            <a:lvl3pPr>
              <a:lnSpc>
                <a:spcPct val="100000"/>
              </a:lnSpc>
              <a:spcBef>
                <a:spcPts val="0"/>
              </a:spcBef>
              <a:spcAft>
                <a:spcPts val="600"/>
              </a:spcAft>
              <a:defRPr sz="1800" b="0">
                <a:latin typeface="Meiryo UI" panose="020B0604030504040204" pitchFamily="50" charset="-128"/>
                <a:ea typeface="Meiryo UI" panose="020B0604030504040204" pitchFamily="50" charset="-128"/>
              </a:defRPr>
            </a:lvl3pPr>
            <a:lvl4pPr>
              <a:lnSpc>
                <a:spcPct val="100000"/>
              </a:lnSpc>
              <a:spcBef>
                <a:spcPts val="0"/>
              </a:spcBef>
              <a:spcAft>
                <a:spcPts val="600"/>
              </a:spcAft>
              <a:defRPr sz="1800" b="0">
                <a:latin typeface="Meiryo UI" panose="020B0604030504040204" pitchFamily="50" charset="-128"/>
                <a:ea typeface="Meiryo UI" panose="020B0604030504040204" pitchFamily="50" charset="-128"/>
              </a:defRPr>
            </a:lvl4pPr>
            <a:lvl5pPr>
              <a:lnSpc>
                <a:spcPct val="100000"/>
              </a:lnSpc>
              <a:spcBef>
                <a:spcPts val="0"/>
              </a:spcBef>
              <a:spcAft>
                <a:spcPts val="600"/>
              </a:spcAft>
              <a:defRPr sz="1800" b="0">
                <a:latin typeface="Meiryo UI" panose="020B0604030504040204" pitchFamily="50" charset="-128"/>
                <a:ea typeface="Meiryo UI" panose="020B0604030504040204"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2" name="テキスト プレースホルダー 11">
            <a:extLst>
              <a:ext uri="{FF2B5EF4-FFF2-40B4-BE49-F238E27FC236}">
                <a16:creationId xmlns:a16="http://schemas.microsoft.com/office/drawing/2014/main" id="{CFAD8BFD-4EF7-448C-8F60-3144611F0CD5}"/>
              </a:ext>
            </a:extLst>
          </p:cNvPr>
          <p:cNvSpPr>
            <a:spLocks noGrp="1"/>
          </p:cNvSpPr>
          <p:nvPr>
            <p:ph type="body" sz="quarter" idx="11"/>
          </p:nvPr>
        </p:nvSpPr>
        <p:spPr>
          <a:xfrm>
            <a:off x="381000" y="74525"/>
            <a:ext cx="11430000" cy="251049"/>
          </a:xfrm>
        </p:spPr>
        <p:txBody>
          <a:bodyPr/>
          <a:lstStyle>
            <a:lvl1pPr>
              <a:defRPr sz="1400" b="1"/>
            </a:lvl1pPr>
          </a:lstStyle>
          <a:p>
            <a:pPr lvl="0"/>
            <a:endParaRPr kumimoji="1" lang="ja-JP" altLang="en-US" dirty="0"/>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r>
              <a:rPr lang="en-US" dirty="0"/>
              <a:t>Copyright © 20</a:t>
            </a:r>
            <a:r>
              <a:rPr lang="en-US" altLang="ja-JP" dirty="0"/>
              <a:t>26</a:t>
            </a:r>
            <a:r>
              <a:rPr lang="en-US" dirty="0"/>
              <a:t>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fld id="{4F9AC08D-23A9-440E-BCB9-AA1E9877CC38}" type="slidenum">
              <a:rPr lang="en-US" smtClean="0"/>
              <a:pPr/>
              <a:t>‹#›</a:t>
            </a:fld>
            <a:endParaRPr lang="en-US"/>
          </a:p>
        </p:txBody>
      </p:sp>
      <p:pic>
        <p:nvPicPr>
          <p:cNvPr id="5" name="Picture 23" descr="Acc_GT_Solid_P1_RGB.png">
            <a:extLst>
              <a:ext uri="{FF2B5EF4-FFF2-40B4-BE49-F238E27FC236}">
                <a16:creationId xmlns:a16="http://schemas.microsoft.com/office/drawing/2014/main" id="{FE501BB6-E90F-0B0E-900E-3D0C219E01B7}"/>
              </a:ext>
            </a:extLst>
          </p:cNvPr>
          <p:cNvPicPr>
            <a:picLocks noChangeAspect="1"/>
          </p:cNvPicPr>
          <p:nvPr userDrawn="1"/>
        </p:nvPicPr>
        <p:blipFill>
          <a:blip r:embed="rId6"/>
          <a:stretch>
            <a:fillRect/>
          </a:stretch>
        </p:blipFill>
        <p:spPr>
          <a:xfrm>
            <a:off x="561601" y="6384000"/>
            <a:ext cx="183295" cy="201128"/>
          </a:xfrm>
          <a:prstGeom prst="rect">
            <a:avLst/>
          </a:prstGeom>
        </p:spPr>
      </p:pic>
    </p:spTree>
    <p:extLst>
      <p:ext uri="{BB962C8B-B14F-4D97-AF65-F5344CB8AC3E}">
        <p14:creationId xmlns:p14="http://schemas.microsoft.com/office/powerpoint/2010/main" val="2726529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hort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495301"/>
            <a:ext cx="11430000" cy="800100"/>
          </a:xfrm>
        </p:spPr>
        <p:txBody>
          <a:bodyPr/>
          <a:lstStyle>
            <a:lvl1pPr>
              <a:defRPr sz="2800"/>
            </a:lvl1pPr>
          </a:lstStyle>
          <a:p>
            <a:r>
              <a:rPr lang="en-GB" dirty="0"/>
              <a:t>Place headline here (28pt, min 26pt)</a:t>
            </a:r>
            <a:endParaRPr lang="en-US" dirty="0"/>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906300"/>
            <a:ext cx="11430000" cy="384048"/>
          </a:xfrm>
        </p:spPr>
        <p:txBody>
          <a:bodyPr anchor="t"/>
          <a:lstStyle>
            <a:lvl1pPr marL="0" indent="0">
              <a:spcAft>
                <a:spcPts val="0"/>
              </a:spcAft>
              <a:buNone/>
              <a:defRPr sz="2000">
                <a:solidFill>
                  <a:schemeClr val="accent1"/>
                </a:solidFill>
                <a:latin typeface="Meiryo UI" panose="020B0604030504040204" pitchFamily="50" charset="-128"/>
                <a:ea typeface="Meiryo UI" panose="020B0604030504040204" pitchFamily="50" charset="-128"/>
              </a:defRPr>
            </a:lvl1pPr>
          </a:lstStyle>
          <a:p>
            <a:pPr lvl="0"/>
            <a:r>
              <a:rPr lang="en-GB" dirty="0"/>
              <a:t>Place subtitle here in GT Sectra Fine </a:t>
            </a:r>
            <a:r>
              <a:rPr lang="en-GB" dirty="0" err="1"/>
              <a:t>Rg</a:t>
            </a:r>
            <a:r>
              <a:rPr lang="en-GB" dirty="0"/>
              <a:t> 20pt</a:t>
            </a:r>
            <a:endParaRPr lang="en-US" dirty="0"/>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defTabSz="228583">
              <a:spcAft>
                <a:spcPts val="1200"/>
              </a:spcAft>
              <a:defRPr/>
            </a:pPr>
            <a:r>
              <a:rPr lang="en-GB" dirty="0"/>
              <a:t>Copyright © 2026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1F90F471-3972-4120-B8B3-0237DE626C35}" type="slidenum">
              <a:rPr lang="en-US" smtClean="0"/>
              <a:pPr/>
              <a:t>‹#›</a:t>
            </a:fld>
            <a:endParaRPr lang="en-US"/>
          </a:p>
        </p:txBody>
      </p:sp>
      <p:pic>
        <p:nvPicPr>
          <p:cNvPr id="5" name="Picture 23" descr="Acc_GT_Solid_P1_RGB.png">
            <a:extLst>
              <a:ext uri="{FF2B5EF4-FFF2-40B4-BE49-F238E27FC236}">
                <a16:creationId xmlns:a16="http://schemas.microsoft.com/office/drawing/2014/main" id="{714AC074-3DE4-1B94-4350-7FDABB338DE0}"/>
              </a:ext>
            </a:extLst>
          </p:cNvPr>
          <p:cNvPicPr>
            <a:picLocks noChangeAspect="1"/>
          </p:cNvPicPr>
          <p:nvPr userDrawn="1"/>
        </p:nvPicPr>
        <p:blipFill>
          <a:blip r:embed="rId2"/>
          <a:stretch>
            <a:fillRect/>
          </a:stretch>
        </p:blipFill>
        <p:spPr>
          <a:xfrm>
            <a:off x="561601" y="6384000"/>
            <a:ext cx="183295" cy="201128"/>
          </a:xfrm>
          <a:prstGeom prst="rect">
            <a:avLst/>
          </a:prstGeom>
        </p:spPr>
      </p:pic>
    </p:spTree>
    <p:extLst>
      <p:ext uri="{BB962C8B-B14F-4D97-AF65-F5344CB8AC3E}">
        <p14:creationId xmlns:p14="http://schemas.microsoft.com/office/powerpoint/2010/main" val="2950695068"/>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defTabSz="228583">
              <a:spcAft>
                <a:spcPts val="1200"/>
              </a:spcAft>
              <a:defRPr/>
            </a:pPr>
            <a:r>
              <a:rPr lang="en-GB" dirty="0"/>
              <a:t>Copyright © 2026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1F90F471-3972-4120-B8B3-0237DE626C35}" type="slidenum">
              <a:rPr lang="en-US" smtClean="0"/>
              <a:pPr/>
              <a:t>‹#›</a:t>
            </a:fld>
            <a:endParaRPr lang="en-US"/>
          </a:p>
        </p:txBody>
      </p:sp>
      <p:pic>
        <p:nvPicPr>
          <p:cNvPr id="3" name="Picture 23" descr="Acc_GT_Solid_P1_RGB.png">
            <a:extLst>
              <a:ext uri="{FF2B5EF4-FFF2-40B4-BE49-F238E27FC236}">
                <a16:creationId xmlns:a16="http://schemas.microsoft.com/office/drawing/2014/main" id="{2DDA7D39-816D-7DAD-1DEC-9664719F99AC}"/>
              </a:ext>
            </a:extLst>
          </p:cNvPr>
          <p:cNvPicPr>
            <a:picLocks noChangeAspect="1"/>
          </p:cNvPicPr>
          <p:nvPr userDrawn="1"/>
        </p:nvPicPr>
        <p:blipFill>
          <a:blip r:embed="rId2"/>
          <a:stretch>
            <a:fillRect/>
          </a:stretch>
        </p:blipFill>
        <p:spPr>
          <a:xfrm>
            <a:off x="561601" y="6384000"/>
            <a:ext cx="183295" cy="201128"/>
          </a:xfrm>
          <a:prstGeom prst="rect">
            <a:avLst/>
          </a:prstGeom>
        </p:spPr>
      </p:pic>
    </p:spTree>
    <p:extLst>
      <p:ext uri="{BB962C8B-B14F-4D97-AF65-F5344CB8AC3E}">
        <p14:creationId xmlns:p14="http://schemas.microsoft.com/office/powerpoint/2010/main" val="220509454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Subhead (top) and Subtitle">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4A151BBC-055D-433A-A172-4BE577AE75A0}"/>
              </a:ext>
            </a:extLst>
          </p:cNvPr>
          <p:cNvGraphicFramePr>
            <a:graphicFrameLocks noChangeAspect="1"/>
          </p:cNvGraphicFramePr>
          <p:nvPr userDrawn="1">
            <p:custDataLst>
              <p:tags r:id="rId1"/>
            </p:custDataLst>
            <p:extLst>
              <p:ext uri="{D42A27DB-BD31-4B8C-83A1-F6EECF244321}">
                <p14:modId xmlns:p14="http://schemas.microsoft.com/office/powerpoint/2010/main" val="6317711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306" imgH="306" progId="TCLayout.ActiveDocument.1">
                  <p:embed/>
                </p:oleObj>
              </mc:Choice>
              <mc:Fallback>
                <p:oleObj name="think-cell スライド" r:id="rId4" imgW="306" imgH="306" progId="TCLayout.ActiveDocument.1">
                  <p:embed/>
                  <p:pic>
                    <p:nvPicPr>
                      <p:cNvPr id="3" name="オブジェクト 2" hidden="1">
                        <a:extLst>
                          <a:ext uri="{FF2B5EF4-FFF2-40B4-BE49-F238E27FC236}">
                            <a16:creationId xmlns:a16="http://schemas.microsoft.com/office/drawing/2014/main" id="{4A151BBC-055D-433A-A172-4BE577AE75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8738381C-3996-4352-92FD-D3704826B383}"/>
              </a:ext>
            </a:extLst>
          </p:cNvPr>
          <p:cNvSpPr/>
          <p:nvPr userDrawn="1">
            <p:custDataLst>
              <p:tags r:id="rId2"/>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3200" b="1" i="0" baseline="0">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5" name="Footer Placeholder 4">
            <a:extLst>
              <a:ext uri="{FF2B5EF4-FFF2-40B4-BE49-F238E27FC236}">
                <a16:creationId xmlns:a16="http://schemas.microsoft.com/office/drawing/2014/main" id="{AF2C7F2F-4B58-4797-AC3B-FF8A19F9635E}"/>
              </a:ext>
            </a:extLst>
          </p:cNvPr>
          <p:cNvSpPr>
            <a:spLocks noGrp="1"/>
          </p:cNvSpPr>
          <p:nvPr>
            <p:ph type="ftr" sz="quarter" idx="10"/>
          </p:nvPr>
        </p:nvSpPr>
        <p:spPr/>
        <p:txBody>
          <a:bodyPr/>
          <a:lstStyle/>
          <a:p>
            <a:r>
              <a:rPr lang="en-US" dirty="0"/>
              <a:t>Copyright © 2026 Accenture. All rights reserved.</a:t>
            </a:r>
            <a:endParaRPr lang="en-GB" noProof="0" dirty="0"/>
          </a:p>
        </p:txBody>
      </p:sp>
      <p:sp>
        <p:nvSpPr>
          <p:cNvPr id="6" name="Slide Number Placeholder 5">
            <a:extLst>
              <a:ext uri="{FF2B5EF4-FFF2-40B4-BE49-F238E27FC236}">
                <a16:creationId xmlns:a16="http://schemas.microsoft.com/office/drawing/2014/main" id="{F47FF644-D109-46AB-AACD-1FDB22259563}"/>
              </a:ext>
            </a:extLst>
          </p:cNvPr>
          <p:cNvSpPr>
            <a:spLocks noGrp="1"/>
          </p:cNvSpPr>
          <p:nvPr>
            <p:ph type="sldNum" sz="quarter" idx="11"/>
          </p:nvPr>
        </p:nvSpPr>
        <p:spPr/>
        <p:txBody>
          <a:bodyPr/>
          <a:lstStyle/>
          <a:p>
            <a:fld id="{EF2F7A32-C1EA-4F7E-B0A2-7FCB5BFE90DE}" type="slidenum">
              <a:rPr lang="en-GB" noProof="0" smtClean="0"/>
              <a:pPr/>
              <a:t>‹#›</a:t>
            </a:fld>
            <a:endParaRPr lang="en-GB" noProof="0"/>
          </a:p>
        </p:txBody>
      </p:sp>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300779" y="969574"/>
            <a:ext cx="11376000" cy="323165"/>
          </a:xfrm>
          <a:prstGeom prst="rect">
            <a:avLst/>
          </a:prstGeom>
        </p:spPr>
        <p:txBody>
          <a:bodyPr wrap="square" tIns="0" anchor="t">
            <a:spAutoFit/>
          </a:bodyPr>
          <a:lstStyle>
            <a:lvl1pPr marL="0" marR="0" indent="0" algn="l" defTabSz="1734510" rtl="0" eaLnBrk="1" fontAlgn="auto" latinLnBrk="0" hangingPunct="1">
              <a:lnSpc>
                <a:spcPct val="100000"/>
              </a:lnSpc>
              <a:spcBef>
                <a:spcPts val="0"/>
              </a:spcBef>
              <a:spcAft>
                <a:spcPts val="0"/>
              </a:spcAft>
              <a:buClrTx/>
              <a:buSzTx/>
              <a:buFont typeface="Arial" charset="0"/>
              <a:buNone/>
              <a:tabLst/>
              <a:defRPr sz="1800" b="0">
                <a:solidFill>
                  <a:schemeClr val="tx1"/>
                </a:solidFill>
                <a:latin typeface="Meiryo UI" panose="020B0604030504040204" pitchFamily="50" charset="-128"/>
                <a:ea typeface="Meiryo UI" panose="020B0604030504040204" pitchFamily="50" charset="-128"/>
              </a:defRPr>
            </a:lvl1pPr>
          </a:lstStyle>
          <a:p>
            <a:pPr marL="0" marR="0" lvl="0" indent="0" algn="l" defTabSz="1734510" rtl="0" eaLnBrk="1" fontAlgn="auto" latinLnBrk="0" hangingPunct="1">
              <a:lnSpc>
                <a:spcPct val="100000"/>
              </a:lnSpc>
              <a:spcBef>
                <a:spcPts val="0"/>
              </a:spcBef>
              <a:spcAft>
                <a:spcPts val="0"/>
              </a:spcAft>
              <a:buClrTx/>
              <a:buSzTx/>
              <a:buFont typeface="Arial" charset="0"/>
              <a:buNone/>
              <a:tabLst/>
              <a:defRPr/>
            </a:pPr>
            <a:r>
              <a:rPr lang="en-US" dirty="0"/>
              <a:t>Insert subtitle here at 18pt, align to the baseline of the title</a:t>
            </a:r>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300779" y="127469"/>
            <a:ext cx="11376000" cy="261610"/>
          </a:xfrm>
          <a:prstGeom prst="rect">
            <a:avLst/>
          </a:prstGeom>
        </p:spPr>
        <p:txBody>
          <a:bodyPr wrap="square" tIns="0" anchor="ctr">
            <a:spAutoFit/>
          </a:bodyPr>
          <a:lstStyle>
            <a:lvl1pPr marL="0" marR="0" indent="0" algn="l" defTabSz="1734510" rtl="0" eaLnBrk="1" fontAlgn="auto" latinLnBrk="0" hangingPunct="1">
              <a:lnSpc>
                <a:spcPct val="100000"/>
              </a:lnSpc>
              <a:spcBef>
                <a:spcPts val="0"/>
              </a:spcBef>
              <a:spcAft>
                <a:spcPts val="0"/>
              </a:spcAft>
              <a:buClrTx/>
              <a:buSzTx/>
              <a:buFont typeface="Arial" charset="0"/>
              <a:buNone/>
              <a:tabLst/>
              <a:defRPr sz="1400" b="1">
                <a:solidFill>
                  <a:schemeClr val="accent1"/>
                </a:solidFill>
                <a:latin typeface="Meiryo UI" panose="020B0604030504040204" pitchFamily="50" charset="-128"/>
                <a:ea typeface="Meiryo UI" panose="020B0604030504040204" pitchFamily="50" charset="-128"/>
              </a:defRPr>
            </a:lvl1pPr>
          </a:lstStyle>
          <a:p>
            <a:pPr marL="0" marR="0" lvl="0" indent="0" algn="l" defTabSz="1734510" rtl="0" eaLnBrk="1" fontAlgn="auto" latinLnBrk="0" hangingPunct="1">
              <a:lnSpc>
                <a:spcPct val="100000"/>
              </a:lnSpc>
              <a:spcBef>
                <a:spcPts val="0"/>
              </a:spcBef>
              <a:spcAft>
                <a:spcPts val="0"/>
              </a:spcAft>
              <a:buClrTx/>
              <a:buSzTx/>
              <a:buFont typeface="Arial" charset="0"/>
              <a:buNone/>
              <a:tabLst/>
              <a:defRPr/>
            </a:pPr>
            <a:r>
              <a:rPr lang="en-GB" noProof="0" dirty="0"/>
              <a:t>Insert subhead here</a:t>
            </a:r>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300779" y="490257"/>
            <a:ext cx="11376000" cy="432000"/>
          </a:xfrm>
        </p:spPr>
        <p:txBody>
          <a:bodyPr anchor="b">
            <a:noAutofit/>
          </a:bodyPr>
          <a:lstStyle>
            <a:lvl1pPr>
              <a:lnSpc>
                <a:spcPct val="80000"/>
              </a:lnSpc>
              <a:defRPr sz="2800" b="1">
                <a:latin typeface="Meiryo UI" panose="020B0604030504040204" pitchFamily="50" charset="-128"/>
                <a:ea typeface="Meiryo UI" panose="020B0604030504040204" pitchFamily="50" charset="-128"/>
              </a:defRPr>
            </a:lvl1pPr>
          </a:lstStyle>
          <a:p>
            <a:r>
              <a:rPr lang="en-US" dirty="0"/>
              <a:t>Click to edit Master title</a:t>
            </a:r>
            <a:endParaRPr lang="en-GB" dirty="0"/>
          </a:p>
        </p:txBody>
      </p:sp>
      <p:pic>
        <p:nvPicPr>
          <p:cNvPr id="4" name="Picture 23" descr="Acc_GT_Solid_P1_RGB.png">
            <a:extLst>
              <a:ext uri="{FF2B5EF4-FFF2-40B4-BE49-F238E27FC236}">
                <a16:creationId xmlns:a16="http://schemas.microsoft.com/office/drawing/2014/main" id="{FA604AFB-A04C-F79B-73F1-E9EF650AA2AE}"/>
              </a:ext>
            </a:extLst>
          </p:cNvPr>
          <p:cNvPicPr>
            <a:picLocks noChangeAspect="1"/>
          </p:cNvPicPr>
          <p:nvPr userDrawn="1"/>
        </p:nvPicPr>
        <p:blipFill>
          <a:blip r:embed="rId6"/>
          <a:stretch>
            <a:fillRect/>
          </a:stretch>
        </p:blipFill>
        <p:spPr>
          <a:xfrm>
            <a:off x="561601" y="6384000"/>
            <a:ext cx="183295" cy="201128"/>
          </a:xfrm>
          <a:prstGeom prst="rect">
            <a:avLst/>
          </a:prstGeom>
        </p:spPr>
      </p:pic>
    </p:spTree>
    <p:extLst>
      <p:ext uri="{BB962C8B-B14F-4D97-AF65-F5344CB8AC3E}">
        <p14:creationId xmlns:p14="http://schemas.microsoft.com/office/powerpoint/2010/main" val="3841179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grpSp>
        <p:nvGrpSpPr>
          <p:cNvPr id="11" name="Group 10"/>
          <p:cNvGrpSpPr>
            <a:grpSpLocks noChangeAspect="1"/>
          </p:cNvGrpSpPr>
          <p:nvPr userDrawn="1"/>
        </p:nvGrpSpPr>
        <p:grpSpPr>
          <a:xfrm>
            <a:off x="7446917" y="939257"/>
            <a:ext cx="4311191" cy="4573173"/>
            <a:chOff x="3494539" y="1675327"/>
            <a:chExt cx="1371600" cy="1454950"/>
          </a:xfrm>
        </p:grpSpPr>
        <p:sp>
          <p:nvSpPr>
            <p:cNvPr id="12" name="Freeform 5"/>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9">
                <a:solidFill>
                  <a:schemeClr val="lt1"/>
                </a:solidFill>
              </a:endParaRPr>
            </a:p>
          </p:txBody>
        </p:sp>
        <p:sp>
          <p:nvSpPr>
            <p:cNvPr id="13" name="Freeform 6"/>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999"/>
            </a:p>
          </p:txBody>
        </p:sp>
      </p:grpSp>
      <p:sp>
        <p:nvSpPr>
          <p:cNvPr id="2" name="Title 1"/>
          <p:cNvSpPr>
            <a:spLocks noGrp="1"/>
          </p:cNvSpPr>
          <p:nvPr>
            <p:ph type="ctrTitle" hasCustomPrompt="1"/>
          </p:nvPr>
        </p:nvSpPr>
        <p:spPr>
          <a:xfrm>
            <a:off x="381002" y="457201"/>
            <a:ext cx="5714999" cy="3086100"/>
          </a:xfrm>
        </p:spPr>
        <p:txBody>
          <a:bodyPr tIns="0" anchor="t" anchorCtr="0">
            <a:noAutofit/>
          </a:bodyPr>
          <a:lstStyle>
            <a:lvl1pPr algn="l">
              <a:lnSpc>
                <a:spcPct val="70000"/>
              </a:lnSpc>
              <a:defRPr sz="5999">
                <a:solidFill>
                  <a:schemeClr val="tx1"/>
                </a:solidFill>
                <a:latin typeface="+mj-lt"/>
              </a:defRPr>
            </a:lvl1pPr>
          </a:lstStyle>
          <a:p>
            <a:r>
              <a:rPr lang="en-US"/>
              <a:t>Click to edit title</a:t>
            </a:r>
          </a:p>
        </p:txBody>
      </p:sp>
      <p:sp>
        <p:nvSpPr>
          <p:cNvPr id="8" name="Text Placeholder 7"/>
          <p:cNvSpPr>
            <a:spLocks noGrp="1"/>
          </p:cNvSpPr>
          <p:nvPr>
            <p:ph type="body" sz="quarter" idx="13" hasCustomPrompt="1"/>
          </p:nvPr>
        </p:nvSpPr>
        <p:spPr>
          <a:xfrm>
            <a:off x="381001" y="3543303"/>
            <a:ext cx="5715000" cy="3162299"/>
          </a:xfrm>
        </p:spPr>
        <p:txBody>
          <a:bodyPr>
            <a:noAutofit/>
          </a:bodyPr>
          <a:lstStyle>
            <a:lvl1pPr marL="0" indent="0">
              <a:lnSpc>
                <a:spcPct val="70000"/>
              </a:lnSpc>
              <a:defRPr sz="4000" b="0" baseline="0">
                <a:solidFill>
                  <a:schemeClr val="tx1"/>
                </a:solidFill>
                <a:latin typeface="+mj-lt"/>
              </a:defRPr>
            </a:lvl1pPr>
            <a:lvl2pPr marL="0" indent="0">
              <a:lnSpc>
                <a:spcPct val="100000"/>
              </a:lnSpc>
              <a:spcAft>
                <a:spcPts val="0"/>
              </a:spcAft>
              <a:defRPr sz="2399" b="0" cap="none" baseline="0">
                <a:solidFill>
                  <a:schemeClr val="tx1"/>
                </a:solidFill>
                <a:latin typeface="+mn-lt"/>
              </a:defRPr>
            </a:lvl2pPr>
            <a:lvl3pPr marL="0" indent="0">
              <a:lnSpc>
                <a:spcPct val="100000"/>
              </a:lnSpc>
              <a:spcAft>
                <a:spcPts val="0"/>
              </a:spcAft>
              <a:defRPr sz="1800" b="0" cap="none" baseline="0">
                <a:solidFill>
                  <a:schemeClr val="tx1"/>
                </a:solidFill>
                <a:latin typeface="+mn-lt"/>
              </a:defRPr>
            </a:lvl3pPr>
            <a:lvl4pPr marL="0" indent="0">
              <a:lnSpc>
                <a:spcPct val="100000"/>
              </a:lnSpc>
              <a:buNone/>
              <a:defRPr sz="1800" b="0" cap="none" baseline="0">
                <a:solidFill>
                  <a:schemeClr val="tx1"/>
                </a:solidFill>
                <a:latin typeface="+mn-lt"/>
              </a:defRPr>
            </a:lvl4pPr>
            <a:lvl5pPr marL="0" indent="0">
              <a:lnSpc>
                <a:spcPct val="100000"/>
              </a:lnSpc>
              <a:buNone/>
              <a:defRPr sz="1800" b="0" cap="none" baseline="0">
                <a:solidFill>
                  <a:schemeClr val="tx1"/>
                </a:solidFill>
                <a:latin typeface="+mn-lt"/>
              </a:defRPr>
            </a:lvl5pPr>
            <a:lvl6pPr marL="339693" indent="0">
              <a:buNone/>
              <a:defRPr/>
            </a:lvl6pPr>
            <a:lvl7pPr>
              <a:defRPr/>
            </a:lvl7pPr>
            <a:lvl8pPr>
              <a:defRPr/>
            </a:lvl8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r="47788"/>
          <a:stretch/>
        </p:blipFill>
        <p:spPr>
          <a:xfrm>
            <a:off x="8193750" y="5829366"/>
            <a:ext cx="2249963" cy="668858"/>
          </a:xfrm>
          <a:prstGeom prst="rect">
            <a:avLst/>
          </a:prstGeom>
        </p:spPr>
      </p:pic>
    </p:spTree>
    <p:extLst>
      <p:ext uri="{BB962C8B-B14F-4D97-AF65-F5344CB8AC3E}">
        <p14:creationId xmlns:p14="http://schemas.microsoft.com/office/powerpoint/2010/main" val="69760116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b="0">
                <a:solidFill>
                  <a:schemeClr val="tx1"/>
                </a:solidFill>
              </a:defRPr>
            </a:lvl1pPr>
          </a:lstStyle>
          <a:p>
            <a:r>
              <a:rPr lang="ja-JP" altLang="en-US"/>
              <a:t>マスター タイトルの書式設定</a:t>
            </a:r>
            <a:endParaRPr lang="en-US"/>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Graphik Semibold" panose="020B0703030202060203"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MM.DD.YYYY</a:t>
            </a:r>
          </a:p>
        </p:txBody>
      </p:sp>
    </p:spTree>
    <p:extLst>
      <p:ext uri="{BB962C8B-B14F-4D97-AF65-F5344CB8AC3E}">
        <p14:creationId xmlns:p14="http://schemas.microsoft.com/office/powerpoint/2010/main" val="10993175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ja-JP" altLang="en-US"/>
              <a:t>マスター タイトルの書式設定</a:t>
            </a:r>
            <a:endParaRPr lang="en-US"/>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Graphik Semibold" panose="020B0703030202060203"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4693170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ja-JP" altLang="en-US"/>
              <a:t>マスター タイトルの書式設定</a:t>
            </a:r>
            <a:endParaRPr lang="en-US"/>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Graphik Semibold" panose="020B0703030202060203"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6448681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Graphik" panose="020B0503030202060203" pitchFamily="34" charset="77"/>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ja-JP" altLang="en-US"/>
              <a:t>マスター タイトルの書式設定</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Graphik Semibold" panose="020B0703030202060203"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32909494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ja-JP" altLang="en-US"/>
              <a:t>マスター タイトルの書式設定</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Graphik" panose="020B0503030202060203" pitchFamily="34" charset="77"/>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Graphik Semibold" panose="020B0703030202060203"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18079535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241428868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Graphik Semibold" panose="020B0703030202060203" pitchFamily="34" charset="0"/>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dirty="0"/>
              <a:t>##</a:t>
            </a:r>
            <a:endParaRPr lang="en-US" dirty="0"/>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850842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ja-JP" altLang="en-US"/>
              <a:t>アイコンをクリックして図を追加</a:t>
            </a:r>
            <a:endParaRPr lang="en-US"/>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solidFill>
                  <a:schemeClr val="tx2"/>
                </a:solidFill>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ja-JP" altLang="en-US"/>
              <a:t>マスター タイトルの書式設定</a:t>
            </a:r>
            <a:endParaRPr lang="en-US"/>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6665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ja-JP" altLang="en-US"/>
              <a:t>マスター タイトルの書式設定</a:t>
            </a:r>
            <a:endParaRPr lang="en-US"/>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ja-JP" altLang="en-US"/>
              <a:t>アイコンをクリックして図を追加</a:t>
            </a:r>
            <a:endParaRPr lang="en-US"/>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Graphik Semibold" panose="020B0703030202060203" pitchFamily="34" charset="0"/>
              </a:defRPr>
            </a:lvl1pPr>
          </a:lstStyle>
          <a:p>
            <a:pPr lvl="0"/>
            <a:r>
              <a:rPr lang="en-US" dirty="0"/>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Graphik Semibold" panose="020B0703030202060203" pitchFamily="34" charset="0"/>
              </a:defRPr>
            </a:lvl1pPr>
          </a:lstStyle>
          <a:p>
            <a:pPr lvl="0"/>
            <a:r>
              <a:rPr lang="en-US" dirty="0"/>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Graphik Semibold" panose="020B0703030202060203" pitchFamily="34" charset="0"/>
              </a:defRPr>
            </a:lvl1pPr>
          </a:lstStyle>
          <a:p>
            <a:pPr lvl="0"/>
            <a:r>
              <a:rPr lang="en-US" dirty="0"/>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Graphik Semibold" panose="020B0703030202060203" pitchFamily="34" charset="0"/>
              </a:defRPr>
            </a:lvl1pPr>
          </a:lstStyle>
          <a:p>
            <a:pPr lvl="0"/>
            <a:r>
              <a:rPr lang="en-US" dirty="0"/>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Graphik Semibold" panose="020B0703030202060203" pitchFamily="34" charset="0"/>
              </a:defRPr>
            </a:lvl1pPr>
          </a:lstStyle>
          <a:p>
            <a:pPr lvl="0"/>
            <a:r>
              <a:rPr lang="en-US" dirty="0"/>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15224288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ja-JP" altLang="en-US"/>
              <a:t>マスター タイトルの書式設定</a:t>
            </a:r>
            <a:endParaRPr lang="en-US"/>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a:latin typeface="Graphik Semibold" panose="020B0703030202060203" pitchFamily="34" charset="0"/>
              </a:defRPr>
            </a:lvl1pPr>
          </a:lstStyle>
          <a:p>
            <a:pPr lvl="0"/>
            <a:r>
              <a:rPr lang="pt-BR" dirty="0"/>
              <a:t>##</a:t>
            </a:r>
            <a:endParaRPr lang="en-AR" dirty="0"/>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8480124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Graphik Semibold" panose="020B0703030202060203" pitchFamily="34" charset="0"/>
              </a:defRPr>
            </a:lvl1pPr>
          </a:lstStyle>
          <a:p>
            <a:pPr lvl="0"/>
            <a:r>
              <a:rPr lang="pt-BR" dirty="0"/>
              <a:t>##</a:t>
            </a:r>
            <a:endParaRPr lang="en-AR" dirty="0"/>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rgbClr val="FFFFFF">
                    <a:alpha val="75000"/>
                  </a:srgbClr>
                </a:solidFill>
                <a:latin typeface="Graphik" panose="020B0503030202060203" pitchFamily="34" charset="77"/>
              </a:rPr>
              <a:t>Copyright © 2026 Accenture. All rights reserved.</a:t>
            </a:r>
            <a:endParaRPr lang="en-US" sz="1351" noProof="0" dirty="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rgbClr val="FFFFFF">
                  <a:alpha val="75000"/>
                </a:srgbClr>
              </a:solidFill>
              <a:latin typeface="Graphik Semibold" panose="020B0703030202060203" pitchFamily="34" charset="0"/>
            </a:endParaRPr>
          </a:p>
        </p:txBody>
      </p:sp>
    </p:spTree>
    <p:extLst>
      <p:ext uri="{BB962C8B-B14F-4D97-AF65-F5344CB8AC3E}">
        <p14:creationId xmlns:p14="http://schemas.microsoft.com/office/powerpoint/2010/main" val="16016759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Graphik Semibold" panose="020B0703030202060203" pitchFamily="34" charset="0"/>
              </a:defRPr>
            </a:lvl1pPr>
          </a:lstStyle>
          <a:p>
            <a:pPr lvl="0"/>
            <a:r>
              <a:rPr lang="pt-BR" dirty="0"/>
              <a:t>##</a:t>
            </a:r>
            <a:endParaRPr lang="en-AR" dirty="0"/>
          </a:p>
        </p:txBody>
      </p:sp>
    </p:spTree>
    <p:extLst>
      <p:ext uri="{BB962C8B-B14F-4D97-AF65-F5344CB8AC3E}">
        <p14:creationId xmlns:p14="http://schemas.microsoft.com/office/powerpoint/2010/main" val="42841519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Tree>
    <p:extLst>
      <p:ext uri="{BB962C8B-B14F-4D97-AF65-F5344CB8AC3E}">
        <p14:creationId xmlns:p14="http://schemas.microsoft.com/office/powerpoint/2010/main" val="35724925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Tree>
    <p:extLst>
      <p:ext uri="{BB962C8B-B14F-4D97-AF65-F5344CB8AC3E}">
        <p14:creationId xmlns:p14="http://schemas.microsoft.com/office/powerpoint/2010/main" val="3439275129"/>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1049490577"/>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3403357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15230130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Graphik" panose="020B0503030202060203" pitchFamily="34" charset="77"/>
              </a:defRPr>
            </a:lvl1pPr>
            <a:lvl2pPr>
              <a:defRPr sz="1400" b="0" i="0">
                <a:solidFill>
                  <a:schemeClr val="tx1"/>
                </a:solidFill>
                <a:latin typeface="Graphik" panose="020B0503030202060203" pitchFamily="34" charset="77"/>
              </a:defRPr>
            </a:lvl2pPr>
            <a:lvl3pPr>
              <a:defRPr sz="1400" b="0" i="0">
                <a:solidFill>
                  <a:schemeClr val="tx1"/>
                </a:solidFill>
                <a:latin typeface="Graphik" panose="020B0503030202060203" pitchFamily="34" charset="77"/>
              </a:defRPr>
            </a:lvl3pPr>
            <a:lvl4pPr>
              <a:defRPr sz="1050" b="0" i="0">
                <a:solidFill>
                  <a:schemeClr val="tx1"/>
                </a:solidFill>
                <a:latin typeface="Graphik" panose="020B0503030202060203" pitchFamily="34" charset="77"/>
              </a:defRPr>
            </a:lvl4pPr>
            <a:lvl5pPr>
              <a:defRPr sz="1050" b="0" i="0">
                <a:solidFill>
                  <a:schemeClr val="tx1"/>
                </a:solidFill>
                <a:latin typeface="Graphik" panose="020B0503030202060203" pitchFamily="34" charset="77"/>
              </a:defRPr>
            </a:lvl5pPr>
            <a:lvl6pPr>
              <a:defRPr sz="1400" b="0" i="0">
                <a:solidFill>
                  <a:schemeClr val="tx1"/>
                </a:solidFill>
                <a:latin typeface="Graphik" panose="020B0503030202060203" pitchFamily="34" charset="77"/>
              </a:defRPr>
            </a:lvl6pPr>
            <a:lvl7pPr>
              <a:defRPr sz="1100" b="0" i="0">
                <a:solidFill>
                  <a:schemeClr val="tx1"/>
                </a:solidFill>
                <a:latin typeface="Graphik" panose="020B0503030202060203" pitchFamily="34" charset="77"/>
              </a:defRPr>
            </a:lvl7pPr>
            <a:lvl9pPr>
              <a:defRPr sz="1100" b="0" i="0">
                <a:solidFill>
                  <a:schemeClr val="tx1"/>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ja-JP" altLang="en-US"/>
              <a:t>マスター タイトルの書式設定</a:t>
            </a:r>
            <a:endParaRPr lang="en-US"/>
          </a:p>
        </p:txBody>
      </p:sp>
    </p:spTree>
    <p:extLst>
      <p:ext uri="{BB962C8B-B14F-4D97-AF65-F5344CB8AC3E}">
        <p14:creationId xmlns:p14="http://schemas.microsoft.com/office/powerpoint/2010/main" val="3138422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ja-JP" altLang="en-US"/>
              <a:t>マスター タイトルの書式設定</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3722281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571145799"/>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ja-JP" altLang="en-US"/>
              <a:t>マスター タイトルの書式設定</a:t>
            </a:r>
            <a:endParaRPr lang="en-US"/>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434216124"/>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68854831"/>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22250196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600"/>
            <a:ext cx="4958430" cy="393954"/>
          </a:xfrm>
        </p:spPr>
        <p:txBody>
          <a:bodyPr/>
          <a:lstStyle/>
          <a:p>
            <a:r>
              <a:rPr lang="ja-JP" altLang="en-US"/>
              <a:t>マスター タイトルの書式設定</a:t>
            </a:r>
            <a:endParaRPr lang="en-US"/>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ja-JP" altLang="en-US"/>
              <a:t>アイコンをクリックして図を追加</a:t>
            </a:r>
            <a:endParaRPr lang="en-US"/>
          </a:p>
        </p:txBody>
      </p:sp>
    </p:spTree>
    <p:extLst>
      <p:ext uri="{BB962C8B-B14F-4D97-AF65-F5344CB8AC3E}">
        <p14:creationId xmlns:p14="http://schemas.microsoft.com/office/powerpoint/2010/main" val="981801325"/>
      </p:ext>
    </p:extLst>
  </p:cSld>
  <p:clrMapOvr>
    <a:masterClrMapping/>
  </p:clrMapOvr>
  <p:extLst>
    <p:ext uri="{DCECCB84-F9BA-43D5-87BE-67443E8EF086}">
      <p15:sldGuideLst xmlns:p15="http://schemas.microsoft.com/office/powerpoint/2012/main">
        <p15:guide id="1" orient="horz" pos="2781">
          <p15:clr>
            <a:srgbClr val="C35EA4"/>
          </p15:clr>
        </p15:guide>
        <p15:guide id="2" orient="horz" pos="699">
          <p15:clr>
            <a:srgbClr val="547EB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4154353994"/>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ja-JP" altLang="en-US"/>
              <a:t>マスター タイトルの書式設定</a:t>
            </a:r>
            <a:endParaRPr lang="en-US"/>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2569420316"/>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ja-JP" altLang="en-US"/>
              <a:t>マスター タイトルの書式設定</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Graphik Semibold" panose="020B070303020206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Graphik Semibold" panose="020B070303020206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Graphik Semibold" panose="020B070303020206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Graphik Semibold" panose="020B070303020206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9770208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ja-JP" altLang="en-US"/>
              <a:t>マスター タイトルの書式設定</a:t>
            </a:r>
            <a:endParaRPr lang="en-US"/>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Graphik Semibold" panose="020B0703030202060203"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981052850"/>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Graphik" panose="020B0503030202060203" pitchFamily="34" charset="77"/>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Graphik</a:t>
            </a:r>
            <a:endParaRPr lang="en-US"/>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ja-JP" altLang="en-US"/>
              <a:t>マスター タイトルの書式設定</a:t>
            </a:r>
            <a:endParaRPr lang="en-US"/>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ja-JP" altLang="en-US"/>
              <a:t>アイコンをクリックして図を追加</a:t>
            </a:r>
            <a:endParaRPr lang="en-US"/>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Tree>
    <p:extLst>
      <p:ext uri="{BB962C8B-B14F-4D97-AF65-F5344CB8AC3E}">
        <p14:creationId xmlns:p14="http://schemas.microsoft.com/office/powerpoint/2010/main" val="2038927802"/>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ja-JP" altLang="en-US"/>
              <a:t>マスター タイトルの書式設定</a:t>
            </a:r>
            <a:endParaRPr lang="en-US"/>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028703" y="6429853"/>
            <a:ext cx="240129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4007456001"/>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ja-JP" altLang="en-US"/>
              <a:t>マスター タイトルの書式設定</a:t>
            </a:r>
            <a:endParaRPr lang="en-US"/>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4099966183"/>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ja-JP" altLang="en-US"/>
              <a:t>アイコンをクリックして図を追加</a:t>
            </a:r>
            <a:endParaRPr lang="en-US"/>
          </a:p>
        </p:txBody>
      </p:sp>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3033307"/>
            <a:ext cx="4489017" cy="398699"/>
          </a:xfrm>
          <a:prstGeom prst="rect">
            <a:avLst/>
          </a:prstGeom>
        </p:spPr>
        <p:txBody>
          <a:bodyPr anchor="ctr"/>
          <a:lstStyle>
            <a:lvl1pPr>
              <a:lnSpc>
                <a:spcPct val="100000"/>
              </a:lnSpc>
              <a:defRPr lang="en-US" sz="3200" b="0" i="0" kern="1200">
                <a:solidFill>
                  <a:schemeClr val="tx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3758298767"/>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ja-JP" altLang="en-US"/>
              <a:t>アイコンをクリックして図を追加</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244185"/>
            <a:ext cx="4489017" cy="39769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1227159665"/>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ja-JP" altLang="en-US"/>
              <a:t>アイコンをクリックして図を追加</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319135"/>
            <a:ext cx="4489017" cy="38270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3403762960"/>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2838703"/>
            <a:ext cx="5098087" cy="787908"/>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130450885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Tree>
    <p:extLst>
      <p:ext uri="{BB962C8B-B14F-4D97-AF65-F5344CB8AC3E}">
        <p14:creationId xmlns:p14="http://schemas.microsoft.com/office/powerpoint/2010/main" val="589513217"/>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2" name="copyright">
            <a:extLst>
              <a:ext uri="{FF2B5EF4-FFF2-40B4-BE49-F238E27FC236}">
                <a16:creationId xmlns:a16="http://schemas.microsoft.com/office/drawing/2014/main" id="{54E44863-5E53-DDCD-5FA5-173816802E74}"/>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3174581359"/>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dirty="0">
                <a:solidFill>
                  <a:schemeClr val="bg1"/>
                </a:solidFill>
                <a:latin typeface="Graphik" panose="020B0503030202060203" pitchFamily="34" charset="77"/>
              </a:rPr>
              <a:t>Copyright © 2026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Graphik" panose="020B0503030202060203" pitchFamily="34" charset="77"/>
                <a:ea typeface="+mn-ea"/>
                <a:cs typeface="+mn-cs"/>
              </a:rPr>
              <a:pPr marL="0" algn="r" defTabSz="914377" rtl="0" eaLnBrk="1" latinLnBrk="0" hangingPunct="1">
                <a:spcAft>
                  <a:spcPts val="1200"/>
                </a:spcAft>
                <a:defRPr/>
              </a:pPr>
              <a:t>‹#›</a:t>
            </a:fld>
            <a:endParaRPr lang="en-US" sz="800" b="0" i="0" kern="1200">
              <a:solidFill>
                <a:schemeClr val="bg1"/>
              </a:solidFill>
              <a:latin typeface="Graphik" panose="020B0503030202060203" pitchFamily="34" charset="77"/>
              <a:ea typeface="+mn-ea"/>
              <a:cs typeface="+mn-cs"/>
            </a:endParaRPr>
          </a:p>
        </p:txBody>
      </p:sp>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3179796"/>
            <a:ext cx="7200000" cy="498406"/>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GT Sectra Fine Rg" pitchFamily="2" charset="77"/>
                <a:ea typeface="+mj-ea"/>
                <a:cs typeface="+mj-cs"/>
              </a:defRPr>
            </a:lvl1pPr>
          </a:lstStyle>
          <a:p>
            <a:r>
              <a:rPr lang="en-US"/>
              <a:t>Click to edit key message style</a:t>
            </a:r>
          </a:p>
        </p:txBody>
      </p:sp>
    </p:spTree>
    <p:extLst>
      <p:ext uri="{BB962C8B-B14F-4D97-AF65-F5344CB8AC3E}">
        <p14:creationId xmlns:p14="http://schemas.microsoft.com/office/powerpoint/2010/main" val="7036492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guide id="2" pos="2880">
          <p15:clr>
            <a:srgbClr val="C35EA4"/>
          </p15:clr>
        </p15:guide>
        <p15:guide id="3" orient="horz" pos="2707">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037347"/>
            <a:ext cx="7200000" cy="2783304"/>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GT Sectra Fine Rg"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rgbClr val="FFFFFF">
                    <a:alpha val="75000"/>
                  </a:srgbClr>
                </a:solidFill>
                <a:latin typeface="Graphik" panose="020B0503030202060203" pitchFamily="34" charset="77"/>
              </a:rPr>
              <a:t>Copyright © 2026 Accenture. All rights reserved.</a:t>
            </a:r>
            <a:endParaRPr lang="en-US" sz="1351" noProof="0" dirty="0">
              <a:solidFill>
                <a:srgbClr val="FFFFFF">
                  <a:alpha val="75000"/>
                </a:srgb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rgbClr val="FFFFFF">
                  <a:alpha val="75000"/>
                </a:srgbClr>
              </a:solidFill>
              <a:latin typeface="Graphik Semibold" panose="020B0703030202060203" pitchFamily="34" charset="0"/>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9882892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2314820903"/>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ja-JP" altLang="en-US"/>
              <a:t>マスター タイトルの書式設定</a:t>
            </a:r>
            <a:endParaRPr lang="en-US"/>
          </a:p>
        </p:txBody>
      </p:sp>
    </p:spTree>
    <p:extLst>
      <p:ext uri="{BB962C8B-B14F-4D97-AF65-F5344CB8AC3E}">
        <p14:creationId xmlns:p14="http://schemas.microsoft.com/office/powerpoint/2010/main" val="2799488260"/>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Graphik" panose="020B0503030202060203" pitchFamily="34" charset="77"/>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sz="1000" b="1" i="0">
                <a:solidFill>
                  <a:schemeClr val="bg2"/>
                </a:solidFill>
                <a:latin typeface="Graphik Semibold" panose="020B0503030202060203" pitchFamily="34" charset="77"/>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ja-JP" altLang="en-US"/>
              <a:t>マスター タイトルの書式設定</a:t>
            </a:r>
            <a:endParaRPr lang="en-US"/>
          </a:p>
        </p:txBody>
      </p:sp>
    </p:spTree>
    <p:extLst>
      <p:ext uri="{BB962C8B-B14F-4D97-AF65-F5344CB8AC3E}">
        <p14:creationId xmlns:p14="http://schemas.microsoft.com/office/powerpoint/2010/main" val="218810403"/>
      </p:ext>
    </p:extLst>
  </p:cSld>
  <p:clrMapOvr>
    <a:masterClrMapping/>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chemeClr val="tx2"/>
        </a:solidFill>
        <a:effectLst/>
      </p:bgPr>
    </p:bg>
    <p:spTree>
      <p:nvGrpSpPr>
        <p:cNvPr id="1" name=""/>
        <p:cNvGrpSpPr/>
        <p:nvPr/>
      </p:nvGrpSpPr>
      <p:grpSpPr>
        <a:xfrm>
          <a:off x="0" y="0"/>
          <a:ext cx="0" cy="0"/>
          <a:chOff x="0" y="0"/>
          <a:chExt cx="0" cy="0"/>
        </a:xfrm>
      </p:grpSpPr>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sz="1000" b="1" i="0">
                <a:solidFill>
                  <a:schemeClr val="tx1"/>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14638864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sz="1000" b="1" i="0">
                <a:solidFill>
                  <a:schemeClr val="accent2"/>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7664395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team + column Content: team + column light mod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1153405648"/>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ja-JP" altLang="en-US"/>
              <a:t>マスター タイトルの書式設定</a:t>
            </a:r>
            <a:endParaRPr lang="en-US"/>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1493359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Graphik" panose="020B0503030202060203" pitchFamily="34" charset="77"/>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ja-JP" altLang="en-US"/>
              <a:t>マスター タイトルの書式設定</a:t>
            </a:r>
            <a:endParaRPr lang="en-US"/>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779041509"/>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rgbClr val="FFFFFF">
                    <a:alpha val="75000"/>
                  </a:srgbClr>
                </a:solidFill>
                <a:latin typeface="Graphik" panose="020B0503030202060203" pitchFamily="34" charset="77"/>
              </a:rPr>
              <a:t>Copyright © 2026 Accenture. All rights reserved.</a:t>
            </a:r>
            <a:endParaRPr lang="en-US" sz="1351" noProof="0" dirty="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rgbClr val="FFFFFF">
                  <a:alpha val="75000"/>
                </a:srgbClr>
              </a:solidFill>
              <a:latin typeface="Graphik Semibold" panose="020B0703030202060203" pitchFamily="34" charset="0"/>
            </a:endParaRPr>
          </a:p>
        </p:txBody>
      </p:sp>
    </p:spTree>
    <p:extLst>
      <p:ext uri="{BB962C8B-B14F-4D97-AF65-F5344CB8AC3E}">
        <p14:creationId xmlns:p14="http://schemas.microsoft.com/office/powerpoint/2010/main" val="6188469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rgbClr val="FFFFFF">
                    <a:alpha val="75000"/>
                  </a:srgbClr>
                </a:solidFill>
                <a:latin typeface="Graphik" panose="020B0503030202060203" pitchFamily="34" charset="77"/>
              </a:rPr>
              <a:t>Copyright © 2026 Accenture. All rights reserved.</a:t>
            </a:r>
            <a:endParaRPr lang="en-US" sz="1351" noProof="0" dirty="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rgbClr val="FFFFFF">
                  <a:alpha val="75000"/>
                </a:srgbClr>
              </a:solidFill>
              <a:latin typeface="Graphik Semibold" panose="020B0703030202060203" pitchFamily="34" charset="0"/>
            </a:endParaRPr>
          </a:p>
        </p:txBody>
      </p:sp>
    </p:spTree>
    <p:extLst>
      <p:ext uri="{BB962C8B-B14F-4D97-AF65-F5344CB8AC3E}">
        <p14:creationId xmlns:p14="http://schemas.microsoft.com/office/powerpoint/2010/main" val="33336953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Graphik Semibold" panose="020B0703030202060203" pitchFamily="34" charset="0"/>
              </a:defRPr>
            </a:lvl1pPr>
            <a:lvl2pPr marL="0" indent="0">
              <a:buNone/>
              <a:defRPr/>
            </a:lvl2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Graphik Semibold" panose="020B0703030202060203" pitchFamily="34" charset="0"/>
              </a:defRPr>
            </a:lvl1pPr>
            <a:lvl2pPr marL="0" indent="0">
              <a:buNone/>
              <a:defRPr/>
            </a:lvl2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Graphik Semibold" panose="020B0703030202060203" pitchFamily="34" charset="0"/>
              </a:defRPr>
            </a:lvl1pPr>
            <a:lvl2pPr marL="0" indent="0">
              <a:buNone/>
              <a:defRPr/>
            </a:lvl2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Graphik Semibold" panose="020B0703030202060203" pitchFamily="34" charset="0"/>
              </a:defRPr>
            </a:lvl1pPr>
            <a:lvl2pPr marL="0" indent="0">
              <a:buNone/>
              <a:defRPr/>
            </a:lvl2pPr>
          </a:lstStyle>
          <a:p>
            <a:pPr lvl="0"/>
            <a:r>
              <a:rPr lang="ja-JP" altLang="en-US"/>
              <a:t>マスター テキストの書式設定</a:t>
            </a:r>
          </a:p>
          <a:p>
            <a:pPr lvl="1"/>
            <a:r>
              <a:rPr lang="ja-JP" altLang="en-US"/>
              <a:t>第 </a:t>
            </a:r>
            <a:r>
              <a:rPr lang="en-US" altLang="ja-JP"/>
              <a:t>2 </a:t>
            </a:r>
            <a:r>
              <a:rPr lang="ja-JP" altLang="en-US"/>
              <a:t>レベル</a:t>
            </a:r>
          </a:p>
        </p:txBody>
      </p:sp>
    </p:spTree>
    <p:extLst>
      <p:ext uri="{BB962C8B-B14F-4D97-AF65-F5344CB8AC3E}">
        <p14:creationId xmlns:p14="http://schemas.microsoft.com/office/powerpoint/2010/main" val="41282964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10972381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32647265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DD3BC9E6-13A7-8817-A32A-4CC03E8733D9}"/>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bg2"/>
                </a:solidFill>
              </a:defRPr>
            </a:lvl1pPr>
          </a:lstStyle>
          <a:p>
            <a:r>
              <a:rPr lang="ja-JP" altLang="en-US"/>
              <a:t>マスター タイトルの書式設定</a:t>
            </a:r>
            <a:endParaRPr lang="en-US"/>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Graphik Semibold" panose="020B0703030202060203" pitchFamily="34" charset="0"/>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1475553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0352A97-ED89-7C2F-0063-10DA374CB06F}"/>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accent2"/>
                </a:solidFill>
              </a:defRPr>
            </a:lvl1pPr>
          </a:lstStyle>
          <a:p>
            <a:r>
              <a:rPr lang="ja-JP" altLang="en-US"/>
              <a:t>マスター タイトルの書式設定</a:t>
            </a:r>
            <a:endParaRPr lang="en-US"/>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Graphik Semibold" panose="020B0703030202060203" pitchFamily="34" charset="0"/>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pyright">
            <a:extLst>
              <a:ext uri="{FF2B5EF4-FFF2-40B4-BE49-F238E27FC236}">
                <a16:creationId xmlns:a16="http://schemas.microsoft.com/office/drawing/2014/main" id="{6F38CEE2-3D5C-A0E3-1BE3-09AB0AC2546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bg1">
                    <a:lumMod val="85000"/>
                    <a:alpha val="75000"/>
                  </a:schemeClr>
                </a:solidFill>
                <a:latin typeface="Graphik" panose="020B0503030202060203" pitchFamily="34" charset="77"/>
              </a:rPr>
              <a:t>Copyright © 2026 Accenture. All rights reserved.</a:t>
            </a:r>
            <a:endParaRPr lang="en-US" sz="1351" noProof="0" dirty="0">
              <a:solidFill>
                <a:schemeClr val="bg1">
                  <a:lumMod val="85000"/>
                  <a:alpha val="75000"/>
                </a:schemeClr>
              </a:solidFill>
              <a:latin typeface="Graphik" panose="020B0503030202060203" pitchFamily="34" charset="77"/>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bg1">
                  <a:lumMod val="85000"/>
                  <a:alpha val="75000"/>
                </a:schemeClr>
              </a:solidFill>
              <a:latin typeface="Graphik Semibold" panose="020B0703030202060203" pitchFamily="34" charset="0"/>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9480471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tx1">
                  <a:lumMod val="85000"/>
                  <a:alpha val="75000"/>
                </a:schemeClr>
              </a:solidFill>
              <a:latin typeface="Graphik Semibold" panose="020B0703030202060203" pitchFamily="34" charset="0"/>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ja-JP" altLang="en-US"/>
              <a:t>マスター タイトルの書式設定</a:t>
            </a:r>
            <a:endParaRPr lang="en-US"/>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7200514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tx1">
                  <a:lumMod val="85000"/>
                  <a:alpha val="75000"/>
                </a:schemeClr>
              </a:solidFill>
              <a:latin typeface="Graphik Semibold" panose="020B0703030202060203" pitchFamily="34" charset="0"/>
            </a:endParaRPr>
          </a:p>
        </p:txBody>
      </p:sp>
    </p:spTree>
    <p:extLst>
      <p:ext uri="{BB962C8B-B14F-4D97-AF65-F5344CB8AC3E}">
        <p14:creationId xmlns:p14="http://schemas.microsoft.com/office/powerpoint/2010/main" val="30338946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30241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tags" Target="../tags/tag1.xml"/><Relationship Id="rId10" Type="http://schemas.openxmlformats.org/officeDocument/2006/relationships/tags" Target="../tags/tag2.xml"/><Relationship Id="rId11" Type="http://schemas.openxmlformats.org/officeDocument/2006/relationships/oleObject" Target="../embeddings/oleObject1.bin"/><Relationship Id="rId12"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slideLayout" Target="../slideLayouts/slideLayout20.xml"/><Relationship Id="rId14" Type="http://schemas.openxmlformats.org/officeDocument/2006/relationships/slideLayout" Target="../slideLayouts/slideLayout21.xml"/><Relationship Id="rId15" Type="http://schemas.openxmlformats.org/officeDocument/2006/relationships/slideLayout" Target="../slideLayouts/slideLayout22.xml"/><Relationship Id="rId16" Type="http://schemas.openxmlformats.org/officeDocument/2006/relationships/slideLayout" Target="../slideLayouts/slideLayout23.xml"/><Relationship Id="rId17" Type="http://schemas.openxmlformats.org/officeDocument/2006/relationships/slideLayout" Target="../slideLayouts/slideLayout24.xml"/><Relationship Id="rId18" Type="http://schemas.openxmlformats.org/officeDocument/2006/relationships/slideLayout" Target="../slideLayouts/slideLayout25.xml"/><Relationship Id="rId19" Type="http://schemas.openxmlformats.org/officeDocument/2006/relationships/slideLayout" Target="../slideLayouts/slideLayout26.xml"/><Relationship Id="rId20" Type="http://schemas.openxmlformats.org/officeDocument/2006/relationships/slideLayout" Target="../slideLayouts/slideLayout27.xml"/><Relationship Id="rId21" Type="http://schemas.openxmlformats.org/officeDocument/2006/relationships/slideLayout" Target="../slideLayouts/slideLayout28.xml"/><Relationship Id="rId22" Type="http://schemas.openxmlformats.org/officeDocument/2006/relationships/slideLayout" Target="../slideLayouts/slideLayout29.xml"/><Relationship Id="rId23" Type="http://schemas.openxmlformats.org/officeDocument/2006/relationships/slideLayout" Target="../slideLayouts/slideLayout30.xml"/><Relationship Id="rId24" Type="http://schemas.openxmlformats.org/officeDocument/2006/relationships/slideLayout" Target="../slideLayouts/slideLayout31.xml"/><Relationship Id="rId25" Type="http://schemas.openxmlformats.org/officeDocument/2006/relationships/slideLayout" Target="../slideLayouts/slideLayout32.xml"/><Relationship Id="rId26" Type="http://schemas.openxmlformats.org/officeDocument/2006/relationships/slideLayout" Target="../slideLayouts/slideLayout33.xml"/><Relationship Id="rId27" Type="http://schemas.openxmlformats.org/officeDocument/2006/relationships/slideLayout" Target="../slideLayouts/slideLayout34.xml"/><Relationship Id="rId28" Type="http://schemas.openxmlformats.org/officeDocument/2006/relationships/slideLayout" Target="../slideLayouts/slideLayout35.xml"/><Relationship Id="rId29" Type="http://schemas.openxmlformats.org/officeDocument/2006/relationships/slideLayout" Target="../slideLayouts/slideLayout36.xml"/><Relationship Id="rId30" Type="http://schemas.openxmlformats.org/officeDocument/2006/relationships/slideLayout" Target="../slideLayouts/slideLayout37.xml"/><Relationship Id="rId31" Type="http://schemas.openxmlformats.org/officeDocument/2006/relationships/slideLayout" Target="../slideLayouts/slideLayout38.xml"/><Relationship Id="rId32" Type="http://schemas.openxmlformats.org/officeDocument/2006/relationships/slideLayout" Target="../slideLayouts/slideLayout39.xml"/><Relationship Id="rId33" Type="http://schemas.openxmlformats.org/officeDocument/2006/relationships/slideLayout" Target="../slideLayouts/slideLayout40.xml"/><Relationship Id="rId34" Type="http://schemas.openxmlformats.org/officeDocument/2006/relationships/slideLayout" Target="../slideLayouts/slideLayout41.xml"/><Relationship Id="rId35" Type="http://schemas.openxmlformats.org/officeDocument/2006/relationships/slideLayout" Target="../slideLayouts/slideLayout42.xml"/><Relationship Id="rId36" Type="http://schemas.openxmlformats.org/officeDocument/2006/relationships/slideLayout" Target="../slideLayouts/slideLayout43.xml"/><Relationship Id="rId37" Type="http://schemas.openxmlformats.org/officeDocument/2006/relationships/slideLayout" Target="../slideLayouts/slideLayout44.xml"/><Relationship Id="rId38" Type="http://schemas.openxmlformats.org/officeDocument/2006/relationships/slideLayout" Target="../slideLayouts/slideLayout45.xml"/><Relationship Id="rId39" Type="http://schemas.openxmlformats.org/officeDocument/2006/relationships/slideLayout" Target="../slideLayouts/slideLayout46.xml"/><Relationship Id="rId40" Type="http://schemas.openxmlformats.org/officeDocument/2006/relationships/slideLayout" Target="../slideLayouts/slideLayout47.xml"/><Relationship Id="rId41" Type="http://schemas.openxmlformats.org/officeDocument/2006/relationships/slideLayout" Target="../slideLayouts/slideLayout48.xml"/><Relationship Id="rId42" Type="http://schemas.openxmlformats.org/officeDocument/2006/relationships/slideLayout" Target="../slideLayouts/slideLayout49.xml"/><Relationship Id="rId43" Type="http://schemas.openxmlformats.org/officeDocument/2006/relationships/slideLayout" Target="../slideLayouts/slideLayout50.xml"/><Relationship Id="rId44" Type="http://schemas.openxmlformats.org/officeDocument/2006/relationships/slideLayout" Target="../slideLayouts/slideLayout51.xml"/><Relationship Id="rId45" Type="http://schemas.openxmlformats.org/officeDocument/2006/relationships/slideLayout" Target="../slideLayouts/slideLayout52.xml"/><Relationship Id="rId46" Type="http://schemas.openxmlformats.org/officeDocument/2006/relationships/slideLayout" Target="../slideLayouts/slideLayout53.xml"/><Relationship Id="rId47" Type="http://schemas.openxmlformats.org/officeDocument/2006/relationships/slideLayout" Target="../slideLayouts/slideLayout54.xml"/><Relationship Id="rId48" Type="http://schemas.openxmlformats.org/officeDocument/2006/relationships/slideLayout" Target="../slideLayouts/slideLayout55.xml"/><Relationship Id="rId49" Type="http://schemas.openxmlformats.org/officeDocument/2006/relationships/slideLayout" Target="../slideLayouts/slideLayout56.xml"/><Relationship Id="rId50" Type="http://schemas.openxmlformats.org/officeDocument/2006/relationships/slideLayout" Target="../slideLayouts/slideLayout57.xml"/><Relationship Id="rId51" Type="http://schemas.openxmlformats.org/officeDocument/2006/relationships/slideLayout" Target="../slideLayouts/slideLayout58.xml"/><Relationship Id="rId52" Type="http://schemas.openxmlformats.org/officeDocument/2006/relationships/slideLayout" Target="../slideLayouts/slideLayout59.xml"/><Relationship Id="rId53" Type="http://schemas.openxmlformats.org/officeDocument/2006/relationships/slideLayout" Target="../slideLayouts/slideLayout60.xml"/><Relationship Id="rId54" Type="http://schemas.openxmlformats.org/officeDocument/2006/relationships/slideLayout" Target="../slideLayouts/slideLayout61.xml"/><Relationship Id="rId55" Type="http://schemas.openxmlformats.org/officeDocument/2006/relationships/slideLayout" Target="../slideLayouts/slideLayout62.xml"/><Relationship Id="rId56" Type="http://schemas.openxmlformats.org/officeDocument/2006/relationships/slideLayout" Target="../slideLayouts/slideLayout63.xml"/><Relationship Id="rId57" Type="http://schemas.openxmlformats.org/officeDocument/2006/relationships/slideLayout" Target="../slideLayouts/slideLayout64.xml"/><Relationship Id="rId5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8DDDDC6E-D8B0-49A3-98DC-0A424A99A9BB}"/>
              </a:ext>
            </a:extLst>
          </p:cNvPr>
          <p:cNvGraphicFramePr>
            <a:graphicFrameLocks noChangeAspect="1"/>
          </p:cNvGraphicFramePr>
          <p:nvPr userDrawn="1">
            <p:custDataLst>
              <p:tags r:id="rId9"/>
            </p:custDataLst>
            <p:extLst>
              <p:ext uri="{D42A27DB-BD31-4B8C-83A1-F6EECF244321}">
                <p14:modId xmlns:p14="http://schemas.microsoft.com/office/powerpoint/2010/main" val="27491568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11" imgW="470" imgH="469" progId="TCLayout.ActiveDocument.1">
                  <p:embed/>
                </p:oleObj>
              </mc:Choice>
              <mc:Fallback>
                <p:oleObj name="think-cell スライド" r:id="rId11" imgW="470" imgH="469" progId="TCLayout.ActiveDocument.1">
                  <p:embed/>
                  <p:pic>
                    <p:nvPicPr>
                      <p:cNvPr id="7" name="オブジェクト 6" hidden="1">
                        <a:extLst>
                          <a:ext uri="{FF2B5EF4-FFF2-40B4-BE49-F238E27FC236}">
                            <a16:creationId xmlns:a16="http://schemas.microsoft.com/office/drawing/2014/main" id="{8DDDDC6E-D8B0-49A3-98DC-0A424A99A9B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正方形/長方形 3" hidden="1">
            <a:extLst>
              <a:ext uri="{FF2B5EF4-FFF2-40B4-BE49-F238E27FC236}">
                <a16:creationId xmlns:a16="http://schemas.microsoft.com/office/drawing/2014/main" id="{01ABE458-7EA5-4F38-A647-23062852E7F9}"/>
              </a:ext>
            </a:extLst>
          </p:cNvPr>
          <p:cNvSpPr/>
          <p:nvPr userDrawn="1">
            <p:custDataLst>
              <p:tags r:id="rId10"/>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4000" b="1" i="0" baseline="0">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2" name="Title Placeholder 1"/>
          <p:cNvSpPr>
            <a:spLocks noGrp="1"/>
          </p:cNvSpPr>
          <p:nvPr>
            <p:ph type="title"/>
          </p:nvPr>
        </p:nvSpPr>
        <p:spPr>
          <a:xfrm>
            <a:off x="381000" y="381000"/>
            <a:ext cx="11430000" cy="990601"/>
          </a:xfrm>
          <a:prstGeom prst="rect">
            <a:avLst/>
          </a:prstGeom>
        </p:spPr>
        <p:txBody>
          <a:bodyPr vert="horz" lIns="0" tIns="45720" rIns="0" bIns="0" rtlCol="0" anchor="t" anchorCtr="0">
            <a:normAutofit/>
          </a:bodyPr>
          <a:lstStyle/>
          <a:p>
            <a:r>
              <a:rPr lang="en-US"/>
              <a:t>Click to edit Master title style</a:t>
            </a:r>
          </a:p>
        </p:txBody>
      </p:sp>
      <p:sp>
        <p:nvSpPr>
          <p:cNvPr id="3" name="Text Placeholder 2"/>
          <p:cNvSpPr>
            <a:spLocks noGrp="1"/>
          </p:cNvSpPr>
          <p:nvPr>
            <p:ph type="body" idx="1"/>
          </p:nvPr>
        </p:nvSpPr>
        <p:spPr>
          <a:xfrm>
            <a:off x="381000" y="1828800"/>
            <a:ext cx="11430000" cy="4686300"/>
          </a:xfrm>
          <a:prstGeom prst="rect">
            <a:avLst/>
          </a:prstGeom>
        </p:spPr>
        <p:txBody>
          <a:bodyPr vert="horz" lIns="0" tIns="91440" rIns="0" bIns="45720" rtlCol="0">
            <a:noAutofit/>
          </a:bodyPr>
          <a:lstStyle/>
          <a:p>
            <a:pPr lvl="0"/>
            <a:r>
              <a:rPr lang="en-US"/>
              <a:t>Edit Master text styles</a:t>
            </a:r>
          </a:p>
          <a:p>
            <a:pPr lvl="1"/>
            <a:r>
              <a:rPr lang="en-US"/>
              <a:t>Second level</a:t>
            </a:r>
          </a:p>
          <a:p>
            <a:pPr lvl="2"/>
            <a:r>
              <a:rPr lang="en-US"/>
              <a:t>Third level</a:t>
            </a:r>
          </a:p>
        </p:txBody>
      </p:sp>
      <p:sp>
        <p:nvSpPr>
          <p:cNvPr id="5" name="Footer Placeholder 4"/>
          <p:cNvSpPr>
            <a:spLocks noGrp="1"/>
          </p:cNvSpPr>
          <p:nvPr>
            <p:ph type="ftr" sz="quarter" idx="3"/>
          </p:nvPr>
        </p:nvSpPr>
        <p:spPr>
          <a:xfrm>
            <a:off x="381003" y="6519010"/>
            <a:ext cx="5714999" cy="206375"/>
          </a:xfrm>
          <a:prstGeom prst="rect">
            <a:avLst/>
          </a:prstGeom>
        </p:spPr>
        <p:txBody>
          <a:bodyPr vert="horz" lIns="0" tIns="0" rIns="0" bIns="0" rtlCol="0" anchor="b" anchorCtr="0"/>
          <a:lstStyle>
            <a:lvl1pPr algn="l">
              <a:defRPr sz="1000">
                <a:solidFill>
                  <a:schemeClr val="bg1">
                    <a:lumMod val="65000"/>
                  </a:schemeClr>
                </a:solidFill>
                <a:latin typeface="Meiryo UI" panose="020B0604030504040204" pitchFamily="50" charset="-128"/>
                <a:ea typeface="Meiryo UI" panose="020B0604030504040204" pitchFamily="50" charset="-128"/>
              </a:defRPr>
            </a:lvl1pPr>
          </a:lstStyle>
          <a:p>
            <a:r>
              <a:rPr lang="en-US" dirty="0"/>
              <a:t>Copyright © 20</a:t>
            </a:r>
            <a:r>
              <a:rPr lang="en-US" altLang="ja-JP" dirty="0"/>
              <a:t>26</a:t>
            </a:r>
            <a:r>
              <a:rPr lang="en-US" dirty="0"/>
              <a:t> Accenture. All rights reserved.</a:t>
            </a:r>
          </a:p>
        </p:txBody>
      </p:sp>
      <p:sp>
        <p:nvSpPr>
          <p:cNvPr id="6" name="Slide Number Placeholder 5"/>
          <p:cNvSpPr>
            <a:spLocks noGrp="1"/>
          </p:cNvSpPr>
          <p:nvPr>
            <p:ph type="sldNum" sz="quarter" idx="4"/>
          </p:nvPr>
        </p:nvSpPr>
        <p:spPr>
          <a:xfrm>
            <a:off x="11506203" y="6519010"/>
            <a:ext cx="304799" cy="206375"/>
          </a:xfrm>
          <a:prstGeom prst="rect">
            <a:avLst/>
          </a:prstGeom>
        </p:spPr>
        <p:txBody>
          <a:bodyPr vert="horz" lIns="0" tIns="0" rIns="0" bIns="0" rtlCol="0" anchor="b" anchorCtr="0"/>
          <a:lstStyle>
            <a:lvl1pPr algn="r">
              <a:defRPr sz="1000">
                <a:solidFill>
                  <a:schemeClr val="bg1">
                    <a:lumMod val="65000"/>
                  </a:schemeClr>
                </a:solidFill>
                <a:latin typeface="Meiryo UI" panose="020B0604030504040204" pitchFamily="50" charset="-128"/>
                <a:ea typeface="Meiryo UI" panose="020B0604030504040204" pitchFamily="50" charset="-128"/>
              </a:defRPr>
            </a:lvl1pPr>
          </a:lstStyle>
          <a:p>
            <a:fld id="{4F9AC08D-23A9-440E-BCB9-AA1E9877CC38}" type="slidenum">
              <a:rPr lang="en-US" smtClean="0"/>
              <a:pPr/>
              <a:t>‹#›</a:t>
            </a:fld>
            <a:endParaRPr lang="en-US"/>
          </a:p>
        </p:txBody>
      </p:sp>
    </p:spTree>
    <p:extLst>
      <p:ext uri="{BB962C8B-B14F-4D97-AF65-F5344CB8AC3E}">
        <p14:creationId xmlns:p14="http://schemas.microsoft.com/office/powerpoint/2010/main" val="99208917"/>
      </p:ext>
    </p:extLst>
  </p:cSld>
  <p:clrMap bg1="lt1" tx1="dk1" bg2="lt2" tx2="dk2" accent1="accent1" accent2="accent2" accent3="accent3" accent4="accent4" accent5="accent5" accent6="accent6" hlink="hlink" folHlink="folHlink"/>
  <p:sldLayoutIdLst>
    <p:sldLayoutId id="2147483694" r:id="rId1"/>
    <p:sldLayoutId id="2147483664" r:id="rId2"/>
    <p:sldLayoutId id="2147483665" r:id="rId3"/>
    <p:sldLayoutId id="2147483666" r:id="rId4"/>
    <p:sldLayoutId id="2147483667" r:id="rId5"/>
    <p:sldLayoutId id="2147483668" r:id="rId6"/>
    <p:sldLayoutId id="2147483663" r:id="rId7"/>
  </p:sldLayoutIdLst>
  <p:hf hdr="0"/>
  <p:txStyles>
    <p:titleStyle>
      <a:lvl1pPr marL="0" indent="0" algn="l" defTabSz="914312" rtl="0" eaLnBrk="1" latinLnBrk="0" hangingPunct="1">
        <a:lnSpc>
          <a:spcPct val="70000"/>
        </a:lnSpc>
        <a:spcBef>
          <a:spcPct val="0"/>
        </a:spcBef>
        <a:buNone/>
        <a:defRPr sz="4000" b="1" kern="1200" cap="all" baseline="0">
          <a:solidFill>
            <a:schemeClr val="accent1"/>
          </a:solidFill>
          <a:latin typeface="Meiryo UI" panose="020B0604030504040204" pitchFamily="50" charset="-128"/>
          <a:ea typeface="Meiryo UI" panose="020B0604030504040204" pitchFamily="50" charset="-128"/>
          <a:cs typeface="+mj-cs"/>
        </a:defRPr>
      </a:lvl1pPr>
    </p:titleStyle>
    <p:bodyStyle>
      <a:lvl1pPr marL="55557" indent="0" algn="l" defTabSz="914312" rtl="0" eaLnBrk="1" latinLnBrk="0" hangingPunct="1">
        <a:lnSpc>
          <a:spcPct val="85000"/>
        </a:lnSpc>
        <a:spcBef>
          <a:spcPts val="0"/>
        </a:spcBef>
        <a:spcAft>
          <a:spcPts val="1200"/>
        </a:spcAft>
        <a:buFont typeface="Arial" panose="020B0604020202020204" pitchFamily="34" charset="0"/>
        <a:buNone/>
        <a:defRPr sz="2800" b="1" kern="1200" cap="none" baseline="0">
          <a:solidFill>
            <a:schemeClr val="tx1"/>
          </a:solidFill>
          <a:latin typeface="Meiryo UI" panose="020B0604030504040204" pitchFamily="50" charset="-128"/>
          <a:ea typeface="Meiryo UI" panose="020B0604030504040204" pitchFamily="50" charset="-128"/>
          <a:cs typeface="+mn-cs"/>
        </a:defRPr>
      </a:lvl1pPr>
      <a:lvl2pPr marL="285724" indent="-230166" algn="l" defTabSz="914312" rtl="0" eaLnBrk="1" latinLnBrk="0" hangingPunct="1">
        <a:lnSpc>
          <a:spcPct val="100000"/>
        </a:lnSpc>
        <a:spcBef>
          <a:spcPts val="0"/>
        </a:spcBef>
        <a:spcAft>
          <a:spcPts val="1200"/>
        </a:spcAft>
        <a:buFont typeface="Arial" panose="020B0604020202020204" pitchFamily="34" charset="0"/>
        <a:buChar char="•"/>
        <a:defRPr sz="2200" kern="1200">
          <a:solidFill>
            <a:schemeClr val="tx1"/>
          </a:solidFill>
          <a:latin typeface="Meiryo UI" panose="020B0604030504040204" pitchFamily="50" charset="-128"/>
          <a:ea typeface="Meiryo UI" panose="020B0604030504040204" pitchFamily="50" charset="-128"/>
          <a:cs typeface="+mn-cs"/>
        </a:defRPr>
      </a:lvl2pPr>
      <a:lvl3pPr marL="514302" indent="-230166" algn="l" defTabSz="914312" rtl="0" eaLnBrk="1" latinLnBrk="0" hangingPunct="1">
        <a:lnSpc>
          <a:spcPct val="110000"/>
        </a:lnSpc>
        <a:spcBef>
          <a:spcPts val="0"/>
        </a:spcBef>
        <a:spcAft>
          <a:spcPts val="600"/>
        </a:spcAft>
        <a:buFont typeface="Graphik" panose="020B0503030202060203" pitchFamily="34" charset="0"/>
        <a:buChar char="–"/>
        <a:defRPr sz="1800" kern="1200">
          <a:solidFill>
            <a:schemeClr val="tx1"/>
          </a:solidFill>
          <a:latin typeface="Meiryo UI" panose="020B0604030504040204" pitchFamily="50" charset="-128"/>
          <a:ea typeface="Meiryo UI" panose="020B0604030504040204" pitchFamily="50" charset="-128"/>
          <a:cs typeface="+mn-cs"/>
        </a:defRPr>
      </a:lvl3pPr>
      <a:lvl4pPr marL="685734" indent="-171434" algn="l" defTabSz="914312"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167" indent="-177784" algn="l" defTabSz="914312"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00" indent="-173022" algn="l" defTabSz="914312"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57" indent="0" algn="l" defTabSz="914312"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57" indent="0" algn="l" defTabSz="914312"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57" indent="0" algn="l" defTabSz="914312"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12" rtl="0" eaLnBrk="1" latinLnBrk="0" hangingPunct="1">
        <a:defRPr sz="1800" kern="1200">
          <a:solidFill>
            <a:schemeClr val="tx1"/>
          </a:solidFill>
          <a:latin typeface="+mn-lt"/>
          <a:ea typeface="+mn-ea"/>
          <a:cs typeface="+mn-cs"/>
        </a:defRPr>
      </a:lvl1pPr>
      <a:lvl2pPr marL="457156" algn="l" defTabSz="914312" rtl="0" eaLnBrk="1" latinLnBrk="0" hangingPunct="1">
        <a:defRPr sz="1800" kern="1200">
          <a:solidFill>
            <a:schemeClr val="tx1"/>
          </a:solidFill>
          <a:latin typeface="+mn-lt"/>
          <a:ea typeface="+mn-ea"/>
          <a:cs typeface="+mn-cs"/>
        </a:defRPr>
      </a:lvl2pPr>
      <a:lvl3pPr marL="914312" algn="l" defTabSz="914312" rtl="0" eaLnBrk="1" latinLnBrk="0" hangingPunct="1">
        <a:defRPr sz="1800" kern="1200">
          <a:solidFill>
            <a:schemeClr val="tx1"/>
          </a:solidFill>
          <a:latin typeface="+mn-lt"/>
          <a:ea typeface="+mn-ea"/>
          <a:cs typeface="+mn-cs"/>
        </a:defRPr>
      </a:lvl3pPr>
      <a:lvl4pPr marL="1371468" algn="l" defTabSz="914312" rtl="0" eaLnBrk="1" latinLnBrk="0" hangingPunct="1">
        <a:defRPr sz="1800" kern="1200">
          <a:solidFill>
            <a:schemeClr val="tx1"/>
          </a:solidFill>
          <a:latin typeface="+mn-lt"/>
          <a:ea typeface="+mn-ea"/>
          <a:cs typeface="+mn-cs"/>
        </a:defRPr>
      </a:lvl4pPr>
      <a:lvl5pPr marL="1828623" algn="l" defTabSz="914312" rtl="0" eaLnBrk="1" latinLnBrk="0" hangingPunct="1">
        <a:defRPr sz="1800" kern="1200">
          <a:solidFill>
            <a:schemeClr val="tx1"/>
          </a:solidFill>
          <a:latin typeface="+mn-lt"/>
          <a:ea typeface="+mn-ea"/>
          <a:cs typeface="+mn-cs"/>
        </a:defRPr>
      </a:lvl5pPr>
      <a:lvl6pPr marL="2285779" algn="l" defTabSz="914312" rtl="0" eaLnBrk="1" latinLnBrk="0" hangingPunct="1">
        <a:defRPr sz="1800" kern="1200">
          <a:solidFill>
            <a:schemeClr val="tx1"/>
          </a:solidFill>
          <a:latin typeface="+mn-lt"/>
          <a:ea typeface="+mn-ea"/>
          <a:cs typeface="+mn-cs"/>
        </a:defRPr>
      </a:lvl6pPr>
      <a:lvl7pPr marL="2742935" algn="l" defTabSz="914312" rtl="0" eaLnBrk="1" latinLnBrk="0" hangingPunct="1">
        <a:defRPr sz="1800" kern="1200">
          <a:solidFill>
            <a:schemeClr val="tx1"/>
          </a:solidFill>
          <a:latin typeface="+mn-lt"/>
          <a:ea typeface="+mn-ea"/>
          <a:cs typeface="+mn-cs"/>
        </a:defRPr>
      </a:lvl7pPr>
      <a:lvl8pPr marL="3200091" algn="l" defTabSz="914312" rtl="0" eaLnBrk="1" latinLnBrk="0" hangingPunct="1">
        <a:defRPr sz="1800" kern="1200">
          <a:solidFill>
            <a:schemeClr val="tx1"/>
          </a:solidFill>
          <a:latin typeface="+mn-lt"/>
          <a:ea typeface="+mn-ea"/>
          <a:cs typeface="+mn-cs"/>
        </a:defRPr>
      </a:lvl8pPr>
      <a:lvl9pPr marL="3657247" algn="l" defTabSz="91431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52">
          <p15:clr>
            <a:srgbClr val="F26B43"/>
          </p15:clr>
        </p15:guide>
        <p15:guide id="2" pos="5640">
          <p15:clr>
            <a:srgbClr val="F26B43"/>
          </p15:clr>
        </p15:guide>
        <p15:guide id="3">
          <p15:clr>
            <a:srgbClr val="F26B43"/>
          </p15:clr>
        </p15:guide>
        <p15:guide id="6" orient="horz">
          <p15:clr>
            <a:srgbClr val="F26B43"/>
          </p15:clr>
        </p15:guide>
        <p15:guide id="8"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6" orient="horz" pos="240">
          <p15:clr>
            <a:srgbClr val="F26B43"/>
          </p15:clr>
        </p15:guide>
        <p15:guide id="17"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dirty="0">
                <a:solidFill>
                  <a:schemeClr val="tx1">
                    <a:lumMod val="50000"/>
                    <a:lumOff val="50000"/>
                    <a:alpha val="75000"/>
                  </a:schemeClr>
                </a:solidFill>
                <a:latin typeface="Graphik" panose="020B0503030202060203" pitchFamily="34" charset="77"/>
              </a:rPr>
              <a:t>Copyright © 2026 Accenture. All rights reserved.</a:t>
            </a:r>
            <a:endParaRPr lang="en-US" sz="1351" noProof="0" dirty="0">
              <a:solidFill>
                <a:schemeClr val="tx1">
                  <a:lumMod val="50000"/>
                  <a:lumOff val="50000"/>
                  <a:alpha val="75000"/>
                </a:schemeClr>
              </a:solidFill>
              <a:latin typeface="Graphik" panose="020B0503030202060203" pitchFamily="34" charset="77"/>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Graphik Semibold" panose="020B0703030202060203" pitchFamily="34" charset="0"/>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dirty="0">
              <a:solidFill>
                <a:schemeClr val="tx1">
                  <a:lumMod val="50000"/>
                  <a:lumOff val="50000"/>
                  <a:alpha val="75000"/>
                </a:schemeClr>
              </a:solidFill>
              <a:latin typeface="Graphik Semibold" panose="020B0703030202060203" pitchFamily="34" charset="0"/>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731725642"/>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30" r:id="rId35"/>
    <p:sldLayoutId id="2147483731" r:id="rId36"/>
    <p:sldLayoutId id="2147483732" r:id="rId37"/>
    <p:sldLayoutId id="2147483733" r:id="rId38"/>
    <p:sldLayoutId id="2147483734" r:id="rId39"/>
    <p:sldLayoutId id="2147483735" r:id="rId40"/>
    <p:sldLayoutId id="2147483736" r:id="rId41"/>
    <p:sldLayoutId id="2147483737" r:id="rId42"/>
    <p:sldLayoutId id="2147483738" r:id="rId43"/>
    <p:sldLayoutId id="2147483739" r:id="rId44"/>
    <p:sldLayoutId id="2147483740" r:id="rId45"/>
    <p:sldLayoutId id="2147483741" r:id="rId46"/>
    <p:sldLayoutId id="2147483742" r:id="rId47"/>
    <p:sldLayoutId id="2147483743" r:id="rId48"/>
    <p:sldLayoutId id="2147483744" r:id="rId49"/>
    <p:sldLayoutId id="2147483745" r:id="rId50"/>
    <p:sldLayoutId id="2147483746" r:id="rId51"/>
    <p:sldLayoutId id="2147483747" r:id="rId52"/>
    <p:sldLayoutId id="2147483748" r:id="rId53"/>
    <p:sldLayoutId id="2147483749" r:id="rId54"/>
    <p:sldLayoutId id="2147483750" r:id="rId55"/>
    <p:sldLayoutId id="2147483751" r:id="rId56"/>
    <p:sldLayoutId id="2147483752" r:id="rId57"/>
  </p:sldLayoutIdLst>
  <p:hf sldNum="0" hdr="0" ftr="0" dt="0"/>
  <p:txStyles>
    <p:titleStyle>
      <a:lvl1pPr algn="l" defTabSz="914377" rtl="0" eaLnBrk="1" latinLnBrk="0" hangingPunct="1">
        <a:lnSpc>
          <a:spcPct val="80000"/>
        </a:lnSpc>
        <a:spcBef>
          <a:spcPct val="0"/>
        </a:spcBef>
        <a:buNone/>
        <a:defRPr sz="3200" b="0" i="0" kern="1200">
          <a:solidFill>
            <a:schemeClr val="tx1"/>
          </a:solidFill>
          <a:latin typeface="Graphik Semibold" panose="020B0503030202060203" pitchFamily="34" charset="77"/>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8" pos="347">
          <p15:clr>
            <a:srgbClr val="9FCC3B"/>
          </p15:clr>
        </p15:guide>
        <p15:guide id="9" pos="733">
          <p15:clr>
            <a:srgbClr val="C35EA4"/>
          </p15:clr>
        </p15:guide>
        <p15:guide id="10" pos="7514">
          <p15:clr>
            <a:srgbClr val="5ACBF0"/>
          </p15:clr>
        </p15:guide>
        <p15:guide id="11" pos="166">
          <p15:clr>
            <a:srgbClr val="5ACBF0"/>
          </p15:clr>
        </p15:guide>
        <p15:guide id="12" orient="horz" pos="4156">
          <p15:clr>
            <a:srgbClr val="5ACBF0"/>
          </p15:clr>
        </p15:guide>
        <p15:guide id="13" pos="7333">
          <p15:clr>
            <a:srgbClr val="9FCC3B"/>
          </p15:clr>
        </p15:guide>
        <p15:guide id="14" orient="horz" pos="346">
          <p15:clr>
            <a:srgbClr val="9FCC3B"/>
          </p15:clr>
        </p15:guide>
        <p15:guide id="15" orient="horz" pos="3974">
          <p15:clr>
            <a:srgbClr val="9FCC3B"/>
          </p15:clr>
        </p15:guide>
        <p15:guide id="16" orient="horz" pos="845">
          <p15:clr>
            <a:srgbClr val="A4A3A4"/>
          </p15:clr>
        </p15:guide>
        <p15:guide id="17" orient="horz" pos="3861">
          <p15:clr>
            <a:srgbClr val="A4A3A4"/>
          </p15:clr>
        </p15:guide>
        <p15:guide id="18" pos="6924">
          <p15:clr>
            <a:srgbClr val="C35EA4"/>
          </p15:clr>
        </p15:guide>
        <p15:guide id="19" orient="horz" pos="1162">
          <p15:clr>
            <a:srgbClr val="FDE53C"/>
          </p15:clr>
        </p15:guide>
        <p15:guide id="20" pos="7015">
          <p15:clr>
            <a:srgbClr val="F26B43"/>
          </p15:clr>
        </p15:guide>
        <p15:guide id="21" pos="66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60073"/>
        </a:solidFill>
        <a:effectLst/>
      </p:bgPr>
    </p:bg>
    <p:spTree>
      <p:nvGrpSpPr>
        <p:cNvPr id="1" name=""/>
        <p:cNvGrpSpPr/>
        <p:nvPr/>
      </p:nvGrpSpPr>
      <p:grpSpPr/>
      <p:sp>
        <p:nvSpPr>
          <p:cNvPr id="2" name="Title 1"/>
          <p:cNvSpPr>
            <a:spLocks noGrp="1"/>
          </p:cNvSpPr>
          <p:nvPr>
            <p:ph type="ctrTitle"/>
          </p:nvPr>
        </p:nvSpPr>
        <p:spPr/>
        <p:txBody>
          <a:bodyPr/>
          <a:lstStyle/>
          <a:p>
            <a:pPr>
              <a:defRPr sz="4000" b="1">
                <a:solidFill>
                  <a:srgbClr val="FFFFFF"/>
                </a:solidFill>
                <a:latin typeface="Meiryo UI"/>
              </a:defRPr>
            </a:pPr>
            <a:r>
              <a:t>N1分析レポート</a:t>
            </a:r>
          </a:p>
          <a:p>
            <a:pPr>
              <a:defRPr sz="2800" b="1">
                <a:solidFill>
                  <a:srgbClr val="FFFFFF"/>
                </a:solidFill>
                <a:latin typeface="Meiryo UI"/>
              </a:defRPr>
            </a:pPr>
            <a:r>
              <a:t>被相続人 #5 ミラクルピカ（70歳・女性・静岡）</a:t>
            </a:r>
          </a:p>
        </p:txBody>
      </p:sp>
      <p:sp>
        <p:nvSpPr>
          <p:cNvPr id="3" name="Subtitle 2"/>
          <p:cNvSpPr>
            <a:spLocks noGrp="1"/>
          </p:cNvSpPr>
          <p:nvPr>
            <p:ph type="subTitle" idx="1"/>
          </p:nvPr>
        </p:nvSpPr>
        <p:spPr/>
        <p:txBody>
          <a:bodyPr/>
          <a:lstStyle/>
          <a:p>
            <a:pPr>
              <a:defRPr sz="1600" b="0">
                <a:solidFill>
                  <a:srgbClr val="FFFFFF"/>
                </a:solidFill>
                <a:latin typeface="Meiryo UI"/>
              </a:defRPr>
            </a:pPr>
            <a:r>
              <a:t>インタビュー実施日：2026年7月1日</a:t>
            </a:r>
          </a:p>
        </p:txBody>
      </p:sp>
      <p:sp>
        <p:nvSpPr>
          <p:cNvPr id="4" name="Text Placeholder 3"/>
          <p:cNvSpPr>
            <a:spLocks noGrp="1"/>
          </p:cNvSpPr>
          <p:nvPr>
            <p:ph type="body" idx="12" sz="quarter"/>
          </p:nvPr>
        </p:nvSpPr>
        <p:spPr/>
        <p:txBody>
          <a:bodyPr/>
          <a:lstStyle/>
          <a:p>
            <a:pPr>
              <a:defRPr>
                <a:latin typeface="Meiryo UI"/>
              </a:defRPr>
            </a:pPr>
            <a:r>
              <a: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Meiryo UI"/>
              </a:rPr>
              <a:t>4つのクラスターから見えるミラクルピカの構造</a:t>
            </a:r>
          </a:p>
        </p:txBody>
      </p:sp>
      <p:sp>
        <p:nvSpPr>
          <p:cNvPr id="4" name="Text Placeholder 3"/>
          <p:cNvSpPr>
            <a:spLocks noGrp="1"/>
          </p:cNvSpPr>
          <p:nvPr>
            <p:ph type="body" idx="11" sz="quarter"/>
          </p:nvPr>
        </p:nvSpPr>
        <p:spPr/>
        <p:txBody>
          <a:bodyPr/>
          <a:lstStyle/>
          <a:p>
            <a:r>
              <a:rPr sz="1200">
                <a:solidFill>
                  <a:srgbClr val="818180"/>
                </a:solidFill>
                <a:latin typeface="Meiryo UI"/>
              </a:rPr>
              <a:t>N1分析 &gt; アフィニティマップ</a:t>
            </a:r>
          </a:p>
        </p:txBody>
      </p:sp>
      <p:sp>
        <p:nvSpPr>
          <p:cNvPr id="5" name="TextBox 4"/>
          <p:cNvSpPr txBox="1"/>
          <p:nvPr/>
        </p:nvSpPr>
        <p:spPr>
          <a:xfrm>
            <a:off x="384048" y="868680"/>
            <a:ext cx="11430000" cy="411480"/>
          </a:xfrm>
          <a:prstGeom prst="rect">
            <a:avLst/>
          </a:prstGeom>
          <a:noFill/>
        </p:spPr>
        <p:txBody>
          <a:bodyPr wrap="square">
            <a:spAutoFit/>
          </a:bodyPr>
          <a:lstStyle/>
          <a:p>
            <a:pPr>
              <a:defRPr sz="1800" b="1">
                <a:solidFill>
                  <a:srgbClr val="7500C0"/>
                </a:solidFill>
                <a:latin typeface="Meiryo UI"/>
              </a:defRPr>
            </a:pPr>
            <a:r>
              <a:t>Factを束ねると「揉め事・任せる・夫婦ズレ・今が窓」の4軸が浮かぶ</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Meiryo UI"/>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Meiryo UI"/>
              </a:defRPr>
            </a:pPr>
            <a:r>
              <a:t>1</a:t>
            </a:r>
          </a:p>
        </p:txBody>
      </p:sp>
      <p:sp>
        <p:nvSpPr>
          <p:cNvPr id="10" name="Rectangle 9"/>
          <p:cNvSpPr/>
          <p:nvPr/>
        </p:nvSpPr>
        <p:spPr>
          <a:xfrm>
            <a:off x="384048" y="1371600"/>
            <a:ext cx="5641848" cy="2372868"/>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1463040"/>
            <a:ext cx="5422392" cy="292608"/>
          </a:xfrm>
          <a:prstGeom prst="rect">
            <a:avLst/>
          </a:prstGeom>
          <a:noFill/>
        </p:spPr>
        <p:txBody>
          <a:bodyPr wrap="square">
            <a:spAutoFit/>
          </a:bodyPr>
          <a:lstStyle/>
          <a:p>
            <a:pPr algn="l">
              <a:defRPr sz="1200" b="1">
                <a:solidFill>
                  <a:srgbClr val="FFFFFF"/>
                </a:solidFill>
                <a:latin typeface="Meiryo UI"/>
              </a:defRPr>
            </a:pPr>
            <a:r>
              <a:t>A｜家族の複雑な力学</a:t>
            </a:r>
          </a:p>
        </p:txBody>
      </p:sp>
      <p:sp>
        <p:nvSpPr>
          <p:cNvPr id="12" name="TextBox 11"/>
          <p:cNvSpPr txBox="1"/>
          <p:nvPr/>
        </p:nvSpPr>
        <p:spPr>
          <a:xfrm>
            <a:off x="493776" y="1792224"/>
            <a:ext cx="5422392" cy="1860803"/>
          </a:xfrm>
          <a:prstGeom prst="rect">
            <a:avLst/>
          </a:prstGeom>
          <a:noFill/>
        </p:spPr>
        <p:txBody>
          <a:bodyPr wrap="square">
            <a:spAutoFit/>
          </a:bodyPr>
          <a:lstStyle/>
          <a:p>
            <a:pPr>
              <a:spcAft>
                <a:spcPts val="400"/>
              </a:spcAft>
              <a:defRPr sz="1000" b="0">
                <a:solidFill>
                  <a:srgbClr val="FFFFFF"/>
                </a:solidFill>
                <a:latin typeface="Meiryo UI"/>
              </a:defRPr>
            </a:pPr>
            <a:r>
              <a:t>• 揉め事の本質は「長男嫁 vs 次男嫁」</a:t>
            </a:r>
          </a:p>
          <a:p>
            <a:pPr>
              <a:spcAft>
                <a:spcPts val="400"/>
              </a:spcAft>
              <a:defRPr sz="1000" b="0">
                <a:solidFill>
                  <a:srgbClr val="FFFFFF"/>
                </a:solidFill>
                <a:latin typeface="Meiryo UI"/>
              </a:defRPr>
            </a:pPr>
            <a:r>
              <a:t>• ミラクルピカは「どちらも可愛い」と言いつつ次男を応援</a:t>
            </a:r>
          </a:p>
          <a:p>
            <a:pPr>
              <a:spcAft>
                <a:spcPts val="400"/>
              </a:spcAft>
              <a:defRPr sz="1000" b="0">
                <a:solidFill>
                  <a:srgbClr val="FFFFFF"/>
                </a:solidFill>
                <a:latin typeface="Meiryo UI"/>
              </a:defRPr>
            </a:pPr>
            <a:r>
              <a:t>• 長男と4カ月連絡なし・配分の話が凍結</a:t>
            </a:r>
          </a:p>
          <a:p>
            <a:pPr>
              <a:spcAft>
                <a:spcPts val="400"/>
              </a:spcAft>
              <a:defRPr sz="1000" b="0">
                <a:solidFill>
                  <a:srgbClr val="FFFFFF"/>
                </a:solidFill>
                <a:latin typeface="Meiryo UI"/>
              </a:defRPr>
            </a:pPr>
            <a:r>
              <a:t>• 夫は「全部次男に」の遺言書を書くかもしれない</a:t>
            </a:r>
          </a:p>
        </p:txBody>
      </p:sp>
      <p:sp>
        <p:nvSpPr>
          <p:cNvPr id="13" name="Rectangle 12"/>
          <p:cNvSpPr/>
          <p:nvPr/>
        </p:nvSpPr>
        <p:spPr>
          <a:xfrm>
            <a:off x="6172200" y="1371600"/>
            <a:ext cx="5641848" cy="2372868"/>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1463040"/>
            <a:ext cx="5422392" cy="292608"/>
          </a:xfrm>
          <a:prstGeom prst="rect">
            <a:avLst/>
          </a:prstGeom>
          <a:noFill/>
        </p:spPr>
        <p:txBody>
          <a:bodyPr wrap="square">
            <a:spAutoFit/>
          </a:bodyPr>
          <a:lstStyle/>
          <a:p>
            <a:pPr algn="l">
              <a:defRPr sz="1200" b="1">
                <a:solidFill>
                  <a:srgbClr val="FFFFFF"/>
                </a:solidFill>
                <a:latin typeface="Meiryo UI"/>
              </a:defRPr>
            </a:pPr>
            <a:r>
              <a:t>B｜多角経営者の行動原理</a:t>
            </a:r>
          </a:p>
        </p:txBody>
      </p:sp>
      <p:sp>
        <p:nvSpPr>
          <p:cNvPr id="15" name="TextBox 14"/>
          <p:cNvSpPr txBox="1"/>
          <p:nvPr/>
        </p:nvSpPr>
        <p:spPr>
          <a:xfrm>
            <a:off x="6281928" y="1792224"/>
            <a:ext cx="5422392" cy="1860803"/>
          </a:xfrm>
          <a:prstGeom prst="rect">
            <a:avLst/>
          </a:prstGeom>
          <a:noFill/>
        </p:spPr>
        <p:txBody>
          <a:bodyPr wrap="square">
            <a:spAutoFit/>
          </a:bodyPr>
          <a:lstStyle/>
          <a:p>
            <a:pPr>
              <a:spcAft>
                <a:spcPts val="400"/>
              </a:spcAft>
              <a:defRPr sz="1000" b="0">
                <a:solidFill>
                  <a:srgbClr val="FFFFFF"/>
                </a:solidFill>
                <a:latin typeface="Meiryo UI"/>
              </a:defRPr>
            </a:pPr>
            <a:r>
              <a:t>• 「面白そう」で動き失敗も笑い話にできる</a:t>
            </a:r>
          </a:p>
          <a:p>
            <a:pPr>
              <a:spcAft>
                <a:spcPts val="400"/>
              </a:spcAft>
              <a:defRPr sz="1000" b="0">
                <a:solidFill>
                  <a:srgbClr val="FFFFFF"/>
                </a:solidFill>
                <a:latin typeface="Meiryo UI"/>
              </a:defRPr>
            </a:pPr>
            <a:r>
              <a:t>• 採算の取れない物件は今年2月に整理済み</a:t>
            </a:r>
          </a:p>
          <a:p>
            <a:pPr>
              <a:spcAft>
                <a:spcPts val="400"/>
              </a:spcAft>
              <a:defRPr sz="1000" b="0">
                <a:solidFill>
                  <a:srgbClr val="FFFFFF"/>
                </a:solidFill>
                <a:latin typeface="Meiryo UI"/>
              </a:defRPr>
            </a:pPr>
            <a:r>
              <a:t>• 毎月複数の収入源を分散構築（プロの発想）</a:t>
            </a:r>
          </a:p>
          <a:p>
            <a:pPr>
              <a:spcAft>
                <a:spcPts val="400"/>
              </a:spcAft>
              <a:defRPr sz="1000" b="0">
                <a:solidFill>
                  <a:srgbClr val="FFFFFF"/>
                </a:solidFill>
                <a:latin typeface="Meiryo UI"/>
              </a:defRPr>
            </a:pPr>
            <a:r>
              <a:t>• 「書かないとダメ」とわかっているが手が動かない</a:t>
            </a:r>
          </a:p>
        </p:txBody>
      </p:sp>
      <p:sp>
        <p:nvSpPr>
          <p:cNvPr id="16" name="Rectangle 15"/>
          <p:cNvSpPr/>
          <p:nvPr/>
        </p:nvSpPr>
        <p:spPr>
          <a:xfrm>
            <a:off x="384048" y="3890772"/>
            <a:ext cx="5641848" cy="2372868"/>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3982211"/>
            <a:ext cx="5422392" cy="292608"/>
          </a:xfrm>
          <a:prstGeom prst="rect">
            <a:avLst/>
          </a:prstGeom>
          <a:noFill/>
        </p:spPr>
        <p:txBody>
          <a:bodyPr wrap="square">
            <a:spAutoFit/>
          </a:bodyPr>
          <a:lstStyle/>
          <a:p>
            <a:pPr algn="l">
              <a:defRPr sz="1200" b="1">
                <a:solidFill>
                  <a:srgbClr val="FFFFFF"/>
                </a:solidFill>
                <a:latin typeface="Meiryo UI"/>
              </a:defRPr>
            </a:pPr>
            <a:r>
              <a:t>C｜相談先への徹底的な受動性</a:t>
            </a:r>
          </a:p>
        </p:txBody>
      </p:sp>
      <p:sp>
        <p:nvSpPr>
          <p:cNvPr id="18" name="TextBox 17"/>
          <p:cNvSpPr txBox="1"/>
          <p:nvPr/>
        </p:nvSpPr>
        <p:spPr>
          <a:xfrm>
            <a:off x="493776" y="4311396"/>
            <a:ext cx="5422392" cy="1860803"/>
          </a:xfrm>
          <a:prstGeom prst="rect">
            <a:avLst/>
          </a:prstGeom>
          <a:noFill/>
        </p:spPr>
        <p:txBody>
          <a:bodyPr wrap="square">
            <a:spAutoFit/>
          </a:bodyPr>
          <a:lstStyle/>
          <a:p>
            <a:pPr>
              <a:spcAft>
                <a:spcPts val="400"/>
              </a:spcAft>
              <a:defRPr sz="1000" b="0">
                <a:solidFill>
                  <a:srgbClr val="FFFFFF"/>
                </a:solidFill>
                <a:latin typeface="Meiryo UI"/>
              </a:defRPr>
            </a:pPr>
            <a:r>
              <a:t>• レオパレス・証券会社・朝日生命：すべて「来てくれた」</a:t>
            </a:r>
          </a:p>
          <a:p>
            <a:pPr>
              <a:spcAft>
                <a:spcPts val="400"/>
              </a:spcAft>
              <a:defRPr sz="1000" b="0">
                <a:solidFill>
                  <a:srgbClr val="FFFFFF"/>
                </a:solidFill>
                <a:latin typeface="Meiryo UI"/>
              </a:defRPr>
            </a:pPr>
            <a:r>
              <a:t>• かんぽ保険金、面倒で請求に行かない</a:t>
            </a:r>
          </a:p>
          <a:p>
            <a:pPr>
              <a:spcAft>
                <a:spcPts val="400"/>
              </a:spcAft>
              <a:defRPr sz="1000" b="0">
                <a:solidFill>
                  <a:srgbClr val="FFFFFF"/>
                </a:solidFill>
                <a:latin typeface="Meiryo UI"/>
              </a:defRPr>
            </a:pPr>
            <a:r>
              <a:t>• 無料相談は「無料じゃない入り口が気に食わない」</a:t>
            </a:r>
          </a:p>
          <a:p>
            <a:pPr>
              <a:spcAft>
                <a:spcPts val="400"/>
              </a:spcAft>
              <a:defRPr sz="1000" b="0">
                <a:solidFill>
                  <a:srgbClr val="FFFFFF"/>
                </a:solidFill>
                <a:latin typeface="Meiryo UI"/>
              </a:defRPr>
            </a:pPr>
            <a:r>
              <a:t>• 「向こうから来てくれれば話す」が一貫した姿勢</a:t>
            </a:r>
          </a:p>
        </p:txBody>
      </p:sp>
      <p:sp>
        <p:nvSpPr>
          <p:cNvPr id="19" name="Rectangle 18"/>
          <p:cNvSpPr/>
          <p:nvPr/>
        </p:nvSpPr>
        <p:spPr>
          <a:xfrm>
            <a:off x="6172200" y="3890772"/>
            <a:ext cx="5641848" cy="2372868"/>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81928" y="3982211"/>
            <a:ext cx="5422392" cy="292608"/>
          </a:xfrm>
          <a:prstGeom prst="rect">
            <a:avLst/>
          </a:prstGeom>
          <a:noFill/>
        </p:spPr>
        <p:txBody>
          <a:bodyPr wrap="square">
            <a:spAutoFit/>
          </a:bodyPr>
          <a:lstStyle/>
          <a:p>
            <a:pPr algn="l">
              <a:defRPr sz="1200" b="1">
                <a:solidFill>
                  <a:srgbClr val="FFFFFF"/>
                </a:solidFill>
                <a:latin typeface="Meiryo UI"/>
              </a:defRPr>
            </a:pPr>
            <a:r>
              <a:t>D｜先送りと発火のタイムライン</a:t>
            </a:r>
          </a:p>
        </p:txBody>
      </p:sp>
      <p:sp>
        <p:nvSpPr>
          <p:cNvPr id="21" name="TextBox 20"/>
          <p:cNvSpPr txBox="1"/>
          <p:nvPr/>
        </p:nvSpPr>
        <p:spPr>
          <a:xfrm>
            <a:off x="6281928" y="4311396"/>
            <a:ext cx="5422392" cy="1860803"/>
          </a:xfrm>
          <a:prstGeom prst="rect">
            <a:avLst/>
          </a:prstGeom>
          <a:noFill/>
        </p:spPr>
        <p:txBody>
          <a:bodyPr wrap="square">
            <a:spAutoFit/>
          </a:bodyPr>
          <a:lstStyle/>
          <a:p>
            <a:pPr>
              <a:spcAft>
                <a:spcPts val="400"/>
              </a:spcAft>
              <a:defRPr sz="1000" b="0">
                <a:solidFill>
                  <a:srgbClr val="FFFFFF"/>
                </a:solidFill>
                <a:latin typeface="Meiryo UI"/>
              </a:defRPr>
            </a:pPr>
            <a:r>
              <a:t>• 「まだ死なないと思っているから先送り」</a:t>
            </a:r>
          </a:p>
          <a:p>
            <a:pPr>
              <a:spcAft>
                <a:spcPts val="400"/>
              </a:spcAft>
              <a:defRPr sz="1000" b="0">
                <a:solidFill>
                  <a:srgbClr val="FFFFFF"/>
                </a:solidFill>
                <a:latin typeface="Meiryo UI"/>
              </a:defRPr>
            </a:pPr>
            <a:r>
              <a:t>• 半年前からやっと自由な時間ができた</a:t>
            </a:r>
          </a:p>
          <a:p>
            <a:pPr>
              <a:spcAft>
                <a:spcPts val="400"/>
              </a:spcAft>
              <a:defRPr sz="1000" b="0">
                <a:solidFill>
                  <a:srgbClr val="FFFFFF"/>
                </a:solidFill>
                <a:latin typeface="Meiryo UI"/>
              </a:defRPr>
            </a:pPr>
            <a:r>
              <a:t>• 「ほんの何日か前」に朝日生命の友人と保険の話</a:t>
            </a:r>
          </a:p>
          <a:p>
            <a:pPr>
              <a:spcAft>
                <a:spcPts val="400"/>
              </a:spcAft>
              <a:defRPr sz="1000" b="0">
                <a:solidFill>
                  <a:srgbClr val="FFFFFF"/>
                </a:solidFill>
                <a:latin typeface="Meiryo UI"/>
              </a:defRPr>
            </a:pPr>
            <a:r>
              <a:t>• 終活スイッチは今まさに発火しつつある状態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Meiryo UI"/>
              </a:rPr>
              <a:t>ミラクルピカの世界観：「面白そう」で動き「全部任せる」で完結する</a:t>
            </a:r>
          </a:p>
        </p:txBody>
      </p:sp>
      <p:sp>
        <p:nvSpPr>
          <p:cNvPr id="4" name="Text Placeholder 3"/>
          <p:cNvSpPr>
            <a:spLocks noGrp="1"/>
          </p:cNvSpPr>
          <p:nvPr>
            <p:ph type="body" idx="11" sz="quarter"/>
          </p:nvPr>
        </p:nvSpPr>
        <p:spPr/>
        <p:txBody>
          <a:bodyPr/>
          <a:lstStyle/>
          <a:p>
            <a:r>
              <a:rPr sz="1200">
                <a:solidFill>
                  <a:srgbClr val="818180"/>
                </a:solidFill>
                <a:latin typeface="Meiryo UI"/>
              </a:rPr>
              <a:t>N1分析 &gt; マインドセット</a:t>
            </a:r>
          </a:p>
        </p:txBody>
      </p:sp>
      <p:sp>
        <p:nvSpPr>
          <p:cNvPr id="5" name="TextBox 4"/>
          <p:cNvSpPr txBox="1"/>
          <p:nvPr/>
        </p:nvSpPr>
        <p:spPr>
          <a:xfrm>
            <a:off x="384048" y="868680"/>
            <a:ext cx="11430000" cy="411480"/>
          </a:xfrm>
          <a:prstGeom prst="rect">
            <a:avLst/>
          </a:prstGeom>
          <a:noFill/>
        </p:spPr>
        <p:txBody>
          <a:bodyPr wrap="square">
            <a:spAutoFit/>
          </a:bodyPr>
          <a:lstStyle/>
          <a:p>
            <a:pPr>
              <a:defRPr sz="1800" b="1">
                <a:solidFill>
                  <a:srgbClr val="7500C0"/>
                </a:solidFill>
                <a:latin typeface="Meiryo UI"/>
              </a:defRPr>
            </a:pPr>
            <a:r>
              <a:t>相続も「誰かがまるっとやってくれる」前提がそろった時だけ動き出す</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Meiryo UI"/>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Meiryo UI"/>
              </a:defRPr>
            </a:pPr>
            <a:r>
              <a:t>2</a:t>
            </a:r>
          </a:p>
        </p:txBody>
      </p:sp>
      <p:sp>
        <p:nvSpPr>
          <p:cNvPr id="10" name="Chevron 9"/>
          <p:cNvSpPr/>
          <p:nvPr/>
        </p:nvSpPr>
        <p:spPr>
          <a:xfrm>
            <a:off x="384048" y="1463040"/>
            <a:ext cx="3718560" cy="640080"/>
          </a:xfrm>
          <a:prstGeom prst="chevron">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Meiryo UI"/>
              </a:defRPr>
            </a:pPr>
            <a:r>
              <a:t>行動トリガー</a:t>
            </a:r>
          </a:p>
        </p:txBody>
      </p:sp>
      <p:sp>
        <p:nvSpPr>
          <p:cNvPr id="11" name="TextBox 10"/>
          <p:cNvSpPr txBox="1"/>
          <p:nvPr/>
        </p:nvSpPr>
        <p:spPr>
          <a:xfrm>
            <a:off x="384048" y="2267712"/>
            <a:ext cx="3718560" cy="3950207"/>
          </a:xfrm>
          <a:prstGeom prst="rect">
            <a:avLst/>
          </a:prstGeom>
          <a:noFill/>
        </p:spPr>
        <p:txBody>
          <a:bodyPr wrap="square">
            <a:spAutoFit/>
          </a:bodyPr>
          <a:lstStyle/>
          <a:p>
            <a:pPr>
              <a:spcAft>
                <a:spcPts val="600"/>
              </a:spcAft>
              <a:defRPr sz="1200" b="0">
                <a:solidFill>
                  <a:srgbClr val="333333"/>
                </a:solidFill>
                <a:latin typeface="Meiryo UI"/>
              </a:defRPr>
            </a:pPr>
            <a:r>
              <a:t>「面白そう」「任せてくれる人がいる」</a:t>
            </a:r>
          </a:p>
          <a:p>
            <a:pPr>
              <a:spcAft>
                <a:spcPts val="600"/>
              </a:spcAft>
              <a:defRPr sz="1200" b="0">
                <a:solidFill>
                  <a:srgbClr val="333333"/>
                </a:solidFill>
                <a:latin typeface="Meiryo UI"/>
              </a:defRPr>
            </a:pPr>
            <a:r>
              <a:t>の二条件が揃った時だけ動く</a:t>
            </a:r>
          </a:p>
        </p:txBody>
      </p:sp>
      <p:sp>
        <p:nvSpPr>
          <p:cNvPr id="12" name="Chevron 11"/>
          <p:cNvSpPr/>
          <p:nvPr/>
        </p:nvSpPr>
        <p:spPr>
          <a:xfrm>
            <a:off x="4239768" y="1463040"/>
            <a:ext cx="3718560" cy="640080"/>
          </a:xfrm>
          <a:prstGeom prst="chevron">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Meiryo UI"/>
              </a:defRPr>
            </a:pPr>
            <a:r>
              <a:t>相続への姿勢</a:t>
            </a:r>
          </a:p>
        </p:txBody>
      </p:sp>
      <p:sp>
        <p:nvSpPr>
          <p:cNvPr id="13" name="TextBox 12"/>
          <p:cNvSpPr txBox="1"/>
          <p:nvPr/>
        </p:nvSpPr>
        <p:spPr>
          <a:xfrm>
            <a:off x="4239768" y="2267712"/>
            <a:ext cx="3718560" cy="3950207"/>
          </a:xfrm>
          <a:prstGeom prst="rect">
            <a:avLst/>
          </a:prstGeom>
          <a:noFill/>
        </p:spPr>
        <p:txBody>
          <a:bodyPr wrap="square">
            <a:spAutoFit/>
          </a:bodyPr>
          <a:lstStyle/>
          <a:p>
            <a:pPr>
              <a:spcAft>
                <a:spcPts val="600"/>
              </a:spcAft>
              <a:defRPr sz="1200" b="0">
                <a:solidFill>
                  <a:srgbClr val="333333"/>
                </a:solidFill>
                <a:latin typeface="Meiryo UI"/>
              </a:defRPr>
            </a:pPr>
            <a:r>
              <a:t>揉め事さえなければ幸せ。</a:t>
            </a:r>
          </a:p>
          <a:p>
            <a:pPr>
              <a:spcAft>
                <a:spcPts val="600"/>
              </a:spcAft>
              <a:defRPr sz="1200" b="0">
                <a:solidFill>
                  <a:srgbClr val="333333"/>
                </a:solidFill>
                <a:latin typeface="Meiryo UI"/>
              </a:defRPr>
            </a:pPr>
            <a:r>
              <a:t>自分の楽しみ優先。でも子供が揉めるくらいなら残さない</a:t>
            </a:r>
          </a:p>
        </p:txBody>
      </p:sp>
      <p:sp>
        <p:nvSpPr>
          <p:cNvPr id="14" name="Chevron 13"/>
          <p:cNvSpPr/>
          <p:nvPr/>
        </p:nvSpPr>
        <p:spPr>
          <a:xfrm>
            <a:off x="8095488" y="1463040"/>
            <a:ext cx="3718560" cy="640080"/>
          </a:xfrm>
          <a:prstGeom prst="chevron">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Meiryo UI"/>
              </a:defRPr>
            </a:pPr>
            <a:r>
              <a:t>信頼の構造</a:t>
            </a:r>
          </a:p>
        </p:txBody>
      </p:sp>
      <p:sp>
        <p:nvSpPr>
          <p:cNvPr id="15" name="TextBox 14"/>
          <p:cNvSpPr txBox="1"/>
          <p:nvPr/>
        </p:nvSpPr>
        <p:spPr>
          <a:xfrm>
            <a:off x="8095488" y="2267712"/>
            <a:ext cx="3718560" cy="3950207"/>
          </a:xfrm>
          <a:prstGeom prst="rect">
            <a:avLst/>
          </a:prstGeom>
          <a:noFill/>
        </p:spPr>
        <p:txBody>
          <a:bodyPr wrap="square">
            <a:spAutoFit/>
          </a:bodyPr>
          <a:lstStyle/>
          <a:p>
            <a:pPr>
              <a:spcAft>
                <a:spcPts val="600"/>
              </a:spcAft>
              <a:defRPr sz="1200" b="0">
                <a:solidFill>
                  <a:srgbClr val="333333"/>
                </a:solidFill>
                <a:latin typeface="Meiryo UI"/>
              </a:defRPr>
            </a:pPr>
            <a:r>
              <a:t>来てくれる・全部やってくれる・</a:t>
            </a:r>
          </a:p>
          <a:p>
            <a:pPr>
              <a:spcAft>
                <a:spcPts val="600"/>
              </a:spcAft>
              <a:defRPr sz="1200" b="0">
                <a:solidFill>
                  <a:srgbClr val="333333"/>
                </a:solidFill>
                <a:latin typeface="Meiryo UI"/>
              </a:defRPr>
            </a:pPr>
            <a:r>
              <a:t>雑談から始まる——この3条件が信頼の発火条件</a:t>
            </a:r>
          </a:p>
        </p:txBody>
      </p:sp>
      <p:sp>
        <p:nvSpPr>
          <p:cNvPr id="16" name="Rectangle 15"/>
          <p:cNvSpPr/>
          <p:nvPr/>
        </p:nvSpPr>
        <p:spPr>
          <a:xfrm>
            <a:off x="384048" y="3383279"/>
            <a:ext cx="11430000" cy="2834640"/>
          </a:xfrm>
          <a:prstGeom prst="rect">
            <a:avLst/>
          </a:prstGeom>
          <a:solidFill>
            <a:srgbClr val="F1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7" y="3493008"/>
            <a:ext cx="11155680" cy="2651760"/>
          </a:xfrm>
          <a:prstGeom prst="rect">
            <a:avLst/>
          </a:prstGeom>
          <a:noFill/>
        </p:spPr>
        <p:txBody>
          <a:bodyPr wrap="square">
            <a:spAutoFit/>
          </a:bodyPr>
          <a:lstStyle/>
          <a:p>
            <a:pPr algn="l">
              <a:defRPr sz="1200" b="0">
                <a:solidFill>
                  <a:srgbClr val="460073"/>
                </a:solidFill>
                <a:latin typeface="Meiryo UI"/>
              </a:defRPr>
            </a:pPr>
            <a:r>
              <a:t>「とにかく子供たちが揉めないことが一番の目標。揉めるくらいなら全部使ってしまおう、っていうのがみんなの合言葉になっている」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Meiryo UI"/>
              </a:rPr>
              <a:t>Insight #1：揉め事が相続準備を封印する</a:t>
            </a:r>
          </a:p>
        </p:txBody>
      </p:sp>
      <p:sp>
        <p:nvSpPr>
          <p:cNvPr id="4" name="Text Placeholder 3"/>
          <p:cNvSpPr>
            <a:spLocks noGrp="1"/>
          </p:cNvSpPr>
          <p:nvPr>
            <p:ph type="body" idx="11" sz="quarter"/>
          </p:nvPr>
        </p:nvSpPr>
        <p:spPr/>
        <p:txBody>
          <a:bodyPr/>
          <a:lstStyle/>
          <a:p>
            <a:r>
              <a:rPr sz="1200">
                <a:solidFill>
                  <a:srgbClr val="818180"/>
                </a:solidFill>
                <a:latin typeface="Meiryo UI"/>
              </a:rPr>
              <a:t>N1分析 &gt; Insight #1</a:t>
            </a:r>
          </a:p>
        </p:txBody>
      </p:sp>
      <p:sp>
        <p:nvSpPr>
          <p:cNvPr id="5" name="TextBox 4"/>
          <p:cNvSpPr txBox="1"/>
          <p:nvPr/>
        </p:nvSpPr>
        <p:spPr>
          <a:xfrm>
            <a:off x="384048" y="868680"/>
            <a:ext cx="11430000" cy="411480"/>
          </a:xfrm>
          <a:prstGeom prst="rect">
            <a:avLst/>
          </a:prstGeom>
          <a:noFill/>
        </p:spPr>
        <p:txBody>
          <a:bodyPr wrap="square">
            <a:spAutoFit/>
          </a:bodyPr>
          <a:lstStyle/>
          <a:p>
            <a:pPr>
              <a:defRPr sz="1800" b="1">
                <a:solidFill>
                  <a:srgbClr val="7500C0"/>
                </a:solidFill>
                <a:latin typeface="Meiryo UI"/>
              </a:defRPr>
            </a:pPr>
            <a:r>
              <a:t>知識も意欲も資産もある。しかし「誰に何を渡すか」が家族間の感情的対立によって決められない状態では、どんな相続準備ツールも…</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Meiryo UI"/>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Meiryo UI"/>
              </a:defRPr>
            </a:pPr>
            <a:r>
              <a:t>3</a:t>
            </a:r>
          </a:p>
        </p:txBody>
      </p:sp>
      <p:sp>
        <p:nvSpPr>
          <p:cNvPr id="10" name="Rectangle 9"/>
          <p:cNvSpPr/>
          <p:nvPr/>
        </p:nvSpPr>
        <p:spPr>
          <a:xfrm>
            <a:off x="384048" y="1371600"/>
            <a:ext cx="6286500" cy="1097280"/>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1444752"/>
            <a:ext cx="6067044" cy="950976"/>
          </a:xfrm>
          <a:prstGeom prst="rect">
            <a:avLst/>
          </a:prstGeom>
          <a:noFill/>
        </p:spPr>
        <p:txBody>
          <a:bodyPr wrap="square">
            <a:spAutoFit/>
          </a:bodyPr>
          <a:lstStyle/>
          <a:p>
            <a:pPr algn="l">
              <a:defRPr sz="1200" b="0">
                <a:solidFill>
                  <a:srgbClr val="FFFFFF"/>
                </a:solidFill>
                <a:latin typeface="Meiryo UI"/>
              </a:defRPr>
            </a:pPr>
            <a:r>
              <a:t>知識も意欲も資産もある。しかし「誰に何を渡すか」が家族間の感情的対立によって決められない状態では、どんな相続準備ツールも機能しない。相続準備の最大の阻害要因は無知でも面倒くさがりでもなく、未解決の家族感情である。</a:t>
            </a:r>
          </a:p>
        </p:txBody>
      </p:sp>
      <p:sp>
        <p:nvSpPr>
          <p:cNvPr id="12" name="TextBox 11"/>
          <p:cNvSpPr txBox="1"/>
          <p:nvPr/>
        </p:nvSpPr>
        <p:spPr>
          <a:xfrm>
            <a:off x="384048" y="2542032"/>
            <a:ext cx="6286500" cy="256032"/>
          </a:xfrm>
          <a:prstGeom prst="rect">
            <a:avLst/>
          </a:prstGeom>
          <a:noFill/>
        </p:spPr>
        <p:txBody>
          <a:bodyPr wrap="square">
            <a:spAutoFit/>
          </a:bodyPr>
          <a:lstStyle/>
          <a:p>
            <a:pPr algn="l">
              <a:defRPr sz="1100" b="1">
                <a:solidFill>
                  <a:srgbClr val="7500C0"/>
                </a:solidFill>
                <a:latin typeface="Meiryo UI"/>
              </a:defRPr>
            </a:pPr>
            <a:r>
              <a:t>背景にある本音</a:t>
            </a:r>
          </a:p>
        </p:txBody>
      </p:sp>
      <p:sp>
        <p:nvSpPr>
          <p:cNvPr id="13" name="Rectangle 12"/>
          <p:cNvSpPr/>
          <p:nvPr/>
        </p:nvSpPr>
        <p:spPr>
          <a:xfrm>
            <a:off x="384048" y="2798064"/>
            <a:ext cx="6286500" cy="868680"/>
          </a:xfrm>
          <a:prstGeom prst="rect">
            <a:avLst/>
          </a:prstGeom>
          <a:solidFill>
            <a:srgbClr val="F1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2816352"/>
            <a:ext cx="6103620" cy="822960"/>
          </a:xfrm>
          <a:prstGeom prst="rect">
            <a:avLst/>
          </a:prstGeom>
          <a:noFill/>
        </p:spPr>
        <p:txBody>
          <a:bodyPr wrap="square">
            <a:spAutoFit/>
          </a:bodyPr>
          <a:lstStyle/>
          <a:p>
            <a:pPr algn="l">
              <a:defRPr sz="1100" b="0">
                <a:solidFill>
                  <a:srgbClr val="333333"/>
                </a:solidFill>
                <a:latin typeface="Meiryo UI"/>
              </a:defRPr>
            </a:pPr>
            <a:r>
              <a:t>「揉めないことが一番」と言いながら、実際は揉め事の渦中にいる。自分では制御できない状況に直面し、「書けない・決められない」という無力感が相続準備を止めている。</a:t>
            </a:r>
          </a:p>
        </p:txBody>
      </p:sp>
      <p:sp>
        <p:nvSpPr>
          <p:cNvPr id="15" name="TextBox 14"/>
          <p:cNvSpPr txBox="1"/>
          <p:nvPr/>
        </p:nvSpPr>
        <p:spPr>
          <a:xfrm>
            <a:off x="384048" y="3739896"/>
            <a:ext cx="6286500" cy="256032"/>
          </a:xfrm>
          <a:prstGeom prst="rect">
            <a:avLst/>
          </a:prstGeom>
          <a:noFill/>
        </p:spPr>
        <p:txBody>
          <a:bodyPr wrap="square">
            <a:spAutoFit/>
          </a:bodyPr>
          <a:lstStyle/>
          <a:p>
            <a:pPr algn="l">
              <a:defRPr sz="1100" b="1">
                <a:solidFill>
                  <a:srgbClr val="7500C0"/>
                </a:solidFill>
                <a:latin typeface="Meiryo UI"/>
              </a:defRPr>
            </a:pPr>
            <a:r>
              <a:t>根拠引用（逐語より）</a:t>
            </a:r>
          </a:p>
        </p:txBody>
      </p:sp>
      <p:sp>
        <p:nvSpPr>
          <p:cNvPr id="16" name="Rectangle 15"/>
          <p:cNvSpPr/>
          <p:nvPr/>
        </p:nvSpPr>
        <p:spPr>
          <a:xfrm>
            <a:off x="384048" y="39959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3995928"/>
            <a:ext cx="6176772" cy="402336"/>
          </a:xfrm>
          <a:prstGeom prst="rect">
            <a:avLst/>
          </a:prstGeom>
          <a:noFill/>
        </p:spPr>
        <p:txBody>
          <a:bodyPr wrap="square">
            <a:spAutoFit/>
          </a:bodyPr>
          <a:lstStyle/>
          <a:p>
            <a:pPr algn="l">
              <a:defRPr sz="1000" b="0">
                <a:solidFill>
                  <a:srgbClr val="333333"/>
                </a:solidFill>
                <a:latin typeface="Meiryo UI"/>
              </a:defRPr>
            </a:pPr>
            <a:r>
              <a:t>「「今なんか自分がちょっとわからないような状態で。どうしたらいいのか」[1:08:46]」</a:t>
            </a:r>
          </a:p>
        </p:txBody>
      </p:sp>
      <p:sp>
        <p:nvSpPr>
          <p:cNvPr id="18" name="Rectangle 17"/>
          <p:cNvSpPr/>
          <p:nvPr/>
        </p:nvSpPr>
        <p:spPr>
          <a:xfrm>
            <a:off x="384048" y="44531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4453128"/>
            <a:ext cx="6176772" cy="402336"/>
          </a:xfrm>
          <a:prstGeom prst="rect">
            <a:avLst/>
          </a:prstGeom>
          <a:noFill/>
        </p:spPr>
        <p:txBody>
          <a:bodyPr wrap="square">
            <a:spAutoFit/>
          </a:bodyPr>
          <a:lstStyle/>
          <a:p>
            <a:pPr algn="l">
              <a:defRPr sz="1000" b="0">
                <a:solidFill>
                  <a:srgbClr val="333333"/>
                </a:solidFill>
                <a:latin typeface="Meiryo UI"/>
              </a:defRPr>
            </a:pPr>
            <a:r>
              <a:t>「「こっちはあなた達が取ればいいっていう話は割にしてたんですけどね。今まだそれがはっきりしていない」[1:08:26]」</a:t>
            </a:r>
          </a:p>
        </p:txBody>
      </p:sp>
      <p:sp>
        <p:nvSpPr>
          <p:cNvPr id="20" name="Rectangle 19"/>
          <p:cNvSpPr/>
          <p:nvPr/>
        </p:nvSpPr>
        <p:spPr>
          <a:xfrm>
            <a:off x="384048" y="49103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 y="4910328"/>
            <a:ext cx="6176772" cy="402336"/>
          </a:xfrm>
          <a:prstGeom prst="rect">
            <a:avLst/>
          </a:prstGeom>
          <a:noFill/>
        </p:spPr>
        <p:txBody>
          <a:bodyPr wrap="square">
            <a:spAutoFit/>
          </a:bodyPr>
          <a:lstStyle/>
          <a:p>
            <a:pPr algn="l">
              <a:defRPr sz="1000" b="0">
                <a:solidFill>
                  <a:srgbClr val="333333"/>
                </a:solidFill>
                <a:latin typeface="Meiryo UI"/>
              </a:defRPr>
            </a:pPr>
            <a:r>
              <a:t>「「書いておかないとダメって思ってるんですけど、まだ」[1:10:14]」</a:t>
            </a:r>
          </a:p>
        </p:txBody>
      </p:sp>
      <p:sp>
        <p:nvSpPr>
          <p:cNvPr id="22" name="Rectangle 21"/>
          <p:cNvSpPr/>
          <p:nvPr/>
        </p:nvSpPr>
        <p:spPr>
          <a:xfrm>
            <a:off x="6853428" y="1371600"/>
            <a:ext cx="4960619" cy="1138428"/>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4868" y="1426464"/>
            <a:ext cx="4777739" cy="219456"/>
          </a:xfrm>
          <a:prstGeom prst="rect">
            <a:avLst/>
          </a:prstGeom>
          <a:noFill/>
        </p:spPr>
        <p:txBody>
          <a:bodyPr wrap="square">
            <a:spAutoFit/>
          </a:bodyPr>
          <a:lstStyle/>
          <a:p>
            <a:pPr algn="l">
              <a:defRPr sz="1000" b="1">
                <a:solidFill>
                  <a:srgbClr val="FFFFFF"/>
                </a:solidFill>
                <a:latin typeface="Meiryo UI"/>
              </a:defRPr>
            </a:pPr>
            <a:r>
              <a:t>対象セグメント</a:t>
            </a:r>
          </a:p>
        </p:txBody>
      </p:sp>
      <p:sp>
        <p:nvSpPr>
          <p:cNvPr id="24" name="TextBox 23"/>
          <p:cNvSpPr txBox="1"/>
          <p:nvPr/>
        </p:nvSpPr>
        <p:spPr>
          <a:xfrm>
            <a:off x="6944868" y="1627632"/>
            <a:ext cx="4777739" cy="827531"/>
          </a:xfrm>
          <a:prstGeom prst="rect">
            <a:avLst/>
          </a:prstGeom>
          <a:noFill/>
        </p:spPr>
        <p:txBody>
          <a:bodyPr wrap="square">
            <a:spAutoFit/>
          </a:bodyPr>
          <a:lstStyle/>
          <a:p>
            <a:pPr algn="l">
              <a:defRPr sz="1000" b="0">
                <a:solidFill>
                  <a:srgbClr val="FFFFFF"/>
                </a:solidFill>
                <a:latin typeface="Meiryo UI"/>
              </a:defRPr>
            </a:pPr>
            <a:r>
              <a:t>事業承継後・子供間に感情的対立がある層（被相続人・資産規模問わず）</a:t>
            </a:r>
          </a:p>
        </p:txBody>
      </p:sp>
      <p:sp>
        <p:nvSpPr>
          <p:cNvPr id="25" name="Rectangle 24"/>
          <p:cNvSpPr/>
          <p:nvPr/>
        </p:nvSpPr>
        <p:spPr>
          <a:xfrm>
            <a:off x="6853428" y="2583180"/>
            <a:ext cx="4960619" cy="1138428"/>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4868" y="2638044"/>
            <a:ext cx="4777739" cy="219456"/>
          </a:xfrm>
          <a:prstGeom prst="rect">
            <a:avLst/>
          </a:prstGeom>
          <a:noFill/>
        </p:spPr>
        <p:txBody>
          <a:bodyPr wrap="square">
            <a:spAutoFit/>
          </a:bodyPr>
          <a:lstStyle/>
          <a:p>
            <a:pPr algn="l">
              <a:defRPr sz="1000" b="1">
                <a:solidFill>
                  <a:srgbClr val="FFFFFF"/>
                </a:solidFill>
                <a:latin typeface="Meiryo UI"/>
              </a:defRPr>
            </a:pPr>
            <a:r>
              <a:t>反証</a:t>
            </a:r>
          </a:p>
        </p:txBody>
      </p:sp>
      <p:sp>
        <p:nvSpPr>
          <p:cNvPr id="27" name="TextBox 26"/>
          <p:cNvSpPr txBox="1"/>
          <p:nvPr/>
        </p:nvSpPr>
        <p:spPr>
          <a:xfrm>
            <a:off x="6944868" y="2839212"/>
            <a:ext cx="4777739" cy="827531"/>
          </a:xfrm>
          <a:prstGeom prst="rect">
            <a:avLst/>
          </a:prstGeom>
          <a:noFill/>
        </p:spPr>
        <p:txBody>
          <a:bodyPr wrap="square">
            <a:spAutoFit/>
          </a:bodyPr>
          <a:lstStyle/>
          <a:p>
            <a:pPr algn="l">
              <a:defRPr sz="1000" b="0">
                <a:solidFill>
                  <a:srgbClr val="FFFFFF"/>
                </a:solidFill>
                <a:latin typeface="Meiryo UI"/>
              </a:defRPr>
            </a:pPr>
            <a:r>
              <a:t>揉め事がなければ相続準備はスムーズに進む可能性がある（こぺぽとの対比）。家族関係が良好な被相続人には機能しない問いかもしれない。</a:t>
            </a:r>
          </a:p>
        </p:txBody>
      </p:sp>
      <p:sp>
        <p:nvSpPr>
          <p:cNvPr id="28" name="Rectangle 27"/>
          <p:cNvSpPr/>
          <p:nvPr/>
        </p:nvSpPr>
        <p:spPr>
          <a:xfrm>
            <a:off x="6853428" y="3794760"/>
            <a:ext cx="4960619" cy="1138428"/>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4868" y="3849624"/>
            <a:ext cx="4777739" cy="219456"/>
          </a:xfrm>
          <a:prstGeom prst="rect">
            <a:avLst/>
          </a:prstGeom>
          <a:noFill/>
        </p:spPr>
        <p:txBody>
          <a:bodyPr wrap="square">
            <a:spAutoFit/>
          </a:bodyPr>
          <a:lstStyle/>
          <a:p>
            <a:pPr algn="l">
              <a:defRPr sz="1000" b="1">
                <a:solidFill>
                  <a:srgbClr val="FFFFFF"/>
                </a:solidFill>
                <a:latin typeface="Meiryo UI"/>
              </a:defRPr>
            </a:pPr>
            <a:r>
              <a:t>クライアントへの示唆</a:t>
            </a:r>
          </a:p>
        </p:txBody>
      </p:sp>
      <p:sp>
        <p:nvSpPr>
          <p:cNvPr id="30" name="TextBox 29"/>
          <p:cNvSpPr txBox="1"/>
          <p:nvPr/>
        </p:nvSpPr>
        <p:spPr>
          <a:xfrm>
            <a:off x="6944868" y="4050792"/>
            <a:ext cx="4777739" cy="827531"/>
          </a:xfrm>
          <a:prstGeom prst="rect">
            <a:avLst/>
          </a:prstGeom>
          <a:noFill/>
        </p:spPr>
        <p:txBody>
          <a:bodyPr wrap="square">
            <a:spAutoFit/>
          </a:bodyPr>
          <a:lstStyle/>
          <a:p>
            <a:pPr algn="l">
              <a:defRPr sz="1000" b="0">
                <a:solidFill>
                  <a:srgbClr val="FFFFFF"/>
                </a:solidFill>
                <a:latin typeface="Meiryo UI"/>
              </a:defRPr>
            </a:pPr>
            <a:r>
              <a:t>相続窓口への誘導より先に「家族関係の整理をサポートする」接点設計が必要。法律や税金の話の前に「感情の交通整理」ができる専門家（ファミリーコーチ・終活カウンセラー）との連携が有効かもしれない。</a:t>
            </a:r>
          </a:p>
        </p:txBody>
      </p:sp>
      <p:sp>
        <p:nvSpPr>
          <p:cNvPr id="31" name="Rectangle 30"/>
          <p:cNvSpPr/>
          <p:nvPr/>
        </p:nvSpPr>
        <p:spPr>
          <a:xfrm>
            <a:off x="6853428" y="5006340"/>
            <a:ext cx="4960619" cy="1138428"/>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4868" y="5061203"/>
            <a:ext cx="4777739" cy="219456"/>
          </a:xfrm>
          <a:prstGeom prst="rect">
            <a:avLst/>
          </a:prstGeom>
          <a:noFill/>
        </p:spPr>
        <p:txBody>
          <a:bodyPr wrap="square">
            <a:spAutoFit/>
          </a:bodyPr>
          <a:lstStyle/>
          <a:p>
            <a:pPr algn="l">
              <a:defRPr sz="1000" b="1">
                <a:solidFill>
                  <a:srgbClr val="FFFFFF"/>
                </a:solidFill>
                <a:latin typeface="Meiryo UI"/>
              </a:defRPr>
            </a:pPr>
            <a:r>
              <a:t>HMW（問い）</a:t>
            </a:r>
          </a:p>
        </p:txBody>
      </p:sp>
      <p:sp>
        <p:nvSpPr>
          <p:cNvPr id="33" name="TextBox 32"/>
          <p:cNvSpPr txBox="1"/>
          <p:nvPr/>
        </p:nvSpPr>
        <p:spPr>
          <a:xfrm>
            <a:off x="6944868" y="5262372"/>
            <a:ext cx="4777739" cy="827531"/>
          </a:xfrm>
          <a:prstGeom prst="rect">
            <a:avLst/>
          </a:prstGeom>
          <a:noFill/>
        </p:spPr>
        <p:txBody>
          <a:bodyPr wrap="square">
            <a:spAutoFit/>
          </a:bodyPr>
          <a:lstStyle/>
          <a:p>
            <a:pPr algn="l">
              <a:defRPr sz="1000" b="0">
                <a:solidFill>
                  <a:srgbClr val="FFFFFF"/>
                </a:solidFill>
                <a:latin typeface="Meiryo UI"/>
              </a:defRPr>
            </a:pPr>
            <a:r>
              <a:t>HMW：「誰に渡すか」が決まっていなくても着手できる相続準備の入り口をどう作れるか？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Meiryo UI"/>
              </a:rPr>
              <a:t>Insight #2：信頼は「先に来てくれる人」にしか生まれない</a:t>
            </a:r>
          </a:p>
        </p:txBody>
      </p:sp>
      <p:sp>
        <p:nvSpPr>
          <p:cNvPr id="4" name="Text Placeholder 3"/>
          <p:cNvSpPr>
            <a:spLocks noGrp="1"/>
          </p:cNvSpPr>
          <p:nvPr>
            <p:ph type="body" idx="11" sz="quarter"/>
          </p:nvPr>
        </p:nvSpPr>
        <p:spPr/>
        <p:txBody>
          <a:bodyPr/>
          <a:lstStyle/>
          <a:p>
            <a:r>
              <a:rPr sz="1200">
                <a:solidFill>
                  <a:srgbClr val="818180"/>
                </a:solidFill>
                <a:latin typeface="Meiryo UI"/>
              </a:rPr>
              <a:t>N1分析 &gt; Insight #2</a:t>
            </a:r>
          </a:p>
        </p:txBody>
      </p:sp>
      <p:sp>
        <p:nvSpPr>
          <p:cNvPr id="5" name="TextBox 4"/>
          <p:cNvSpPr txBox="1"/>
          <p:nvPr/>
        </p:nvSpPr>
        <p:spPr>
          <a:xfrm>
            <a:off x="384048" y="868680"/>
            <a:ext cx="11430000" cy="411480"/>
          </a:xfrm>
          <a:prstGeom prst="rect">
            <a:avLst/>
          </a:prstGeom>
          <a:noFill/>
        </p:spPr>
        <p:txBody>
          <a:bodyPr wrap="square">
            <a:spAutoFit/>
          </a:bodyPr>
          <a:lstStyle/>
          <a:p>
            <a:pPr>
              <a:defRPr sz="1800" b="1">
                <a:solidFill>
                  <a:srgbClr val="7500C0"/>
                </a:solidFill>
                <a:latin typeface="Meiryo UI"/>
              </a:defRPr>
            </a:pPr>
            <a:r>
              <a:t>ミラクルピカの全ての相談・信頼関係は「向こうから来てくれた」という共通構造を持つ。レオパレス・証券会社・朝日生命の友人—…</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Meiryo UI"/>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Meiryo UI"/>
              </a:defRPr>
            </a:pPr>
            <a:r>
              <a:t>4</a:t>
            </a:r>
          </a:p>
        </p:txBody>
      </p:sp>
      <p:sp>
        <p:nvSpPr>
          <p:cNvPr id="10" name="Rectangle 9"/>
          <p:cNvSpPr/>
          <p:nvPr/>
        </p:nvSpPr>
        <p:spPr>
          <a:xfrm>
            <a:off x="384048" y="1371600"/>
            <a:ext cx="6286500" cy="1097280"/>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1444752"/>
            <a:ext cx="6067044" cy="950976"/>
          </a:xfrm>
          <a:prstGeom prst="rect">
            <a:avLst/>
          </a:prstGeom>
          <a:noFill/>
        </p:spPr>
        <p:txBody>
          <a:bodyPr wrap="square">
            <a:spAutoFit/>
          </a:bodyPr>
          <a:lstStyle/>
          <a:p>
            <a:pPr algn="l">
              <a:defRPr sz="1200" b="0">
                <a:solidFill>
                  <a:srgbClr val="FFFFFF"/>
                </a:solidFill>
                <a:latin typeface="Meiryo UI"/>
              </a:defRPr>
            </a:pPr>
            <a:r>
              <a:t>ミラクルピカの全ての相談・信頼関係は「向こうから来てくれた」という共通構造を持つ。レオパレス・証券会社・朝日生命の友人——全員がアウトリーチ型。逆に、こちらから出向く形の相談（無料窓口・銀行来店）には一度も動いていない。</a:t>
            </a:r>
          </a:p>
        </p:txBody>
      </p:sp>
      <p:sp>
        <p:nvSpPr>
          <p:cNvPr id="12" name="TextBox 11"/>
          <p:cNvSpPr txBox="1"/>
          <p:nvPr/>
        </p:nvSpPr>
        <p:spPr>
          <a:xfrm>
            <a:off x="384048" y="2542032"/>
            <a:ext cx="6286500" cy="256032"/>
          </a:xfrm>
          <a:prstGeom prst="rect">
            <a:avLst/>
          </a:prstGeom>
          <a:noFill/>
        </p:spPr>
        <p:txBody>
          <a:bodyPr wrap="square">
            <a:spAutoFit/>
          </a:bodyPr>
          <a:lstStyle/>
          <a:p>
            <a:pPr algn="l">
              <a:defRPr sz="1100" b="1">
                <a:solidFill>
                  <a:srgbClr val="7500C0"/>
                </a:solidFill>
                <a:latin typeface="Meiryo UI"/>
              </a:defRPr>
            </a:pPr>
            <a:r>
              <a:t>背景にある本音</a:t>
            </a:r>
          </a:p>
        </p:txBody>
      </p:sp>
      <p:sp>
        <p:nvSpPr>
          <p:cNvPr id="13" name="Rectangle 12"/>
          <p:cNvSpPr/>
          <p:nvPr/>
        </p:nvSpPr>
        <p:spPr>
          <a:xfrm>
            <a:off x="384048" y="2798064"/>
            <a:ext cx="6286500" cy="868680"/>
          </a:xfrm>
          <a:prstGeom prst="rect">
            <a:avLst/>
          </a:prstGeom>
          <a:solidFill>
            <a:srgbClr val="F1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2816352"/>
            <a:ext cx="6103620" cy="822960"/>
          </a:xfrm>
          <a:prstGeom prst="rect">
            <a:avLst/>
          </a:prstGeom>
          <a:noFill/>
        </p:spPr>
        <p:txBody>
          <a:bodyPr wrap="square">
            <a:spAutoFit/>
          </a:bodyPr>
          <a:lstStyle/>
          <a:p>
            <a:pPr algn="l">
              <a:defRPr sz="1100" b="0">
                <a:solidFill>
                  <a:srgbClr val="333333"/>
                </a:solidFill>
                <a:latin typeface="Meiryo UI"/>
              </a:defRPr>
            </a:pPr>
            <a:r>
              <a:t>「面倒くさがり屋」というのは性格ではなく、信頼の閾値の問題。「あなたのために来てくれた」という体験が先にあって初めて、相談の扉が開く。まるっと任せられる安心感がないと動かない。</a:t>
            </a:r>
          </a:p>
        </p:txBody>
      </p:sp>
      <p:sp>
        <p:nvSpPr>
          <p:cNvPr id="15" name="TextBox 14"/>
          <p:cNvSpPr txBox="1"/>
          <p:nvPr/>
        </p:nvSpPr>
        <p:spPr>
          <a:xfrm>
            <a:off x="384048" y="3739896"/>
            <a:ext cx="6286500" cy="256032"/>
          </a:xfrm>
          <a:prstGeom prst="rect">
            <a:avLst/>
          </a:prstGeom>
          <a:noFill/>
        </p:spPr>
        <p:txBody>
          <a:bodyPr wrap="square">
            <a:spAutoFit/>
          </a:bodyPr>
          <a:lstStyle/>
          <a:p>
            <a:pPr algn="l">
              <a:defRPr sz="1100" b="1">
                <a:solidFill>
                  <a:srgbClr val="7500C0"/>
                </a:solidFill>
                <a:latin typeface="Meiryo UI"/>
              </a:defRPr>
            </a:pPr>
            <a:r>
              <a:t>根拠引用（逐語より）</a:t>
            </a:r>
          </a:p>
        </p:txBody>
      </p:sp>
      <p:sp>
        <p:nvSpPr>
          <p:cNvPr id="16" name="Rectangle 15"/>
          <p:cNvSpPr/>
          <p:nvPr/>
        </p:nvSpPr>
        <p:spPr>
          <a:xfrm>
            <a:off x="384048" y="39959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3995928"/>
            <a:ext cx="6176772" cy="402336"/>
          </a:xfrm>
          <a:prstGeom prst="rect">
            <a:avLst/>
          </a:prstGeom>
          <a:noFill/>
        </p:spPr>
        <p:txBody>
          <a:bodyPr wrap="square">
            <a:spAutoFit/>
          </a:bodyPr>
          <a:lstStyle/>
          <a:p>
            <a:pPr algn="l">
              <a:defRPr sz="1000" b="0">
                <a:solidFill>
                  <a:srgbClr val="333333"/>
                </a:solidFill>
                <a:latin typeface="Meiryo UI"/>
              </a:defRPr>
            </a:pPr>
            <a:r>
              <a:t>「「積極的に来られると、そういうシステムがあればちょっと相談にっていうことになるかもしれない」[1:48:35]」</a:t>
            </a:r>
          </a:p>
        </p:txBody>
      </p:sp>
      <p:sp>
        <p:nvSpPr>
          <p:cNvPr id="18" name="Rectangle 17"/>
          <p:cNvSpPr/>
          <p:nvPr/>
        </p:nvSpPr>
        <p:spPr>
          <a:xfrm>
            <a:off x="384048" y="44531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4453128"/>
            <a:ext cx="6176772" cy="402336"/>
          </a:xfrm>
          <a:prstGeom prst="rect">
            <a:avLst/>
          </a:prstGeom>
          <a:noFill/>
        </p:spPr>
        <p:txBody>
          <a:bodyPr wrap="square">
            <a:spAutoFit/>
          </a:bodyPr>
          <a:lstStyle/>
          <a:p>
            <a:pPr algn="l">
              <a:defRPr sz="1000" b="0">
                <a:solidFill>
                  <a:srgbClr val="333333"/>
                </a:solidFill>
                <a:latin typeface="Meiryo UI"/>
              </a:defRPr>
            </a:pPr>
            <a:r>
              <a:t>「「向こうから言ってくれればご自宅に伺えますみたいに言っていいですとかって言って」[1:43:35]」</a:t>
            </a:r>
          </a:p>
        </p:txBody>
      </p:sp>
      <p:sp>
        <p:nvSpPr>
          <p:cNvPr id="20" name="Rectangle 19"/>
          <p:cNvSpPr/>
          <p:nvPr/>
        </p:nvSpPr>
        <p:spPr>
          <a:xfrm>
            <a:off x="384048" y="49103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 y="4910328"/>
            <a:ext cx="6176772" cy="402336"/>
          </a:xfrm>
          <a:prstGeom prst="rect">
            <a:avLst/>
          </a:prstGeom>
          <a:noFill/>
        </p:spPr>
        <p:txBody>
          <a:bodyPr wrap="square">
            <a:spAutoFit/>
          </a:bodyPr>
          <a:lstStyle/>
          <a:p>
            <a:pPr algn="l">
              <a:defRPr sz="1000" b="0">
                <a:solidFill>
                  <a:srgbClr val="333333"/>
                </a:solidFill>
                <a:latin typeface="Meiryo UI"/>
              </a:defRPr>
            </a:pPr>
            <a:r>
              <a:t>「「レオパレスが全部やってくれたんですよ…私たちは仕事がすごい忙しかったので」[45:04]」</a:t>
            </a:r>
          </a:p>
        </p:txBody>
      </p:sp>
      <p:sp>
        <p:nvSpPr>
          <p:cNvPr id="22" name="Rectangle 21"/>
          <p:cNvSpPr/>
          <p:nvPr/>
        </p:nvSpPr>
        <p:spPr>
          <a:xfrm>
            <a:off x="6853428" y="1371600"/>
            <a:ext cx="4960619" cy="1138428"/>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4868" y="1426464"/>
            <a:ext cx="4777739" cy="219456"/>
          </a:xfrm>
          <a:prstGeom prst="rect">
            <a:avLst/>
          </a:prstGeom>
          <a:noFill/>
        </p:spPr>
        <p:txBody>
          <a:bodyPr wrap="square">
            <a:spAutoFit/>
          </a:bodyPr>
          <a:lstStyle/>
          <a:p>
            <a:pPr algn="l">
              <a:defRPr sz="1000" b="1">
                <a:solidFill>
                  <a:srgbClr val="FFFFFF"/>
                </a:solidFill>
                <a:latin typeface="Meiryo UI"/>
              </a:defRPr>
            </a:pPr>
            <a:r>
              <a:t>対象セグメント</a:t>
            </a:r>
          </a:p>
        </p:txBody>
      </p:sp>
      <p:sp>
        <p:nvSpPr>
          <p:cNvPr id="24" name="TextBox 23"/>
          <p:cNvSpPr txBox="1"/>
          <p:nvPr/>
        </p:nvSpPr>
        <p:spPr>
          <a:xfrm>
            <a:off x="6944868" y="1627632"/>
            <a:ext cx="4777739" cy="827531"/>
          </a:xfrm>
          <a:prstGeom prst="rect">
            <a:avLst/>
          </a:prstGeom>
          <a:noFill/>
        </p:spPr>
        <p:txBody>
          <a:bodyPr wrap="square">
            <a:spAutoFit/>
          </a:bodyPr>
          <a:lstStyle/>
          <a:p>
            <a:pPr algn="l">
              <a:defRPr sz="1000" b="0">
                <a:solidFill>
                  <a:srgbClr val="FFFFFF"/>
                </a:solidFill>
                <a:latin typeface="Meiryo UI"/>
              </a:defRPr>
            </a:pPr>
            <a:r>
              <a:t>多角経営経験者・高資産層・アナログ重視の70代女性</a:t>
            </a:r>
          </a:p>
        </p:txBody>
      </p:sp>
      <p:sp>
        <p:nvSpPr>
          <p:cNvPr id="25" name="Rectangle 24"/>
          <p:cNvSpPr/>
          <p:nvPr/>
        </p:nvSpPr>
        <p:spPr>
          <a:xfrm>
            <a:off x="6853428" y="2583180"/>
            <a:ext cx="4960619" cy="1138428"/>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4868" y="2638044"/>
            <a:ext cx="4777739" cy="219456"/>
          </a:xfrm>
          <a:prstGeom prst="rect">
            <a:avLst/>
          </a:prstGeom>
          <a:noFill/>
        </p:spPr>
        <p:txBody>
          <a:bodyPr wrap="square">
            <a:spAutoFit/>
          </a:bodyPr>
          <a:lstStyle/>
          <a:p>
            <a:pPr algn="l">
              <a:defRPr sz="1000" b="1">
                <a:solidFill>
                  <a:srgbClr val="FFFFFF"/>
                </a:solidFill>
                <a:latin typeface="Meiryo UI"/>
              </a:defRPr>
            </a:pPr>
            <a:r>
              <a:t>反証</a:t>
            </a:r>
          </a:p>
        </p:txBody>
      </p:sp>
      <p:sp>
        <p:nvSpPr>
          <p:cNvPr id="27" name="TextBox 26"/>
          <p:cNvSpPr txBox="1"/>
          <p:nvPr/>
        </p:nvSpPr>
        <p:spPr>
          <a:xfrm>
            <a:off x="6944868" y="2839212"/>
            <a:ext cx="4777739" cy="827531"/>
          </a:xfrm>
          <a:prstGeom prst="rect">
            <a:avLst/>
          </a:prstGeom>
          <a:noFill/>
        </p:spPr>
        <p:txBody>
          <a:bodyPr wrap="square">
            <a:spAutoFit/>
          </a:bodyPr>
          <a:lstStyle/>
          <a:p>
            <a:pPr algn="l">
              <a:defRPr sz="1000" b="0">
                <a:solidFill>
                  <a:srgbClr val="FFFFFF"/>
                </a:solidFill>
                <a:latin typeface="Meiryo UI"/>
              </a:defRPr>
            </a:pPr>
            <a:r>
              <a:t>証券会社担当との関係は「最初から来てくれた」わけではなく、投資意欲のある人から始まった関係。完全な受動型ではなく、自分の興味と一致した時に自ら関係を深める側面もある。</a:t>
            </a:r>
          </a:p>
        </p:txBody>
      </p:sp>
      <p:sp>
        <p:nvSpPr>
          <p:cNvPr id="28" name="Rectangle 27"/>
          <p:cNvSpPr/>
          <p:nvPr/>
        </p:nvSpPr>
        <p:spPr>
          <a:xfrm>
            <a:off x="6853428" y="3794760"/>
            <a:ext cx="4960619" cy="1138428"/>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4868" y="3849624"/>
            <a:ext cx="4777739" cy="219456"/>
          </a:xfrm>
          <a:prstGeom prst="rect">
            <a:avLst/>
          </a:prstGeom>
          <a:noFill/>
        </p:spPr>
        <p:txBody>
          <a:bodyPr wrap="square">
            <a:spAutoFit/>
          </a:bodyPr>
          <a:lstStyle/>
          <a:p>
            <a:pPr algn="l">
              <a:defRPr sz="1000" b="1">
                <a:solidFill>
                  <a:srgbClr val="FFFFFF"/>
                </a:solidFill>
                <a:latin typeface="Meiryo UI"/>
              </a:defRPr>
            </a:pPr>
            <a:r>
              <a:t>クライアントへの示唆</a:t>
            </a:r>
          </a:p>
        </p:txBody>
      </p:sp>
      <p:sp>
        <p:nvSpPr>
          <p:cNvPr id="30" name="TextBox 29"/>
          <p:cNvSpPr txBox="1"/>
          <p:nvPr/>
        </p:nvSpPr>
        <p:spPr>
          <a:xfrm>
            <a:off x="6944868" y="4050792"/>
            <a:ext cx="4777739" cy="827531"/>
          </a:xfrm>
          <a:prstGeom prst="rect">
            <a:avLst/>
          </a:prstGeom>
          <a:noFill/>
        </p:spPr>
        <p:txBody>
          <a:bodyPr wrap="square">
            <a:spAutoFit/>
          </a:bodyPr>
          <a:lstStyle/>
          <a:p>
            <a:pPr algn="l">
              <a:defRPr sz="1000" b="0">
                <a:solidFill>
                  <a:srgbClr val="FFFFFF"/>
                </a:solidFill>
                <a:latin typeface="Meiryo UI"/>
              </a:defRPr>
            </a:pPr>
            <a:r>
              <a:t>郵便局・ゆうちょの「窓口に来てください」モデルはこの層には機能しない。担当者が自宅・施設へ出向くアウトリーチ型の接点設計が必須。「来てもいいですか？」の一声が最初のアクション。</a:t>
            </a:r>
          </a:p>
        </p:txBody>
      </p:sp>
      <p:sp>
        <p:nvSpPr>
          <p:cNvPr id="31" name="Rectangle 30"/>
          <p:cNvSpPr/>
          <p:nvPr/>
        </p:nvSpPr>
        <p:spPr>
          <a:xfrm>
            <a:off x="6853428" y="5006340"/>
            <a:ext cx="4960619" cy="1138428"/>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4868" y="5061203"/>
            <a:ext cx="4777739" cy="219456"/>
          </a:xfrm>
          <a:prstGeom prst="rect">
            <a:avLst/>
          </a:prstGeom>
          <a:noFill/>
        </p:spPr>
        <p:txBody>
          <a:bodyPr wrap="square">
            <a:spAutoFit/>
          </a:bodyPr>
          <a:lstStyle/>
          <a:p>
            <a:pPr algn="l">
              <a:defRPr sz="1000" b="1">
                <a:solidFill>
                  <a:srgbClr val="FFFFFF"/>
                </a:solidFill>
                <a:latin typeface="Meiryo UI"/>
              </a:defRPr>
            </a:pPr>
            <a:r>
              <a:t>HMW（問い）</a:t>
            </a:r>
          </a:p>
        </p:txBody>
      </p:sp>
      <p:sp>
        <p:nvSpPr>
          <p:cNvPr id="33" name="TextBox 32"/>
          <p:cNvSpPr txBox="1"/>
          <p:nvPr/>
        </p:nvSpPr>
        <p:spPr>
          <a:xfrm>
            <a:off x="6944868" y="5262372"/>
            <a:ext cx="4777739" cy="827531"/>
          </a:xfrm>
          <a:prstGeom prst="rect">
            <a:avLst/>
          </a:prstGeom>
          <a:noFill/>
        </p:spPr>
        <p:txBody>
          <a:bodyPr wrap="square">
            <a:spAutoFit/>
          </a:bodyPr>
          <a:lstStyle/>
          <a:p>
            <a:pPr algn="l">
              <a:defRPr sz="1000" b="0">
                <a:solidFill>
                  <a:srgbClr val="FFFFFF"/>
                </a:solidFill>
                <a:latin typeface="Meiryo UI"/>
              </a:defRPr>
            </a:pPr>
            <a:r>
              <a:t>HMW：ゆうちょの担当者が「先に来る人」として記憶されるにはどんな接点設計が必要か？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Meiryo UI"/>
              </a:rPr>
              <a:t>Insight #3：相続の最大リスクは夫婦の中にある</a:t>
            </a:r>
          </a:p>
        </p:txBody>
      </p:sp>
      <p:sp>
        <p:nvSpPr>
          <p:cNvPr id="4" name="Text Placeholder 3"/>
          <p:cNvSpPr>
            <a:spLocks noGrp="1"/>
          </p:cNvSpPr>
          <p:nvPr>
            <p:ph type="body" idx="11" sz="quarter"/>
          </p:nvPr>
        </p:nvSpPr>
        <p:spPr/>
        <p:txBody>
          <a:bodyPr/>
          <a:lstStyle/>
          <a:p>
            <a:r>
              <a:rPr sz="1200">
                <a:solidFill>
                  <a:srgbClr val="818180"/>
                </a:solidFill>
                <a:latin typeface="Meiryo UI"/>
              </a:rPr>
              <a:t>N1分析 &gt; Insight #3</a:t>
            </a:r>
          </a:p>
        </p:txBody>
      </p:sp>
      <p:sp>
        <p:nvSpPr>
          <p:cNvPr id="5" name="TextBox 4"/>
          <p:cNvSpPr txBox="1"/>
          <p:nvPr/>
        </p:nvSpPr>
        <p:spPr>
          <a:xfrm>
            <a:off x="384048" y="868680"/>
            <a:ext cx="11430000" cy="411480"/>
          </a:xfrm>
          <a:prstGeom prst="rect">
            <a:avLst/>
          </a:prstGeom>
          <a:noFill/>
        </p:spPr>
        <p:txBody>
          <a:bodyPr wrap="square">
            <a:spAutoFit/>
          </a:bodyPr>
          <a:lstStyle/>
          <a:p>
            <a:pPr>
              <a:defRPr sz="1800" b="1">
                <a:solidFill>
                  <a:srgbClr val="7500C0"/>
                </a:solidFill>
                <a:latin typeface="Meiryo UI"/>
              </a:defRPr>
            </a:pPr>
            <a:r>
              <a:t>ミラクルピカは「子供が揉めないように」と心配しているが、より深いリスクは夫婦間の方針のズレにある。「平等に渡したい」ミラ…</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Meiryo UI"/>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Meiryo UI"/>
              </a:defRPr>
            </a:pPr>
            <a:r>
              <a:t>5</a:t>
            </a:r>
          </a:p>
        </p:txBody>
      </p:sp>
      <p:sp>
        <p:nvSpPr>
          <p:cNvPr id="10" name="Rectangle 9"/>
          <p:cNvSpPr/>
          <p:nvPr/>
        </p:nvSpPr>
        <p:spPr>
          <a:xfrm>
            <a:off x="384048" y="1371600"/>
            <a:ext cx="6286500" cy="1097280"/>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1444752"/>
            <a:ext cx="6067044" cy="950976"/>
          </a:xfrm>
          <a:prstGeom prst="rect">
            <a:avLst/>
          </a:prstGeom>
          <a:noFill/>
        </p:spPr>
        <p:txBody>
          <a:bodyPr wrap="square">
            <a:spAutoFit/>
          </a:bodyPr>
          <a:lstStyle/>
          <a:p>
            <a:pPr algn="l">
              <a:defRPr sz="1200" b="0">
                <a:solidFill>
                  <a:srgbClr val="FFFFFF"/>
                </a:solidFill>
                <a:latin typeface="Meiryo UI"/>
              </a:defRPr>
            </a:pPr>
            <a:r>
              <a:t>ミラクルピカは「子供が揉めないように」と心配しているが、より深いリスクは夫婦間の方針のズレにある。「平等に渡したい」ミラクルピカと「全部次男に」という夫。夫が先に遺言書を書けば、その後ミラクルピカが亡くなった時に深刻な問題になりうる。</a:t>
            </a:r>
          </a:p>
        </p:txBody>
      </p:sp>
      <p:sp>
        <p:nvSpPr>
          <p:cNvPr id="12" name="TextBox 11"/>
          <p:cNvSpPr txBox="1"/>
          <p:nvPr/>
        </p:nvSpPr>
        <p:spPr>
          <a:xfrm>
            <a:off x="384048" y="2542032"/>
            <a:ext cx="6286500" cy="256032"/>
          </a:xfrm>
          <a:prstGeom prst="rect">
            <a:avLst/>
          </a:prstGeom>
          <a:noFill/>
        </p:spPr>
        <p:txBody>
          <a:bodyPr wrap="square">
            <a:spAutoFit/>
          </a:bodyPr>
          <a:lstStyle/>
          <a:p>
            <a:pPr algn="l">
              <a:defRPr sz="1100" b="1">
                <a:solidFill>
                  <a:srgbClr val="7500C0"/>
                </a:solidFill>
                <a:latin typeface="Meiryo UI"/>
              </a:defRPr>
            </a:pPr>
            <a:r>
              <a:t>背景にある本音</a:t>
            </a:r>
          </a:p>
        </p:txBody>
      </p:sp>
      <p:sp>
        <p:nvSpPr>
          <p:cNvPr id="13" name="Rectangle 12"/>
          <p:cNvSpPr/>
          <p:nvPr/>
        </p:nvSpPr>
        <p:spPr>
          <a:xfrm>
            <a:off x="384048" y="2798064"/>
            <a:ext cx="6286500" cy="868680"/>
          </a:xfrm>
          <a:prstGeom prst="rect">
            <a:avLst/>
          </a:prstGeom>
          <a:solidFill>
            <a:srgbClr val="F1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2816352"/>
            <a:ext cx="6103620" cy="822960"/>
          </a:xfrm>
          <a:prstGeom prst="rect">
            <a:avLst/>
          </a:prstGeom>
          <a:noFill/>
        </p:spPr>
        <p:txBody>
          <a:bodyPr wrap="square">
            <a:spAutoFit/>
          </a:bodyPr>
          <a:lstStyle/>
          <a:p>
            <a:pPr algn="l">
              <a:defRPr sz="1100" b="0">
                <a:solidFill>
                  <a:srgbClr val="333333"/>
                </a:solidFill>
                <a:latin typeface="Meiryo UI"/>
              </a:defRPr>
            </a:pPr>
            <a:r>
              <a:t>夫への感謝と信頼は深い（「失敗しても文句を言わず後始末をしてくれた」）。だからこそ、夫の方針への異論を直接言いにくく、夫婦間の合意形成が先送りされている。</a:t>
            </a:r>
          </a:p>
        </p:txBody>
      </p:sp>
      <p:sp>
        <p:nvSpPr>
          <p:cNvPr id="15" name="TextBox 14"/>
          <p:cNvSpPr txBox="1"/>
          <p:nvPr/>
        </p:nvSpPr>
        <p:spPr>
          <a:xfrm>
            <a:off x="384048" y="3739896"/>
            <a:ext cx="6286500" cy="256032"/>
          </a:xfrm>
          <a:prstGeom prst="rect">
            <a:avLst/>
          </a:prstGeom>
          <a:noFill/>
        </p:spPr>
        <p:txBody>
          <a:bodyPr wrap="square">
            <a:spAutoFit/>
          </a:bodyPr>
          <a:lstStyle/>
          <a:p>
            <a:pPr algn="l">
              <a:defRPr sz="1100" b="1">
                <a:solidFill>
                  <a:srgbClr val="7500C0"/>
                </a:solidFill>
                <a:latin typeface="Meiryo UI"/>
              </a:defRPr>
            </a:pPr>
            <a:r>
              <a:t>根拠引用（逐語より）</a:t>
            </a:r>
          </a:p>
        </p:txBody>
      </p:sp>
      <p:sp>
        <p:nvSpPr>
          <p:cNvPr id="16" name="Rectangle 15"/>
          <p:cNvSpPr/>
          <p:nvPr/>
        </p:nvSpPr>
        <p:spPr>
          <a:xfrm>
            <a:off x="384048" y="39959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3995928"/>
            <a:ext cx="6176772" cy="402336"/>
          </a:xfrm>
          <a:prstGeom prst="rect">
            <a:avLst/>
          </a:prstGeom>
          <a:noFill/>
        </p:spPr>
        <p:txBody>
          <a:bodyPr wrap="square">
            <a:spAutoFit/>
          </a:bodyPr>
          <a:lstStyle/>
          <a:p>
            <a:pPr algn="l">
              <a:defRPr sz="1000" b="0">
                <a:solidFill>
                  <a:srgbClr val="333333"/>
                </a:solidFill>
                <a:latin typeface="Meiryo UI"/>
              </a:defRPr>
            </a:pPr>
            <a:r>
              <a:t>「「主人はもう長男を見限っていて、全部次男にやるつもりでいます」[1:36:29]」</a:t>
            </a:r>
          </a:p>
        </p:txBody>
      </p:sp>
      <p:sp>
        <p:nvSpPr>
          <p:cNvPr id="18" name="Rectangle 17"/>
          <p:cNvSpPr/>
          <p:nvPr/>
        </p:nvSpPr>
        <p:spPr>
          <a:xfrm>
            <a:off x="384048" y="44531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4453128"/>
            <a:ext cx="6176772" cy="402336"/>
          </a:xfrm>
          <a:prstGeom prst="rect">
            <a:avLst/>
          </a:prstGeom>
          <a:noFill/>
        </p:spPr>
        <p:txBody>
          <a:bodyPr wrap="square">
            <a:spAutoFit/>
          </a:bodyPr>
          <a:lstStyle/>
          <a:p>
            <a:pPr algn="l">
              <a:defRPr sz="1000" b="0">
                <a:solidFill>
                  <a:srgbClr val="333333"/>
                </a:solidFill>
                <a:latin typeface="Meiryo UI"/>
              </a:defRPr>
            </a:pPr>
            <a:r>
              <a:t>「「だから遺言書を書くかもしれない。ちょっとわからないですけどね」[1:39:23]」</a:t>
            </a:r>
          </a:p>
        </p:txBody>
      </p:sp>
      <p:sp>
        <p:nvSpPr>
          <p:cNvPr id="20" name="Rectangle 19"/>
          <p:cNvSpPr/>
          <p:nvPr/>
        </p:nvSpPr>
        <p:spPr>
          <a:xfrm>
            <a:off x="384048" y="49103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 y="4910328"/>
            <a:ext cx="6176772" cy="402336"/>
          </a:xfrm>
          <a:prstGeom prst="rect">
            <a:avLst/>
          </a:prstGeom>
          <a:noFill/>
        </p:spPr>
        <p:txBody>
          <a:bodyPr wrap="square">
            <a:spAutoFit/>
          </a:bodyPr>
          <a:lstStyle/>
          <a:p>
            <a:pPr algn="l">
              <a:defRPr sz="1000" b="0">
                <a:solidFill>
                  <a:srgbClr val="333333"/>
                </a:solidFill>
                <a:latin typeface="Meiryo UI"/>
              </a:defRPr>
            </a:pPr>
            <a:r>
              <a:t>「「主人には怒られるけど、やっぱり長男にもあげたい気持ちもあるし」[33:15前後]」</a:t>
            </a:r>
          </a:p>
        </p:txBody>
      </p:sp>
      <p:sp>
        <p:nvSpPr>
          <p:cNvPr id="22" name="Rectangle 21"/>
          <p:cNvSpPr/>
          <p:nvPr/>
        </p:nvSpPr>
        <p:spPr>
          <a:xfrm>
            <a:off x="6853428" y="1371600"/>
            <a:ext cx="4960619" cy="1138428"/>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4868" y="1426464"/>
            <a:ext cx="4777739" cy="219456"/>
          </a:xfrm>
          <a:prstGeom prst="rect">
            <a:avLst/>
          </a:prstGeom>
          <a:noFill/>
        </p:spPr>
        <p:txBody>
          <a:bodyPr wrap="square">
            <a:spAutoFit/>
          </a:bodyPr>
          <a:lstStyle/>
          <a:p>
            <a:pPr algn="l">
              <a:defRPr sz="1000" b="1">
                <a:solidFill>
                  <a:srgbClr val="FFFFFF"/>
                </a:solidFill>
                <a:latin typeface="Meiryo UI"/>
              </a:defRPr>
            </a:pPr>
            <a:r>
              <a:t>対象セグメント</a:t>
            </a:r>
          </a:p>
        </p:txBody>
      </p:sp>
      <p:sp>
        <p:nvSpPr>
          <p:cNvPr id="24" name="TextBox 23"/>
          <p:cNvSpPr txBox="1"/>
          <p:nvPr/>
        </p:nvSpPr>
        <p:spPr>
          <a:xfrm>
            <a:off x="6944868" y="1627632"/>
            <a:ext cx="4777739" cy="827531"/>
          </a:xfrm>
          <a:prstGeom prst="rect">
            <a:avLst/>
          </a:prstGeom>
          <a:noFill/>
        </p:spPr>
        <p:txBody>
          <a:bodyPr wrap="square">
            <a:spAutoFit/>
          </a:bodyPr>
          <a:lstStyle/>
          <a:p>
            <a:pPr algn="l">
              <a:defRPr sz="1000" b="0">
                <a:solidFill>
                  <a:srgbClr val="FFFFFF"/>
                </a:solidFill>
                <a:latin typeface="Meiryo UI"/>
              </a:defRPr>
            </a:pPr>
            <a:r>
              <a:t>夫婦で資産管理・意思決定を分担してきたシニア層（特に被相続人が複数いるケース）</a:t>
            </a:r>
          </a:p>
        </p:txBody>
      </p:sp>
      <p:sp>
        <p:nvSpPr>
          <p:cNvPr id="25" name="Rectangle 24"/>
          <p:cNvSpPr/>
          <p:nvPr/>
        </p:nvSpPr>
        <p:spPr>
          <a:xfrm>
            <a:off x="6853428" y="2583180"/>
            <a:ext cx="4960619" cy="1138428"/>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4868" y="2638044"/>
            <a:ext cx="4777739" cy="219456"/>
          </a:xfrm>
          <a:prstGeom prst="rect">
            <a:avLst/>
          </a:prstGeom>
          <a:noFill/>
        </p:spPr>
        <p:txBody>
          <a:bodyPr wrap="square">
            <a:spAutoFit/>
          </a:bodyPr>
          <a:lstStyle/>
          <a:p>
            <a:pPr algn="l">
              <a:defRPr sz="1000" b="1">
                <a:solidFill>
                  <a:srgbClr val="FFFFFF"/>
                </a:solidFill>
                <a:latin typeface="Meiryo UI"/>
              </a:defRPr>
            </a:pPr>
            <a:r>
              <a:t>反証</a:t>
            </a:r>
          </a:p>
        </p:txBody>
      </p:sp>
      <p:sp>
        <p:nvSpPr>
          <p:cNvPr id="27" name="TextBox 26"/>
          <p:cNvSpPr txBox="1"/>
          <p:nvPr/>
        </p:nvSpPr>
        <p:spPr>
          <a:xfrm>
            <a:off x="6944868" y="2839212"/>
            <a:ext cx="4777739" cy="827531"/>
          </a:xfrm>
          <a:prstGeom prst="rect">
            <a:avLst/>
          </a:prstGeom>
          <a:noFill/>
        </p:spPr>
        <p:txBody>
          <a:bodyPr wrap="square">
            <a:spAutoFit/>
          </a:bodyPr>
          <a:lstStyle/>
          <a:p>
            <a:pPr algn="l">
              <a:defRPr sz="1000" b="0">
                <a:solidFill>
                  <a:srgbClr val="FFFFFF"/>
                </a:solidFill>
                <a:latin typeface="Meiryo UI"/>
              </a:defRPr>
            </a:pPr>
            <a:r>
              <a:t>夫婦間の方針は話し合えば合意できる可能性もある。「怒られる」という表現が実際の対立の深さを示すかは不明（根拠薄）。</a:t>
            </a:r>
          </a:p>
        </p:txBody>
      </p:sp>
      <p:sp>
        <p:nvSpPr>
          <p:cNvPr id="28" name="Rectangle 27"/>
          <p:cNvSpPr/>
          <p:nvPr/>
        </p:nvSpPr>
        <p:spPr>
          <a:xfrm>
            <a:off x="6853428" y="3794760"/>
            <a:ext cx="4960619" cy="1138428"/>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4868" y="3849624"/>
            <a:ext cx="4777739" cy="219456"/>
          </a:xfrm>
          <a:prstGeom prst="rect">
            <a:avLst/>
          </a:prstGeom>
          <a:noFill/>
        </p:spPr>
        <p:txBody>
          <a:bodyPr wrap="square">
            <a:spAutoFit/>
          </a:bodyPr>
          <a:lstStyle/>
          <a:p>
            <a:pPr algn="l">
              <a:defRPr sz="1000" b="1">
                <a:solidFill>
                  <a:srgbClr val="FFFFFF"/>
                </a:solidFill>
                <a:latin typeface="Meiryo UI"/>
              </a:defRPr>
            </a:pPr>
            <a:r>
              <a:t>クライアントへの示唆</a:t>
            </a:r>
          </a:p>
        </p:txBody>
      </p:sp>
      <p:sp>
        <p:nvSpPr>
          <p:cNvPr id="30" name="TextBox 29"/>
          <p:cNvSpPr txBox="1"/>
          <p:nvPr/>
        </p:nvSpPr>
        <p:spPr>
          <a:xfrm>
            <a:off x="6944868" y="4050792"/>
            <a:ext cx="4777739" cy="827531"/>
          </a:xfrm>
          <a:prstGeom prst="rect">
            <a:avLst/>
          </a:prstGeom>
          <a:noFill/>
        </p:spPr>
        <p:txBody>
          <a:bodyPr wrap="square">
            <a:spAutoFit/>
          </a:bodyPr>
          <a:lstStyle/>
          <a:p>
            <a:pPr algn="l">
              <a:defRPr sz="1000" b="0">
                <a:solidFill>
                  <a:srgbClr val="FFFFFF"/>
                </a:solidFill>
                <a:latin typeface="Meiryo UI"/>
              </a:defRPr>
            </a:pPr>
            <a:r>
              <a:t>相続相談は「個人」ではなく「夫婦単位」で設計する必要がある。夫婦が同席する場（自宅訪問・お茶を飲みながらの雑談形式）でないと片方の本音しか拾えない。夫婦間のズレを可視化するシンプルなツールが有効かもしれない。</a:t>
            </a:r>
          </a:p>
        </p:txBody>
      </p:sp>
      <p:sp>
        <p:nvSpPr>
          <p:cNvPr id="31" name="Rectangle 30"/>
          <p:cNvSpPr/>
          <p:nvPr/>
        </p:nvSpPr>
        <p:spPr>
          <a:xfrm>
            <a:off x="6853428" y="5006340"/>
            <a:ext cx="4960619" cy="1138428"/>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4868" y="5061203"/>
            <a:ext cx="4777739" cy="219456"/>
          </a:xfrm>
          <a:prstGeom prst="rect">
            <a:avLst/>
          </a:prstGeom>
          <a:noFill/>
        </p:spPr>
        <p:txBody>
          <a:bodyPr wrap="square">
            <a:spAutoFit/>
          </a:bodyPr>
          <a:lstStyle/>
          <a:p>
            <a:pPr algn="l">
              <a:defRPr sz="1000" b="1">
                <a:solidFill>
                  <a:srgbClr val="FFFFFF"/>
                </a:solidFill>
                <a:latin typeface="Meiryo UI"/>
              </a:defRPr>
            </a:pPr>
            <a:r>
              <a:t>HMW（問い）</a:t>
            </a:r>
          </a:p>
        </p:txBody>
      </p:sp>
      <p:sp>
        <p:nvSpPr>
          <p:cNvPr id="33" name="TextBox 32"/>
          <p:cNvSpPr txBox="1"/>
          <p:nvPr/>
        </p:nvSpPr>
        <p:spPr>
          <a:xfrm>
            <a:off x="6944868" y="5262372"/>
            <a:ext cx="4777739" cy="827531"/>
          </a:xfrm>
          <a:prstGeom prst="rect">
            <a:avLst/>
          </a:prstGeom>
          <a:noFill/>
        </p:spPr>
        <p:txBody>
          <a:bodyPr wrap="square">
            <a:spAutoFit/>
          </a:bodyPr>
          <a:lstStyle/>
          <a:p>
            <a:pPr algn="l">
              <a:defRPr sz="1000" b="0">
                <a:solidFill>
                  <a:srgbClr val="FFFFFF"/>
                </a:solidFill>
                <a:latin typeface="Meiryo UI"/>
              </a:defRPr>
            </a:pPr>
            <a:r>
              <a:t>HMW：夫婦が「相続の方針」について自然に会話できる場をどう作れるか？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Meiryo UI"/>
              </a:rPr>
              <a:t>Insight #4：セカンドライフ直後が唯一の接触窓</a:t>
            </a:r>
          </a:p>
        </p:txBody>
      </p:sp>
      <p:sp>
        <p:nvSpPr>
          <p:cNvPr id="4" name="Text Placeholder 3"/>
          <p:cNvSpPr>
            <a:spLocks noGrp="1"/>
          </p:cNvSpPr>
          <p:nvPr>
            <p:ph type="body" idx="11" sz="quarter"/>
          </p:nvPr>
        </p:nvSpPr>
        <p:spPr/>
        <p:txBody>
          <a:bodyPr/>
          <a:lstStyle/>
          <a:p>
            <a:r>
              <a:rPr sz="1200">
                <a:solidFill>
                  <a:srgbClr val="818180"/>
                </a:solidFill>
                <a:latin typeface="Meiryo UI"/>
              </a:rPr>
              <a:t>N1分析 &gt; Insight #4</a:t>
            </a:r>
          </a:p>
        </p:txBody>
      </p:sp>
      <p:sp>
        <p:nvSpPr>
          <p:cNvPr id="5" name="TextBox 4"/>
          <p:cNvSpPr txBox="1"/>
          <p:nvPr/>
        </p:nvSpPr>
        <p:spPr>
          <a:xfrm>
            <a:off x="384048" y="868680"/>
            <a:ext cx="11430000" cy="411480"/>
          </a:xfrm>
          <a:prstGeom prst="rect">
            <a:avLst/>
          </a:prstGeom>
          <a:noFill/>
        </p:spPr>
        <p:txBody>
          <a:bodyPr wrap="square">
            <a:spAutoFit/>
          </a:bodyPr>
          <a:lstStyle/>
          <a:p>
            <a:pPr>
              <a:defRPr sz="1800" b="1">
                <a:solidFill>
                  <a:srgbClr val="7500C0"/>
                </a:solidFill>
                <a:latin typeface="Meiryo UI"/>
              </a:defRPr>
            </a:pPr>
            <a:r>
              <a:t>50〜60代は事業・音楽・執筆で時間分刻みの多忙。「来てもいいよ」とも言えなかった。半年前に事業を手放してやっと余白がで…</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Meiryo UI"/>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Meiryo UI"/>
              </a:defRPr>
            </a:pPr>
            <a:r>
              <a:t>6</a:t>
            </a:r>
          </a:p>
        </p:txBody>
      </p:sp>
      <p:sp>
        <p:nvSpPr>
          <p:cNvPr id="10" name="Rectangle 9"/>
          <p:cNvSpPr/>
          <p:nvPr/>
        </p:nvSpPr>
        <p:spPr>
          <a:xfrm>
            <a:off x="384048" y="1371600"/>
            <a:ext cx="6286500" cy="1097280"/>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1444752"/>
            <a:ext cx="6067044" cy="950976"/>
          </a:xfrm>
          <a:prstGeom prst="rect">
            <a:avLst/>
          </a:prstGeom>
          <a:noFill/>
        </p:spPr>
        <p:txBody>
          <a:bodyPr wrap="square">
            <a:spAutoFit/>
          </a:bodyPr>
          <a:lstStyle/>
          <a:p>
            <a:pPr algn="l">
              <a:defRPr sz="1200" b="0">
                <a:solidFill>
                  <a:srgbClr val="FFFFFF"/>
                </a:solidFill>
                <a:latin typeface="Meiryo UI"/>
              </a:defRPr>
            </a:pPr>
            <a:r>
              <a:t>50〜60代は事業・音楽・執筆で時間分刻みの多忙。「来てもいいよ」とも言えなかった。半年前に事業を手放してやっと余白ができた。この「引退直後の時間的余白」と、「ほんの何日か前」に発火した終活スイッチが重なった今が、接触できる最初の窓。窓はごく短い。</a:t>
            </a:r>
          </a:p>
        </p:txBody>
      </p:sp>
      <p:sp>
        <p:nvSpPr>
          <p:cNvPr id="12" name="TextBox 11"/>
          <p:cNvSpPr txBox="1"/>
          <p:nvPr/>
        </p:nvSpPr>
        <p:spPr>
          <a:xfrm>
            <a:off x="384048" y="2542032"/>
            <a:ext cx="6286500" cy="256032"/>
          </a:xfrm>
          <a:prstGeom prst="rect">
            <a:avLst/>
          </a:prstGeom>
          <a:noFill/>
        </p:spPr>
        <p:txBody>
          <a:bodyPr wrap="square">
            <a:spAutoFit/>
          </a:bodyPr>
          <a:lstStyle/>
          <a:p>
            <a:pPr algn="l">
              <a:defRPr sz="1100" b="1">
                <a:solidFill>
                  <a:srgbClr val="7500C0"/>
                </a:solidFill>
                <a:latin typeface="Meiryo UI"/>
              </a:defRPr>
            </a:pPr>
            <a:r>
              <a:t>背景にある本音</a:t>
            </a:r>
          </a:p>
        </p:txBody>
      </p:sp>
      <p:sp>
        <p:nvSpPr>
          <p:cNvPr id="13" name="Rectangle 12"/>
          <p:cNvSpPr/>
          <p:nvPr/>
        </p:nvSpPr>
        <p:spPr>
          <a:xfrm>
            <a:off x="384048" y="2798064"/>
            <a:ext cx="6286500" cy="868680"/>
          </a:xfrm>
          <a:prstGeom prst="rect">
            <a:avLst/>
          </a:prstGeom>
          <a:solidFill>
            <a:srgbClr val="F1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2816352"/>
            <a:ext cx="6103620" cy="822960"/>
          </a:xfrm>
          <a:prstGeom prst="rect">
            <a:avLst/>
          </a:prstGeom>
          <a:noFill/>
        </p:spPr>
        <p:txBody>
          <a:bodyPr wrap="square">
            <a:spAutoFit/>
          </a:bodyPr>
          <a:lstStyle/>
          <a:p>
            <a:pPr algn="l">
              <a:defRPr sz="1100" b="0">
                <a:solidFill>
                  <a:srgbClr val="333333"/>
                </a:solidFill>
                <a:latin typeface="Meiryo UI"/>
              </a:defRPr>
            </a:pPr>
            <a:r>
              <a:t>「まだ死なないから先送り」は言い訳ではなく、本当に今まで自分のことを考える暇がなかった。余白ができた今、やっと「そろそろ考えよう」という気持ちになっている。その気持ちが行動になる前に接触できるかが勝負。</a:t>
            </a:r>
          </a:p>
        </p:txBody>
      </p:sp>
      <p:sp>
        <p:nvSpPr>
          <p:cNvPr id="15" name="TextBox 14"/>
          <p:cNvSpPr txBox="1"/>
          <p:nvPr/>
        </p:nvSpPr>
        <p:spPr>
          <a:xfrm>
            <a:off x="384048" y="3739896"/>
            <a:ext cx="6286500" cy="256032"/>
          </a:xfrm>
          <a:prstGeom prst="rect">
            <a:avLst/>
          </a:prstGeom>
          <a:noFill/>
        </p:spPr>
        <p:txBody>
          <a:bodyPr wrap="square">
            <a:spAutoFit/>
          </a:bodyPr>
          <a:lstStyle/>
          <a:p>
            <a:pPr algn="l">
              <a:defRPr sz="1100" b="1">
                <a:solidFill>
                  <a:srgbClr val="7500C0"/>
                </a:solidFill>
                <a:latin typeface="Meiryo UI"/>
              </a:defRPr>
            </a:pPr>
            <a:r>
              <a:t>根拠引用（逐語より）</a:t>
            </a:r>
          </a:p>
        </p:txBody>
      </p:sp>
      <p:sp>
        <p:nvSpPr>
          <p:cNvPr id="16" name="Rectangle 15"/>
          <p:cNvSpPr/>
          <p:nvPr/>
        </p:nvSpPr>
        <p:spPr>
          <a:xfrm>
            <a:off x="384048" y="39959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3995928"/>
            <a:ext cx="6176772" cy="402336"/>
          </a:xfrm>
          <a:prstGeom prst="rect">
            <a:avLst/>
          </a:prstGeom>
          <a:noFill/>
        </p:spPr>
        <p:txBody>
          <a:bodyPr wrap="square">
            <a:spAutoFit/>
          </a:bodyPr>
          <a:lstStyle/>
          <a:p>
            <a:pPr algn="l">
              <a:defRPr sz="1000" b="0">
                <a:solidFill>
                  <a:srgbClr val="333333"/>
                </a:solidFill>
                <a:latin typeface="Meiryo UI"/>
              </a:defRPr>
            </a:pPr>
            <a:r>
              <a:t>「「やっとここで仕事が少し減ったので楽しみたい、自分達が楽しむことを優先している」[1:23:45]」</a:t>
            </a:r>
          </a:p>
        </p:txBody>
      </p:sp>
      <p:sp>
        <p:nvSpPr>
          <p:cNvPr id="18" name="Rectangle 17"/>
          <p:cNvSpPr/>
          <p:nvPr/>
        </p:nvSpPr>
        <p:spPr>
          <a:xfrm>
            <a:off x="384048" y="44531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4453128"/>
            <a:ext cx="6176772" cy="402336"/>
          </a:xfrm>
          <a:prstGeom prst="rect">
            <a:avLst/>
          </a:prstGeom>
          <a:noFill/>
        </p:spPr>
        <p:txBody>
          <a:bodyPr wrap="square">
            <a:spAutoFit/>
          </a:bodyPr>
          <a:lstStyle/>
          <a:p>
            <a:pPr algn="l">
              <a:defRPr sz="1000" b="0">
                <a:solidFill>
                  <a:srgbClr val="333333"/>
                </a:solidFill>
                <a:latin typeface="Meiryo UI"/>
              </a:defRPr>
            </a:pPr>
            <a:r>
              <a:t>「「本当にここ何日か前、もう本当にすごくゆってもらって。やっぱり保険が一番いいのかなって」[1:24:15]」</a:t>
            </a:r>
          </a:p>
        </p:txBody>
      </p:sp>
      <p:sp>
        <p:nvSpPr>
          <p:cNvPr id="20" name="Rectangle 19"/>
          <p:cNvSpPr/>
          <p:nvPr/>
        </p:nvSpPr>
        <p:spPr>
          <a:xfrm>
            <a:off x="384048" y="4910328"/>
            <a:ext cx="36576" cy="347472"/>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 y="4910328"/>
            <a:ext cx="6176772" cy="402336"/>
          </a:xfrm>
          <a:prstGeom prst="rect">
            <a:avLst/>
          </a:prstGeom>
          <a:noFill/>
        </p:spPr>
        <p:txBody>
          <a:bodyPr wrap="square">
            <a:spAutoFit/>
          </a:bodyPr>
          <a:lstStyle/>
          <a:p>
            <a:pPr algn="l">
              <a:defRPr sz="1000" b="0">
                <a:solidFill>
                  <a:srgbClr val="333333"/>
                </a:solidFill>
                <a:latin typeface="Meiryo UI"/>
              </a:defRPr>
            </a:pPr>
            <a:r>
              <a:t>「「銀行に行くっていっても、ほんとにはいはいっていう感じで、余裕が全くなかった」[1:45:07]」</a:t>
            </a:r>
          </a:p>
        </p:txBody>
      </p:sp>
      <p:sp>
        <p:nvSpPr>
          <p:cNvPr id="22" name="Rectangle 21"/>
          <p:cNvSpPr/>
          <p:nvPr/>
        </p:nvSpPr>
        <p:spPr>
          <a:xfrm>
            <a:off x="6853428" y="1371600"/>
            <a:ext cx="4960619" cy="1138428"/>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4868" y="1426464"/>
            <a:ext cx="4777739" cy="219456"/>
          </a:xfrm>
          <a:prstGeom prst="rect">
            <a:avLst/>
          </a:prstGeom>
          <a:noFill/>
        </p:spPr>
        <p:txBody>
          <a:bodyPr wrap="square">
            <a:spAutoFit/>
          </a:bodyPr>
          <a:lstStyle/>
          <a:p>
            <a:pPr algn="l">
              <a:defRPr sz="1000" b="1">
                <a:solidFill>
                  <a:srgbClr val="FFFFFF"/>
                </a:solidFill>
                <a:latin typeface="Meiryo UI"/>
              </a:defRPr>
            </a:pPr>
            <a:r>
              <a:t>対象セグメント</a:t>
            </a:r>
          </a:p>
        </p:txBody>
      </p:sp>
      <p:sp>
        <p:nvSpPr>
          <p:cNvPr id="24" name="TextBox 23"/>
          <p:cNvSpPr txBox="1"/>
          <p:nvPr/>
        </p:nvSpPr>
        <p:spPr>
          <a:xfrm>
            <a:off x="6944868" y="1627632"/>
            <a:ext cx="4777739" cy="827531"/>
          </a:xfrm>
          <a:prstGeom prst="rect">
            <a:avLst/>
          </a:prstGeom>
          <a:noFill/>
        </p:spPr>
        <p:txBody>
          <a:bodyPr wrap="square">
            <a:spAutoFit/>
          </a:bodyPr>
          <a:lstStyle/>
          <a:p>
            <a:pPr algn="l">
              <a:defRPr sz="1000" b="0">
                <a:solidFill>
                  <a:srgbClr val="FFFFFF"/>
                </a:solidFill>
                <a:latin typeface="Meiryo UI"/>
              </a:defRPr>
            </a:pPr>
            <a:r>
              <a:t>事業引退直後・セカンドライフ開始期の60〜70代（特に自営業経験者）</a:t>
            </a:r>
          </a:p>
        </p:txBody>
      </p:sp>
      <p:sp>
        <p:nvSpPr>
          <p:cNvPr id="25" name="Rectangle 24"/>
          <p:cNvSpPr/>
          <p:nvPr/>
        </p:nvSpPr>
        <p:spPr>
          <a:xfrm>
            <a:off x="6853428" y="2583180"/>
            <a:ext cx="4960619" cy="1138428"/>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4868" y="2638044"/>
            <a:ext cx="4777739" cy="219456"/>
          </a:xfrm>
          <a:prstGeom prst="rect">
            <a:avLst/>
          </a:prstGeom>
          <a:noFill/>
        </p:spPr>
        <p:txBody>
          <a:bodyPr wrap="square">
            <a:spAutoFit/>
          </a:bodyPr>
          <a:lstStyle/>
          <a:p>
            <a:pPr algn="l">
              <a:defRPr sz="1000" b="1">
                <a:solidFill>
                  <a:srgbClr val="FFFFFF"/>
                </a:solidFill>
                <a:latin typeface="Meiryo UI"/>
              </a:defRPr>
            </a:pPr>
            <a:r>
              <a:t>反証</a:t>
            </a:r>
          </a:p>
        </p:txBody>
      </p:sp>
      <p:sp>
        <p:nvSpPr>
          <p:cNvPr id="27" name="TextBox 26"/>
          <p:cNvSpPr txBox="1"/>
          <p:nvPr/>
        </p:nvSpPr>
        <p:spPr>
          <a:xfrm>
            <a:off x="6944868" y="2839212"/>
            <a:ext cx="4777739" cy="827531"/>
          </a:xfrm>
          <a:prstGeom prst="rect">
            <a:avLst/>
          </a:prstGeom>
          <a:noFill/>
        </p:spPr>
        <p:txBody>
          <a:bodyPr wrap="square">
            <a:spAutoFit/>
          </a:bodyPr>
          <a:lstStyle/>
          <a:p>
            <a:pPr algn="l">
              <a:defRPr sz="1000" b="0">
                <a:solidFill>
                  <a:srgbClr val="FFFFFF"/>
                </a:solidFill>
                <a:latin typeface="Meiryo UI"/>
              </a:defRPr>
            </a:pPr>
            <a:r>
              <a:t>窓が開いているとはいえ、旅行・趣味に9割のエネルギーが向いている。相続の話が割り込む余地は限られており、「旅行の話からじゃないと入れない」可能性がある。</a:t>
            </a:r>
          </a:p>
        </p:txBody>
      </p:sp>
      <p:sp>
        <p:nvSpPr>
          <p:cNvPr id="28" name="Rectangle 27"/>
          <p:cNvSpPr/>
          <p:nvPr/>
        </p:nvSpPr>
        <p:spPr>
          <a:xfrm>
            <a:off x="6853428" y="3794760"/>
            <a:ext cx="4960619" cy="1138428"/>
          </a:xfrm>
          <a:prstGeom prst="rect">
            <a:avLst/>
          </a:prstGeom>
          <a:solidFill>
            <a:srgbClr val="4600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4868" y="3849624"/>
            <a:ext cx="4777739" cy="219456"/>
          </a:xfrm>
          <a:prstGeom prst="rect">
            <a:avLst/>
          </a:prstGeom>
          <a:noFill/>
        </p:spPr>
        <p:txBody>
          <a:bodyPr wrap="square">
            <a:spAutoFit/>
          </a:bodyPr>
          <a:lstStyle/>
          <a:p>
            <a:pPr algn="l">
              <a:defRPr sz="1000" b="1">
                <a:solidFill>
                  <a:srgbClr val="FFFFFF"/>
                </a:solidFill>
                <a:latin typeface="Meiryo UI"/>
              </a:defRPr>
            </a:pPr>
            <a:r>
              <a:t>クライアントへの示唆</a:t>
            </a:r>
          </a:p>
        </p:txBody>
      </p:sp>
      <p:sp>
        <p:nvSpPr>
          <p:cNvPr id="30" name="TextBox 29"/>
          <p:cNvSpPr txBox="1"/>
          <p:nvPr/>
        </p:nvSpPr>
        <p:spPr>
          <a:xfrm>
            <a:off x="6944868" y="4050792"/>
            <a:ext cx="4777739" cy="827531"/>
          </a:xfrm>
          <a:prstGeom prst="rect">
            <a:avLst/>
          </a:prstGeom>
          <a:noFill/>
        </p:spPr>
        <p:txBody>
          <a:bodyPr wrap="square">
            <a:spAutoFit/>
          </a:bodyPr>
          <a:lstStyle/>
          <a:p>
            <a:pPr algn="l">
              <a:defRPr sz="1000" b="0">
                <a:solidFill>
                  <a:srgbClr val="FFFFFF"/>
                </a:solidFill>
                <a:latin typeface="Meiryo UI"/>
              </a:defRPr>
            </a:pPr>
            <a:r>
              <a:t>退職・事業移譲タイミングを郵便局・銀行が把握するデータがあれば先手を打てる。「セカンドライフ応援」という文脈（旅行保険・クルーズ特典）での接点が相続相談の入り口になりうる。</a:t>
            </a:r>
          </a:p>
        </p:txBody>
      </p:sp>
      <p:sp>
        <p:nvSpPr>
          <p:cNvPr id="31" name="Rectangle 30"/>
          <p:cNvSpPr/>
          <p:nvPr/>
        </p:nvSpPr>
        <p:spPr>
          <a:xfrm>
            <a:off x="6853428" y="5006340"/>
            <a:ext cx="4960619" cy="1138428"/>
          </a:xfrm>
          <a:prstGeom prst="rect">
            <a:avLst/>
          </a:prstGeom>
          <a:solidFill>
            <a:srgbClr val="750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4868" y="5061203"/>
            <a:ext cx="4777739" cy="219456"/>
          </a:xfrm>
          <a:prstGeom prst="rect">
            <a:avLst/>
          </a:prstGeom>
          <a:noFill/>
        </p:spPr>
        <p:txBody>
          <a:bodyPr wrap="square">
            <a:spAutoFit/>
          </a:bodyPr>
          <a:lstStyle/>
          <a:p>
            <a:pPr algn="l">
              <a:defRPr sz="1000" b="1">
                <a:solidFill>
                  <a:srgbClr val="FFFFFF"/>
                </a:solidFill>
                <a:latin typeface="Meiryo UI"/>
              </a:defRPr>
            </a:pPr>
            <a:r>
              <a:t>HMW（問い）</a:t>
            </a:r>
          </a:p>
        </p:txBody>
      </p:sp>
      <p:sp>
        <p:nvSpPr>
          <p:cNvPr id="33" name="TextBox 32"/>
          <p:cNvSpPr txBox="1"/>
          <p:nvPr/>
        </p:nvSpPr>
        <p:spPr>
          <a:xfrm>
            <a:off x="6944868" y="5262372"/>
            <a:ext cx="4777739" cy="827531"/>
          </a:xfrm>
          <a:prstGeom prst="rect">
            <a:avLst/>
          </a:prstGeom>
          <a:noFill/>
        </p:spPr>
        <p:txBody>
          <a:bodyPr wrap="square">
            <a:spAutoFit/>
          </a:bodyPr>
          <a:lstStyle/>
          <a:p>
            <a:pPr algn="l">
              <a:defRPr sz="1000" b="0">
                <a:solidFill>
                  <a:srgbClr val="FFFFFF"/>
                </a:solidFill>
                <a:latin typeface="Meiryo UI"/>
              </a:defRPr>
            </a:pPr>
            <a:r>
              <a:t>HMW：事業引退・退職というタイミングをゆうちょが把握し、自然な形でコンタクトを始めるにはどんな仕組みが必要か？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l"/>
            <a:r>
              <a:rPr sz="4400" b="1">
                <a:solidFill>
                  <a:srgbClr val="000000"/>
                </a:solidFill>
                <a:latin typeface="Meiryo UI"/>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9mxsXH2nTGaZTD1JOeE0H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m06HwIOJnk26P64f5Vqk3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zlXM1k67qX_yMAUXH78JjA"/>
</p:tagLst>
</file>

<file path=ppt/theme/theme1.xml><?xml version="1.0" encoding="utf-8"?>
<a:theme xmlns:a="http://schemas.openxmlformats.org/drawingml/2006/main" name="Content Layout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rial">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45720" rtlCol="0">
        <a:spAutoFit/>
      </a:bodyPr>
      <a:lstStyle>
        <a:defPPr>
          <a:defRPr sz="1600" dirty="0"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Consulting_Template_Arial_v2" id="{95346386-B880-4208-BAD1-EB43BCF64565}" vid="{7E65B8FE-C4E5-42F9-8297-86D31EF7638A}"/>
    </a:ext>
  </a:extLst>
</a:theme>
</file>

<file path=ppt/theme/theme2.xml><?xml version="1.0" encoding="utf-8"?>
<a:theme xmlns:a="http://schemas.openxmlformats.org/drawingml/2006/main" name="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Presentation2" id="{8D3299D1-8BAA-5240-AA1A-131518F9840A}" vid="{B3CBAD8C-92CA-2C40-85B9-DAF4FF07A486}"/>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2ACED322377B44A38511748A5A0007" ma:contentTypeVersion="18" ma:contentTypeDescription="Create a new document." ma:contentTypeScope="" ma:versionID="0dc74e422f9a18a141e5fec2a7862abc">
  <xsd:schema xmlns:xsd="http://www.w3.org/2001/XMLSchema" xmlns:xs="http://www.w3.org/2001/XMLSchema" xmlns:p="http://schemas.microsoft.com/office/2006/metadata/properties" xmlns:ns2="5098c134-aebc-44f3-a434-bdc4e13b0a10" xmlns:ns3="e44a7058-7a93-43b8-8ee5-031e0dcc4004" targetNamespace="http://schemas.microsoft.com/office/2006/metadata/properties" ma:root="true" ma:fieldsID="83351f67241f10a4e51a7104a61567cd" ns2:_="" ns3:_="">
    <xsd:import namespace="5098c134-aebc-44f3-a434-bdc4e13b0a10"/>
    <xsd:import namespace="e44a7058-7a93-43b8-8ee5-031e0dcc400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98c134-aebc-44f3-a434-bdc4e13b0a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44a7058-7a93-43b8-8ee5-031e0dcc4004"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ec62402-844e-483e-98fe-ed5acaafcc09}" ma:internalName="TaxCatchAll" ma:showField="CatchAllData" ma:web="e44a7058-7a93-43b8-8ee5-031e0dcc400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098c134-aebc-44f3-a434-bdc4e13b0a10">
      <Terms xmlns="http://schemas.microsoft.com/office/infopath/2007/PartnerControls"/>
    </lcf76f155ced4ddcb4097134ff3c332f>
    <TaxCatchAll xmlns="e44a7058-7a93-43b8-8ee5-031e0dcc4004" xsi:nil="true"/>
    <SharedWithUsers xmlns="e44a7058-7a93-43b8-8ee5-031e0dcc4004">
      <UserInfo>
        <DisplayName>Gupta, Amit Ao.</DisplayName>
        <AccountId>131</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41BC3D-A924-41F0-8BB2-1E558987CA6D}">
  <ds:schemaRefs>
    <ds:schemaRef ds:uri="5098c134-aebc-44f3-a434-bdc4e13b0a10"/>
    <ds:schemaRef ds:uri="e44a7058-7a93-43b8-8ee5-031e0dcc400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54544C4-0F0C-407F-88FA-7C5781BD8BC8}">
  <ds:schemaRefs>
    <ds:schemaRef ds:uri="5098c134-aebc-44f3-a434-bdc4e13b0a10"/>
    <ds:schemaRef ds:uri="e44a7058-7a93-43b8-8ee5-031e0dcc400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DA9E797-7F65-4D90-AF4D-99AA0FA79DAC}">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15</TotalTime>
  <Words>31</Words>
  <Application>Microsoft Office PowerPoint</Application>
  <PresentationFormat>ワイド画面</PresentationFormat>
  <Paragraphs>7</Paragraphs>
  <Slides>4</Slides>
  <Notes>1</Notes>
  <HiddenSlides>0</HiddenSlides>
  <MMClips>0</MMClips>
  <ScaleCrop>false</ScaleCrop>
  <HeadingPairs>
    <vt:vector size="8" baseType="variant">
      <vt:variant>
        <vt:lpstr>使用されているフォント</vt:lpstr>
      </vt:variant>
      <vt:variant>
        <vt:i4>10</vt:i4>
      </vt:variant>
      <vt:variant>
        <vt:lpstr>テーマ</vt:lpstr>
      </vt:variant>
      <vt:variant>
        <vt:i4>2</vt:i4>
      </vt:variant>
      <vt:variant>
        <vt:lpstr>埋め込まれた OLE サーバー</vt:lpstr>
      </vt:variant>
      <vt:variant>
        <vt:i4>2</vt:i4>
      </vt:variant>
      <vt:variant>
        <vt:lpstr>スライド タイトル</vt:lpstr>
      </vt:variant>
      <vt:variant>
        <vt:i4>4</vt:i4>
      </vt:variant>
    </vt:vector>
  </HeadingPairs>
  <TitlesOfParts>
    <vt:vector size="18" baseType="lpstr">
      <vt:lpstr>GT Sectra Fine Rg</vt:lpstr>
      <vt:lpstr>Meiryo UI</vt:lpstr>
      <vt:lpstr>System Font</vt:lpstr>
      <vt:lpstr>游ゴシック</vt:lpstr>
      <vt:lpstr>Arial</vt:lpstr>
      <vt:lpstr>Calibri</vt:lpstr>
      <vt:lpstr>Graphik</vt:lpstr>
      <vt:lpstr>Graphik Black</vt:lpstr>
      <vt:lpstr>Graphik Regular</vt:lpstr>
      <vt:lpstr>Graphik Semibold</vt:lpstr>
      <vt:lpstr>Content Layouts</vt:lpstr>
      <vt:lpstr>Accenture 2025</vt:lpstr>
      <vt:lpstr>think-cell スライド</vt:lpstr>
      <vt:lpstr>think-cell Slide</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Yamazaki, Satoshi</dc:creator>
  <cp:lastModifiedBy>Doai, Kyohei</cp:lastModifiedBy>
  <cp:revision>9</cp:revision>
  <dcterms:created xsi:type="dcterms:W3CDTF">2022-08-19T07:32:27Z</dcterms:created>
  <dcterms:modified xsi:type="dcterms:W3CDTF">2026-03-12T06:22:05Z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0x010100892ACED322377B44A38511748A5A0007</vt:lpwstr>
  </property>
  <property fmtid="{D5CDD505-2E9C-101B-9397-08002B2CF9AE}" pid="3" name="MediaServiceImageTags">
    <vt:lpwstr/>
  </property>
</Properties>
</file>